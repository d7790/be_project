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Masters/slideMaster2.xml" ContentType="application/vnd.openxmlformats-officedocument.presentationml.slideMaster+xml"/>
  <Override PartName="/ppt/slideMasters/theme/theme3.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4.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slides/charts/chart1.xml" ContentType="application/vnd.openxmlformats-officedocument.drawingml.chart+xml"/>
  <Override PartName="/ppt/notesSlides/notesSlide13.xml" ContentType="application/vnd.openxmlformats-officedocument.presentationml.notesSlide+xml"/>
  <Override PartName="/ppt/slides/slide14.xml" ContentType="application/vnd.openxmlformats-officedocument.presentationml.slide+xml"/>
  <Override PartName="/ppt/slides/charts/chart2.xml" ContentType="application/vnd.openxmlformats-officedocument.drawingml.chart+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0c1643e9a4554b6d" /><Relationship Type="http://schemas.openxmlformats.org/officeDocument/2006/relationships/extended-properties" Target="/docProps/app.xml" Id="R6449fc1e9ca44dbe" /><Relationship Type="http://schemas.openxmlformats.org/officeDocument/2006/relationships/officeDocument" Target="/ppt/presentation.xml" Id="Rf9a37d0a455e4835" /></Relationships>
</file>

<file path=ppt/presentation.xml><?xml version="1.0" encoding="utf-8"?>
<p:presentation xmlns:p="http://schemas.openxmlformats.org/presentationml/2006/main">
  <p:sldMasterIdLst>
    <p:sldMasterId xmlns:r="http://schemas.openxmlformats.org/officeDocument/2006/relationships" id="2147483648" r:id="R51c3cd72d9014e8b"/>
    <p:sldMasterId xmlns:r="http://schemas.openxmlformats.org/officeDocument/2006/relationships" id="2147483659" r:id="R9174f019a1594359"/>
  </p:sldMasterIdLst>
  <p:notesMasterIdLst>
    <p:notesMasterId xmlns:r="http://schemas.openxmlformats.org/officeDocument/2006/relationships" r:id="R9716807ec51c4885"/>
  </p:notesMasterIdLst>
  <p:sldIdLst>
    <p:sldId xmlns:r="http://schemas.openxmlformats.org/officeDocument/2006/relationships" id="256" r:id="R326be74c970e4a40"/>
    <p:sldId xmlns:r="http://schemas.openxmlformats.org/officeDocument/2006/relationships" id="257" r:id="Rbb94e15e2cdd486b"/>
    <p:sldId xmlns:r="http://schemas.openxmlformats.org/officeDocument/2006/relationships" id="258" r:id="Ra1092f01931e42d1"/>
    <p:sldId xmlns:r="http://schemas.openxmlformats.org/officeDocument/2006/relationships" id="259" r:id="R1d1bbd7a5d1745b0"/>
    <p:sldId xmlns:r="http://schemas.openxmlformats.org/officeDocument/2006/relationships" id="260" r:id="R25a1304890224402"/>
    <p:sldId xmlns:r="http://schemas.openxmlformats.org/officeDocument/2006/relationships" id="261" r:id="Rff3daf00e41c479f"/>
    <p:sldId xmlns:r="http://schemas.openxmlformats.org/officeDocument/2006/relationships" id="262" r:id="Rdcedd945db8f478f"/>
    <p:sldId xmlns:r="http://schemas.openxmlformats.org/officeDocument/2006/relationships" id="263" r:id="R36731a87028b419f"/>
    <p:sldId xmlns:r="http://schemas.openxmlformats.org/officeDocument/2006/relationships" id="264" r:id="Rf4206be4e9d644a1"/>
    <p:sldId xmlns:r="http://schemas.openxmlformats.org/officeDocument/2006/relationships" id="265" r:id="Rd44fe29b2579442c"/>
    <p:sldId xmlns:r="http://schemas.openxmlformats.org/officeDocument/2006/relationships" id="266" r:id="Ra11daecab31546ca"/>
    <p:sldId xmlns:r="http://schemas.openxmlformats.org/officeDocument/2006/relationships" id="267" r:id="Red9249bc5b0d4b44"/>
    <p:sldId xmlns:r="http://schemas.openxmlformats.org/officeDocument/2006/relationships" id="268" r:id="R65cf549083b04b7b"/>
    <p:sldId xmlns:r="http://schemas.openxmlformats.org/officeDocument/2006/relationships" id="269" r:id="R2ac4b5092c754b3e"/>
    <p:sldId xmlns:r="http://schemas.openxmlformats.org/officeDocument/2006/relationships" id="270" r:id="R75e82b4947864990"/>
    <p:sldId xmlns:r="http://schemas.openxmlformats.org/officeDocument/2006/relationships" id="271" r:id="Rb53726c85da84948"/>
    <p:sldId xmlns:r="http://schemas.openxmlformats.org/officeDocument/2006/relationships" id="272" r:id="Re479128d127540e8"/>
    <p:sldId xmlns:r="http://schemas.openxmlformats.org/officeDocument/2006/relationships" id="273" r:id="Rfcc6b8c6ff994882"/>
    <p:sldId xmlns:r="http://schemas.openxmlformats.org/officeDocument/2006/relationships" id="274" r:id="Rb841c5638d714d34"/>
    <p:sldId xmlns:r="http://schemas.openxmlformats.org/officeDocument/2006/relationships" id="275" r:id="R8db3ce03d8db4e6c"/>
    <p:sldId xmlns:r="http://schemas.openxmlformats.org/officeDocument/2006/relationships" id="276" r:id="Re0bdf3c411c24830"/>
    <p:sldId xmlns:r="http://schemas.openxmlformats.org/officeDocument/2006/relationships" id="277" r:id="Rf42558516ff64cca"/>
  </p:sldIdLst>
  <p:sldSz cx="9144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EE197F5D-6551-475C-A2F8-58654C6B5B28}">
  <a:tblStyle styleId="{EE197F5D-6551-475C-A2F8-58654C6B5B28}"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&#65279;<?xml version="1.0" encoding="utf-8"?><Relationships xmlns="http://schemas.openxmlformats.org/package/2006/relationships"><Relationship Type="http://schemas.openxmlformats.org/officeDocument/2006/relationships/theme" Target="/ppt/theme/theme1.xml" Id="Rf5533edbb7b7438f" /><Relationship Type="http://schemas.openxmlformats.org/officeDocument/2006/relationships/slideMaster" Target="/ppt/slideMasters/slideMaster1.xml" Id="R51c3cd72d9014e8b" /><Relationship Type="http://schemas.openxmlformats.org/officeDocument/2006/relationships/slideMaster" Target="/ppt/slideMasters/slideMaster2.xml" Id="R9174f019a1594359" /><Relationship Type="http://schemas.openxmlformats.org/officeDocument/2006/relationships/notesMaster" Target="/ppt/notesMasters/notesMaster1.xml" Id="R9716807ec51c4885" /><Relationship Type="http://schemas.openxmlformats.org/officeDocument/2006/relationships/presProps" Target="/ppt/presProps.xml" Id="R2ddedf513a4a4ace" /><Relationship Type="http://schemas.openxmlformats.org/officeDocument/2006/relationships/viewProps" Target="/ppt/viewProps.xml" Id="R7b4eb45faf974a2e" /><Relationship Type="http://schemas.openxmlformats.org/officeDocument/2006/relationships/tableStyles" Target="/ppt/tableStyles.xml" Id="Rd12f917bd7a3427f" /><Relationship Type="http://schemas.openxmlformats.org/officeDocument/2006/relationships/slide" Target="/ppt/slides/slide1.xml" Id="R326be74c970e4a40" /><Relationship Type="http://schemas.openxmlformats.org/officeDocument/2006/relationships/slide" Target="/ppt/slides/slide2.xml" Id="Rbb94e15e2cdd486b" /><Relationship Type="http://schemas.openxmlformats.org/officeDocument/2006/relationships/slide" Target="/ppt/slides/slide3.xml" Id="Ra1092f01931e42d1" /><Relationship Type="http://schemas.openxmlformats.org/officeDocument/2006/relationships/slide" Target="/ppt/slides/slide4.xml" Id="R1d1bbd7a5d1745b0" /><Relationship Type="http://schemas.openxmlformats.org/officeDocument/2006/relationships/slide" Target="/ppt/slides/slide5.xml" Id="R25a1304890224402" /><Relationship Type="http://schemas.openxmlformats.org/officeDocument/2006/relationships/slide" Target="/ppt/slides/slide6.xml" Id="Rff3daf00e41c479f" /><Relationship Type="http://schemas.openxmlformats.org/officeDocument/2006/relationships/slide" Target="/ppt/slides/slide7.xml" Id="Rdcedd945db8f478f" /><Relationship Type="http://schemas.openxmlformats.org/officeDocument/2006/relationships/slide" Target="/ppt/slides/slide8.xml" Id="R36731a87028b419f" /><Relationship Type="http://schemas.openxmlformats.org/officeDocument/2006/relationships/slide" Target="/ppt/slides/slide9.xml" Id="Rf4206be4e9d644a1" /><Relationship Type="http://schemas.openxmlformats.org/officeDocument/2006/relationships/slide" Target="/ppt/slides/slide10.xml" Id="Rd44fe29b2579442c" /><Relationship Type="http://schemas.openxmlformats.org/officeDocument/2006/relationships/slide" Target="/ppt/slides/slide11.xml" Id="Ra11daecab31546ca" /><Relationship Type="http://schemas.openxmlformats.org/officeDocument/2006/relationships/slide" Target="/ppt/slides/slide12.xml" Id="Red9249bc5b0d4b44" /><Relationship Type="http://schemas.openxmlformats.org/officeDocument/2006/relationships/slide" Target="/ppt/slides/slide13.xml" Id="R65cf549083b04b7b" /><Relationship Type="http://schemas.openxmlformats.org/officeDocument/2006/relationships/slide" Target="/ppt/slides/slide14.xml" Id="R2ac4b5092c754b3e" /><Relationship Type="http://schemas.openxmlformats.org/officeDocument/2006/relationships/slide" Target="/ppt/slides/slide15.xml" Id="R75e82b4947864990" /><Relationship Type="http://schemas.openxmlformats.org/officeDocument/2006/relationships/slide" Target="/ppt/slides/slide16.xml" Id="Rb53726c85da84948" /><Relationship Type="http://schemas.openxmlformats.org/officeDocument/2006/relationships/slide" Target="/ppt/slides/slide17.xml" Id="Re479128d127540e8" /><Relationship Type="http://schemas.openxmlformats.org/officeDocument/2006/relationships/slide" Target="/ppt/slides/slide18.xml" Id="Rfcc6b8c6ff994882" /><Relationship Type="http://schemas.openxmlformats.org/officeDocument/2006/relationships/slide" Target="/ppt/slides/slide19.xml" Id="Rb841c5638d714d34" /><Relationship Type="http://schemas.openxmlformats.org/officeDocument/2006/relationships/slide" Target="/ppt/slides/slide20.xml" Id="R8db3ce03d8db4e6c" /><Relationship Type="http://schemas.openxmlformats.org/officeDocument/2006/relationships/slide" Target="/ppt/slides/slide21.xml" Id="Re0bdf3c411c24830" /><Relationship Type="http://schemas.openxmlformats.org/officeDocument/2006/relationships/slide" Target="/ppt/slides/slide22.xml" Id="Rf42558516ff64cc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4.xml" Id="R6737a55ada95497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4.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imple 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20e6074def14e02" /><Relationship Type="http://schemas.openxmlformats.org/officeDocument/2006/relationships/notesMaster" Target="/ppt/notesMasters/notesMaster1.xml" Id="Rfc36b7c16ce34c72" /></Relationships>
</file>

<file path=ppt/notesSlides/_rels/notesSlide2.xml.rels>&#65279;<?xml version="1.0" encoding="utf-8"?><Relationships xmlns="http://schemas.openxmlformats.org/package/2006/relationships"><Relationship Type="http://schemas.openxmlformats.org/officeDocument/2006/relationships/slide" Target="/ppt/slides/slide2.xml" Id="R691a95aed6a94bff" /><Relationship Type="http://schemas.openxmlformats.org/officeDocument/2006/relationships/notesMaster" Target="/ppt/notesMasters/notesMaster1.xml" Id="R10d453b51fd541bd" /></Relationships>
</file>

<file path=ppt/notesSlides/_rels/notesSlide3.xml.rels>&#65279;<?xml version="1.0" encoding="utf-8"?><Relationships xmlns="http://schemas.openxmlformats.org/package/2006/relationships"><Relationship Type="http://schemas.openxmlformats.org/officeDocument/2006/relationships/slide" Target="/ppt/slides/slide3.xml" Id="R13506dda86ca48a6" /><Relationship Type="http://schemas.openxmlformats.org/officeDocument/2006/relationships/notesMaster" Target="/ppt/notesMasters/notesMaster1.xml" Id="Rb2c48b0009f94092" /></Relationships>
</file>

<file path=ppt/notesSlides/_rels/notesSlide4.xml.rels>&#65279;<?xml version="1.0" encoding="utf-8"?><Relationships xmlns="http://schemas.openxmlformats.org/package/2006/relationships"><Relationship Type="http://schemas.openxmlformats.org/officeDocument/2006/relationships/slide" Target="/ppt/slides/slide4.xml" Id="R5b88f44d7eb74e31" /><Relationship Type="http://schemas.openxmlformats.org/officeDocument/2006/relationships/notesMaster" Target="/ppt/notesMasters/notesMaster1.xml" Id="Rd992fc182f2a401a" /></Relationships>
</file>

<file path=ppt/notesSlides/_rels/notesSlide5.xml.rels>&#65279;<?xml version="1.0" encoding="utf-8"?><Relationships xmlns="http://schemas.openxmlformats.org/package/2006/relationships"><Relationship Type="http://schemas.openxmlformats.org/officeDocument/2006/relationships/slide" Target="/ppt/slides/slide5.xml" Id="R51e6595f4aae4a02" /><Relationship Type="http://schemas.openxmlformats.org/officeDocument/2006/relationships/notesMaster" Target="/ppt/notesMasters/notesMaster1.xml" Id="Rce2ede7f691145cb" /></Relationships>
</file>

<file path=ppt/notesSlides/_rels/notesSlide6.xml.rels>&#65279;<?xml version="1.0" encoding="utf-8"?><Relationships xmlns="http://schemas.openxmlformats.org/package/2006/relationships"><Relationship Type="http://schemas.openxmlformats.org/officeDocument/2006/relationships/slide" Target="/ppt/slides/slide6.xml" Id="Rd21f4bc19d7241e5" /><Relationship Type="http://schemas.openxmlformats.org/officeDocument/2006/relationships/notesMaster" Target="/ppt/notesMasters/notesMaster1.xml" Id="R939a10de592e417e" /></Relationships>
</file>

<file path=ppt/notesSlides/_rels/notesSlide7.xml.rels>&#65279;<?xml version="1.0" encoding="utf-8"?><Relationships xmlns="http://schemas.openxmlformats.org/package/2006/relationships"><Relationship Type="http://schemas.openxmlformats.org/officeDocument/2006/relationships/slide" Target="/ppt/slides/slide7.xml" Id="R9c845d33b2cf4b9e" /><Relationship Type="http://schemas.openxmlformats.org/officeDocument/2006/relationships/notesMaster" Target="/ppt/notesMasters/notesMaster1.xml" Id="R233d061acc8e4dbc" /></Relationships>
</file>

<file path=ppt/notesSlides/_rels/notesSlide8.xml.rels>&#65279;<?xml version="1.0" encoding="utf-8"?><Relationships xmlns="http://schemas.openxmlformats.org/package/2006/relationships"><Relationship Type="http://schemas.openxmlformats.org/officeDocument/2006/relationships/slide" Target="/ppt/slides/slide8.xml" Id="Rdfc88d0e08bf467b" /><Relationship Type="http://schemas.openxmlformats.org/officeDocument/2006/relationships/notesMaster" Target="/ppt/notesMasters/notesMaster1.xml" Id="Rb1cdb14827c34b03" /></Relationships>
</file>

<file path=ppt/notesSlides/_rels/notesSlide9.xml.rels>&#65279;<?xml version="1.0" encoding="utf-8"?><Relationships xmlns="http://schemas.openxmlformats.org/package/2006/relationships"><Relationship Type="http://schemas.openxmlformats.org/officeDocument/2006/relationships/slide" Target="/ppt/slides/slide9.xml" Id="R624b15dca52a4ef9" /><Relationship Type="http://schemas.openxmlformats.org/officeDocument/2006/relationships/notesMaster" Target="/ppt/notesMasters/notesMaster1.xml" Id="R1e9178d98bb94c4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2c7d5cd2340d4179" /><Relationship Type="http://schemas.openxmlformats.org/officeDocument/2006/relationships/notesMaster" Target="/ppt/notesMasters/notesMaster1.xml" Id="Rb3fa18290fbc4f5a"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ddf0e59b55f94643" /><Relationship Type="http://schemas.openxmlformats.org/officeDocument/2006/relationships/notesMaster" Target="/ppt/notesMasters/notesMaster1.xml" Id="Rec5e546a057345bd"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cd45e40a95b84dc9" /><Relationship Type="http://schemas.openxmlformats.org/officeDocument/2006/relationships/notesMaster" Target="/ppt/notesMasters/notesMaster1.xml" Id="Rf9b8ef1ced064c90"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1c39ae0b67524f43" /><Relationship Type="http://schemas.openxmlformats.org/officeDocument/2006/relationships/notesMaster" Target="/ppt/notesMasters/notesMaster1.xml" Id="R44130ba8e7274dd9"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93f9eef2107a432c" /><Relationship Type="http://schemas.openxmlformats.org/officeDocument/2006/relationships/notesMaster" Target="/ppt/notesMasters/notesMaster1.xml" Id="R193b08cd92104404"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45cb0bc0158e42f8" /><Relationship Type="http://schemas.openxmlformats.org/officeDocument/2006/relationships/notesMaster" Target="/ppt/notesMasters/notesMaster1.xml" Id="Rdb024da895854944"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042ec7c1a96a4e09" /><Relationship Type="http://schemas.openxmlformats.org/officeDocument/2006/relationships/notesMaster" Target="/ppt/notesMasters/notesMaster1.xml" Id="Rd99c924d935e48ce"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a9473f15f6034a3a" /><Relationship Type="http://schemas.openxmlformats.org/officeDocument/2006/relationships/notesMaster" Target="/ppt/notesMasters/notesMaster1.xml" Id="R01f17f96f9074dd6"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f91525585fb34aee" /><Relationship Type="http://schemas.openxmlformats.org/officeDocument/2006/relationships/notesMaster" Target="/ppt/notesMasters/notesMaster1.xml" Id="Ra06f409ebaea4f1b"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6fd0c9ffa25f4696" /><Relationship Type="http://schemas.openxmlformats.org/officeDocument/2006/relationships/notesMaster" Target="/ppt/notesMasters/notesMaster1.xml" Id="R40f0f81b66cb4258"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4b71c942581f4990" /><Relationship Type="http://schemas.openxmlformats.org/officeDocument/2006/relationships/notesMaster" Target="/ppt/notesMasters/notesMaster1.xml" Id="R9fab9ec661fc45bc"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668a676e28064cfa" /><Relationship Type="http://schemas.openxmlformats.org/officeDocument/2006/relationships/notesMaster" Target="/ppt/notesMasters/notesMaster1.xml" Id="Re5b2480d8bd04fea"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8cad0458d80b424d" /><Relationship Type="http://schemas.openxmlformats.org/officeDocument/2006/relationships/notesMaster" Target="/ppt/notesMasters/notesMaster1.xml" Id="R367e2b524295416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WattSense studies battery monitoring and priority control for a small DC system. The Review 3 evidence covers a software prototype, a routed PCB and simulations. Physical assembly is the next stage.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User-supplied author/department/date details, 1 October 2026. College identity and logos retained from supplied template.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The design uses a protected 4S LiFePO4 pack, a matched charger, an external converter and an ESP32. Only the fan return is switched. Solar hardware is an extension after the battery-only demonstration. Do not describe the dashboard as a measured prototype.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hardware/REFERENCE_WIRING.md</a:t>
            </a:r>
            <a:endParaRPr/>
          </a:p>
          <a:p xmlns:a="http://schemas.openxmlformats.org/drawingml/2006/main">
            <a:pPr marL="0" lvl="0" indent="0" algn="l">
              <a:spcBef>
                <a:spcPts val="0"/>
              </a:spcBef>
              <a:spcAft>
                <a:spcPts val="0"/>
              </a:spcAft>
              <a:buNone/>
            </a:pPr>
            <a:r>
              <a:t>docs/PROJECT_FLOW.md</a:t>
            </a:r>
            <a:endParaRPr/>
          </a:p>
          <a:p xmlns:a="http://schemas.openxmlformats.org/drawingml/2006/main">
            <a:pPr marL="0" lvl="0" indent="0" algn="l">
              <a:spcBef>
                <a:spcPts val="0"/>
              </a:spcBef>
              <a:spcAft>
                <a:spcPts val="0"/>
              </a:spcAft>
              <a:buNone/>
            </a:pPr>
            <a:r>
              <a:t>docs/RECHECK_2026-09-30.md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These studies motivate our design choices. Scope limits describe applicability to this project unless explicitly attributed to the authors. WattSense does not claim to outperform these methods.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[1] A. Marahatta, Y. Rajbhandari, A. Shrestha, A. Singh, A. Gachhadar, and A. Thapa, 'Priority-based low voltage DC microgrid system for rural electrification,' Energy Reports, vol. 7, pp. 43-51, 2021, doi: 10.1016/j.egyr.2020.11.030.</a:t>
            </a:r>
            <a:endParaRPr/>
          </a:p>
          <a:p xmlns:a="http://schemas.openxmlformats.org/drawingml/2006/main">
            <a:pPr marL="0" lvl="0" indent="0" algn="l">
              <a:spcBef>
                <a:spcPts val="0"/>
              </a:spcBef>
              <a:spcAft>
                <a:spcPts val="0"/>
              </a:spcAft>
              <a:buNone/>
            </a:pPr>
            <a:r>
              <a:t>https://www.sciencedirect.com/science/article/pii/S2352484720314554</a:t>
            </a:r>
            <a:endParaRPr/>
          </a:p>
          <a:p xmlns:a="http://schemas.openxmlformats.org/drawingml/2006/main">
            <a:pPr marL="0" lvl="0" indent="0" algn="l">
              <a:spcBef>
                <a:spcPts val="0"/>
              </a:spcBef>
              <a:spcAft>
                <a:spcPts val="0"/>
              </a:spcAft>
              <a:buNone/>
            </a:pPr>
            <a:r>
              <a:t>Evidence: Publisher explicitly describes experimental analysis and a low-cost SCADA implementation. Saved evidence identifies three load priorities and battery thresholds. This is close prior art, so priority shedding itself is not a new WattSense algorithm. The row states a qualitative study finding and transfers no performance percentage.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[2] Y. Rajbhandari, A. Marahatta, A. Shrestha, A. Gachhadar, A. Thapa, F. Gonzalez-Longatt, and P. Korba, 'Enhanced demand side management for solar-based isolated microgrid system: Load prioritisation and energy optimisation,' IET Smart Grid, vol. 7, no. 3, pp. 294-313, 2024, doi: 10.1049/stg2.12151.</a:t>
            </a:r>
            <a:endParaRPr/>
          </a:p>
          <a:p xmlns:a="http://schemas.openxmlformats.org/drawingml/2006/main">
            <a:pPr marL="0" lvl="0" indent="0" algn="l">
              <a:spcBef>
                <a:spcPts val="0"/>
              </a:spcBef>
              <a:spcAft>
                <a:spcPts val="0"/>
              </a:spcAft>
              <a:buNone/>
            </a:pPr>
            <a:r>
              <a:t>https://ietresearch.onlinelibrary.wiley.com/doi/10.1049/stg2.12151</a:t>
            </a:r>
            <a:endParaRPr/>
          </a:p>
          <a:p xmlns:a="http://schemas.openxmlformats.org/drawingml/2006/main">
            <a:pPr marL="0" lvl="0" indent="0" algn="l">
              <a:spcBef>
                <a:spcPts val="0"/>
              </a:spcBef>
              <a:spcAft>
                <a:spcPts val="0"/>
              </a:spcAft>
              <a:buNone/>
            </a:pPr>
            <a:r>
              <a:t>Evidence: Section 4 explicitly identifies simulation of stochastic load/generation conditions and three priority levels. The mechanism optimises battery SOC shedding points with PSO and forecasts. Cite issue year 2024, not online-first date December 2023. WattSense implements neither forecasting nor PSO; the comparison is scope, not superiority.</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[3] W. Bai, M. Sechilariu, and F. Locment, 'DC Microgrid System Modeling and Simulation Based on a Specific Algorithm for Grid-Connected and Islanded Modes with Real-Time Demand-Side Management Optimization,' Applied Sciences, vol. 10, no. 7, Art. 2544, 2020, doi: 10.3390/app10072544.</a:t>
            </a:r>
            <a:endParaRPr/>
          </a:p>
          <a:p xmlns:a="http://schemas.openxmlformats.org/drawingml/2006/main">
            <a:pPr marL="0" lvl="0" indent="0" algn="l">
              <a:spcBef>
                <a:spcPts val="0"/>
              </a:spcBef>
              <a:spcAft>
                <a:spcPts val="0"/>
              </a:spcAft>
              <a:buNone/>
            </a:pPr>
            <a:r>
              <a:t>https://www.mdpi.com/2076-3417/10/7/2544</a:t>
            </a:r>
            <a:endParaRPr/>
          </a:p>
          <a:p xmlns:a="http://schemas.openxmlformats.org/drawingml/2006/main">
            <a:pPr marL="0" lvl="0" indent="0" algn="l">
              <a:spcBef>
                <a:spcPts val="0"/>
              </a:spcBef>
              <a:spcAft>
                <a:spcPts val="0"/>
              </a:spcAft>
              <a:buNone/>
            </a:pPr>
            <a:r>
              <a:t>Evidence: The full PDF was opened. The model includes PV, battery, supercapacitor, diesel and grid connection. Section 2.6 names knapsack/MILP with IBM CPLEX; section 2 explicitly omits converter efficiency. Results are simulation, not a laboratory trial. That omission is a stated author modeling choice rather than our invented criticism.</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[4] J. Lv, X. Wang, G. Wang, and Y. Song, 'Research on Control Strategy of Isolated DC Microgrid Based on SOC of Energy Storage System,' Electronics, vol. 10, no. 7, Art. 834, 2021, doi: 10.3390/electronics10070834.</a:t>
            </a:r>
            <a:endParaRPr/>
          </a:p>
          <a:p xmlns:a="http://schemas.openxmlformats.org/drawingml/2006/main">
            <a:pPr marL="0" lvl="0" indent="0" algn="l">
              <a:spcBef>
                <a:spcPts val="0"/>
              </a:spcBef>
              <a:spcAft>
                <a:spcPts val="0"/>
              </a:spcAft>
              <a:buNone/>
            </a:pPr>
            <a:r>
              <a:t>https://www.mdpi.com/2079-9292/10/7/834</a:t>
            </a:r>
            <a:endParaRPr/>
          </a:p>
          <a:p xmlns:a="http://schemas.openxmlformats.org/drawingml/2006/main">
            <a:pPr marL="0" lvl="0" indent="0" algn="l">
              <a:spcBef>
                <a:spcPts val="0"/>
              </a:spcBef>
              <a:spcAft>
                <a:spcPts val="0"/>
              </a:spcAft>
              <a:buNone/>
            </a:pPr>
            <a:r>
              <a:t>Evidence: The publisher page direct open returned 429 but primary full text was retrieved through search, including tables and result sections. The paper uses two energy-storage units, SOC-dependent droop, and secondary-load shedding when SOC is low and generation insufficient. Its Table 2 has a 450 V bus. The simulation scope differs from the 12.8 V one-pack WattSense demonstrator.</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[5] L. Guo and J. Kors, Jr., 'Design of a Laboratory Scale Solar Microgrid Cyber-Physical System for Education,' Electronics, vol. 10, no. 13, Art. 1562, 2021, doi: 10.3390/electronics10131562.</a:t>
            </a:r>
            <a:endParaRPr/>
          </a:p>
          <a:p xmlns:a="http://schemas.openxmlformats.org/drawingml/2006/main">
            <a:pPr marL="0" lvl="0" indent="0" algn="l">
              <a:spcBef>
                <a:spcPts val="0"/>
              </a:spcBef>
              <a:spcAft>
                <a:spcPts val="0"/>
              </a:spcAft>
              <a:buNone/>
            </a:pPr>
            <a:r>
              <a:t>https://www.mdpi.com/2079-9292/10/13/1562</a:t>
            </a:r>
            <a:endParaRPr/>
          </a:p>
          <a:p xmlns:a="http://schemas.openxmlformats.org/drawingml/2006/main">
            <a:pPr marL="0" lvl="0" indent="0" algn="l">
              <a:spcBef>
                <a:spcPts val="0"/>
              </a:spcBef>
              <a:spcAft>
                <a:spcPts val="0"/>
              </a:spcAft>
              <a:buNone/>
            </a:pPr>
            <a:r>
              <a:t>Evidence: The reported platform has a solar panel, purchased MPPT controller, rechargeable battery, relay-controlled LEDs and a toy-car charger. Hardware data were sampled every ten minutes during the reported outdoor run; do not imply WattSense data exist. The applicability limit is our scope comparison: its focus is education and integration rather than WattSense's battery-only retained-lamp comparison.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These studies motivate our design choices. Scope limits describe applicability to this project unless explicitly attributed to the authors. WattSense does not claim to outperform these methods.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[6] E. Yusubov and L. Bekirova, 'A standalone DC microgrid energy management strategy using the battery state of charge,' Informatyka, Automatyka, Pomiary w Gospodarce i Ochronie Środowiska, vol. 13, no. 3, pp. 75-78, 2023, doi: 10.35784/iapgos.5320.</a:t>
            </a:r>
            <a:endParaRPr/>
          </a:p>
          <a:p xmlns:a="http://schemas.openxmlformats.org/drawingml/2006/main">
            <a:pPr marL="0" lvl="0" indent="0" algn="l">
              <a:spcBef>
                <a:spcPts val="0"/>
              </a:spcBef>
              <a:spcAft>
                <a:spcPts val="0"/>
              </a:spcAft>
              <a:buNone/>
            </a:pPr>
            <a:r>
              <a:t>https://ph.pollub.pl/index.php/iapgos/en/article/view/5320</a:t>
            </a:r>
            <a:endParaRPr/>
          </a:p>
          <a:p xmlns:a="http://schemas.openxmlformats.org/drawingml/2006/main">
            <a:pPr marL="0" lvl="0" indent="0" algn="l">
              <a:spcBef>
                <a:spcPts val="0"/>
              </a:spcBef>
              <a:spcAft>
                <a:spcPts val="0"/>
              </a:spcAft>
              <a:buNone/>
            </a:pPr>
            <a:r>
              <a:t>Evidence: The publisher abstract explicitly combines available-source power, demand and SOC with load-shedding capability and evaluates an algorithm by simulation. Although authors claim battery-life benefits, the row deliberately uses SOC-limit coordination and does not present lifetime extension as measured cycling data.</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[7] J. A. Basantes, D. E. Paredes, J. R. Llanos, D. E. Ortiz, and C. D. Burgos, 'Energy Management System (EMS) Based on Model Predictive Control (MPC) for an Isolated DC Microgrid,' Energies, vol. 16, no. 6, Art. 2912, 2023, doi: 10.3390/en16062912.</a:t>
            </a:r>
            <a:endParaRPr/>
          </a:p>
          <a:p xmlns:a="http://schemas.openxmlformats.org/drawingml/2006/main">
            <a:pPr marL="0" lvl="0" indent="0" algn="l">
              <a:spcBef>
                <a:spcPts val="0"/>
              </a:spcBef>
              <a:spcAft>
                <a:spcPts val="0"/>
              </a:spcAft>
              <a:buNone/>
            </a:pPr>
            <a:r>
              <a:t>https://www.mdpi.com/1996-1073/16/6/2912</a:t>
            </a:r>
            <a:endParaRPr/>
          </a:p>
          <a:p xmlns:a="http://schemas.openxmlformats.org/drawingml/2006/main">
            <a:pPr marL="0" lvl="0" indent="0" algn="l">
              <a:spcBef>
                <a:spcPts val="0"/>
              </a:spcBef>
              <a:spcAft>
                <a:spcPts val="0"/>
              </a:spcAft>
              <a:buNone/>
            </a:pPr>
            <a:r>
              <a:t>Evidence: Metadata/byline was confirmed from the primary published PDF hosted in a research repository. The study compares with/without EMS under radiation and demand disturbances. Its conclusions explicitly defer battery-degradation modeling and diesel-start constraints to future work. Real-time feedback here is within the simulated coupled control system; do not call it real hardware measurement.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[8] R. Sepehrzad, J. Ghafourian, A. Hedayatnia, A. Al-Durrad, and M. H. Khooban, 'Experimental and developed DC microgrid energy management integrated with battery energy storage based on multiple dynamic matrix model predictive control,' Journal of Energy Storage, vol. 74, Part A, Art. 109282, 2023, doi: 10.1016/j.est.2023.109282.</a:t>
            </a:r>
            <a:endParaRPr/>
          </a:p>
          <a:p xmlns:a="http://schemas.openxmlformats.org/drawingml/2006/main">
            <a:pPr marL="0" lvl="0" indent="0" algn="l">
              <a:spcBef>
                <a:spcPts val="0"/>
              </a:spcBef>
              <a:spcAft>
                <a:spcPts val="0"/>
              </a:spcAft>
              <a:buNone/>
            </a:pPr>
            <a:r>
              <a:t>https://www.sciencedirect.com/science/article/pii/S2352152X23026804</a:t>
            </a:r>
            <a:endParaRPr/>
          </a:p>
          <a:p xmlns:a="http://schemas.openxmlformats.org/drawingml/2006/main">
            <a:pPr marL="0" lvl="0" indent="0" algn="l">
              <a:spcBef>
                <a:spcPts val="0"/>
              </a:spcBef>
              <a:spcAft>
                <a:spcPts val="0"/>
              </a:spcAft>
              <a:buNone/>
            </a:pPr>
            <a:r>
              <a:t>Evidence: Both institutional and publisher abstracts describe an HIL environment plus a Micro Lab Box/dSPACE DS1202 experimental setup. The row does not invent sample sizes or transfer their transient results to WattSense. WattSense is a supervisory fan switch; it does not implement converter-level distributed predictive control.</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[9] Y. Khawaja, I. Qiqieh, J. Alzubi, O. Alzubi, A. Allahham, and D. Giaouris, 'Design of cost-based sizing and energy management framework for standalone microgrid using reinforcement learning,' Solar Energy, vol. 251, pp. 249-260, 2023, doi: 10.1016/j.solener.2023.01.027.</a:t>
            </a:r>
            <a:endParaRPr/>
          </a:p>
          <a:p xmlns:a="http://schemas.openxmlformats.org/drawingml/2006/main">
            <a:pPr marL="0" lvl="0" indent="0" algn="l">
              <a:spcBef>
                <a:spcPts val="0"/>
              </a:spcBef>
              <a:spcAft>
                <a:spcPts val="0"/>
              </a:spcAft>
              <a:buNone/>
            </a:pPr>
            <a:r>
              <a:t>https://www.sciencedirect.com/science/article/pii/S0038092X23000336</a:t>
            </a:r>
            <a:endParaRPr/>
          </a:p>
          <a:p xmlns:a="http://schemas.openxmlformats.org/drawingml/2006/main">
            <a:pPr marL="0" lvl="0" indent="0" algn="l">
              <a:spcBef>
                <a:spcPts val="0"/>
              </a:spcBef>
              <a:spcAft>
                <a:spcPts val="0"/>
              </a:spcAft>
              <a:buNone/>
            </a:pPr>
            <a:r>
              <a:t>Evidence: Publisher methods text explicitly says MATLAB R2021a simulations, hourly PV profiles for Amman based on NREL and forecast-based rural load profiles. Therefore the row does not call these measured hardware results. The limitation is applicability: this optimisation workflow requires input profiles/training beyond WattSense's deterministic two-load policy.</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[10] A. Singh and A. Maulik, 'DC Microgrid energy management with correlated uncertainties,' Sustainable Energy, Grids and Networks, vol. 35, Art. 101137, 2023, doi: 10.1016/j.segan.2023.101137.</a:t>
            </a:r>
            <a:endParaRPr/>
          </a:p>
          <a:p xmlns:a="http://schemas.openxmlformats.org/drawingml/2006/main">
            <a:pPr marL="0" lvl="0" indent="0" algn="l">
              <a:spcBef>
                <a:spcPts val="0"/>
              </a:spcBef>
              <a:spcAft>
                <a:spcPts val="0"/>
              </a:spcAft>
              <a:buNone/>
            </a:pPr>
            <a:r>
              <a:t>https://www.sciencedirect.com/science/article/pii/S2352467723001455</a:t>
            </a:r>
            <a:endParaRPr/>
          </a:p>
          <a:p xmlns:a="http://schemas.openxmlformats.org/drawingml/2006/main">
            <a:pPr marL="0" lvl="0" indent="0" algn="l">
              <a:spcBef>
                <a:spcPts val="0"/>
              </a:spcBef>
              <a:spcAft>
                <a:spcPts val="0"/>
              </a:spcAft>
              <a:buNone/>
            </a:pPr>
            <a:r>
              <a:t>Evidence: The primary page explicitly states a ten-bus simulated test network, probabilistic point estimates with correlation handling, and sufficient historical input data assumed. Its conclusion says grid-connected. This is contextual prior art for uncertainty handling, not a direct small standalone prototype baseline. Do not claim WattSense implements its optimisation or uncertainty model.</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These studies motivate our design choices. Scope limits describe applicability to this project unless explicitly attributed to the authors. WattSense does not claim to outperform these methods.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[11] K. Movassagh, A. Raihan, B. Balasingam, and K. Pattipati, "A Critical Look at Coulomb Counting Approach for State of Charge Estimation in Batteries," Energies, vol. 14, no. 14, Art. 4074, 2021, doi: 10.3390/en14144074.</a:t>
            </a:r>
            <a:endParaRPr/>
          </a:p>
          <a:p xmlns:a="http://schemas.openxmlformats.org/drawingml/2006/main">
            <a:pPr marL="0" lvl="0" indent="0" algn="l">
              <a:spcBef>
                <a:spcPts val="0"/>
              </a:spcBef>
              <a:spcAft>
                <a:spcPts val="0"/>
              </a:spcAft>
              <a:buNone/>
            </a:pPr>
            <a:r>
              <a:t>https://doi.org/10.3390/en14144074</a:t>
            </a:r>
            <a:endParaRPr/>
          </a:p>
          <a:p xmlns:a="http://schemas.openxmlformats.org/drawingml/2006/main">
            <a:pPr marL="0" lvl="0" indent="0" algn="l">
              <a:spcBef>
                <a:spcPts val="0"/>
              </a:spcBef>
              <a:spcAft>
                <a:spcPts val="0"/>
              </a:spcAft>
              <a:buNone/>
            </a:pPr>
            <a:r>
              <a:t>Evidence: Separates current-measurement, integration, capacity and timing errors. Its results do not establish a WattSense SOC accuracy figure. Calibration/initialization is our design implication.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[12] C. Zhang, W. Allafi, Q. Dinh, P. Ascencio, and J. Marco, "Online estimation of battery equivalent circuit model parameters and state of charge using decoupled least squares technique," Energy, vol. 142, pp. 678–688, 2018, doi: 10.1016/j.energy.2017.10.043.</a:t>
            </a:r>
            <a:endParaRPr/>
          </a:p>
          <a:p xmlns:a="http://schemas.openxmlformats.org/drawingml/2006/main">
            <a:pPr marL="0" lvl="0" indent="0" algn="l">
              <a:spcBef>
                <a:spcPts val="0"/>
              </a:spcBef>
              <a:spcAft>
                <a:spcPts val="0"/>
              </a:spcAft>
              <a:buNone/>
            </a:pPr>
            <a:r>
              <a:t>https://doi.org/10.1016/j.energy.2017.10.043</a:t>
            </a:r>
            <a:endParaRPr/>
          </a:p>
          <a:p xmlns:a="http://schemas.openxmlformats.org/drawingml/2006/main">
            <a:pPr marL="0" lvl="0" indent="0" algn="l">
              <a:spcBef>
                <a:spcPts val="0"/>
              </a:spcBef>
              <a:spcAft>
                <a:spcPts val="0"/>
              </a:spcAft>
              <a:buNone/>
            </a:pPr>
            <a:r>
              <a:t>Evidence: Published in 2018 despite 2017 in DOI. Supports caution about fixed assumed plant parameters. WattSense has not implemented this estimator or measured its pack parameters.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[13] A. Gismero, E. Schaltz, and D.-I. Stroe, "Recursive State of Charge and State of Health Estimation Method for Lithium-Ion Batteries Based on Coulomb Counting and Open Circuit Voltage," Energies, vol. 13, no. 7, Art. 1811, 2020, doi: 10.3390/en13071811.</a:t>
            </a:r>
            <a:endParaRPr/>
          </a:p>
          <a:p xmlns:a="http://schemas.openxmlformats.org/drawingml/2006/main">
            <a:pPr marL="0" lvl="0" indent="0" algn="l">
              <a:spcBef>
                <a:spcPts val="0"/>
              </a:spcBef>
              <a:spcAft>
                <a:spcPts val="0"/>
              </a:spcAft>
              <a:buNone/>
            </a:pPr>
            <a:r>
              <a:t>https://doi.org/10.3390/en13071811</a:t>
            </a:r>
            <a:endParaRPr/>
          </a:p>
          <a:p xmlns:a="http://schemas.openxmlformats.org/drawingml/2006/main">
            <a:pPr marL="0" lvl="0" indent="0" algn="l">
              <a:spcBef>
                <a:spcPts val="0"/>
              </a:spcBef>
              <a:spcAft>
                <a:spcPts val="0"/>
              </a:spcAft>
              <a:buNone/>
            </a:pPr>
            <a:r>
              <a:t>Evidence: Tested aged cells with changing current/temperature. The paper explicitly identifies insufficient relaxation as a capacity-estimation issue. Our LFP pack cannot inherit its NMC OCV map or accuracy.</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[14] K. Yang, Y. Tang, and Z. Zhang, "Parameter Identification and State-of-Charge Estimation for Lithium-Ion Batteries Using Separated Time Scales and Extended Kalman Filter," Energies, vol. 14, no. 4, Art. 1054, 2021, doi: 10.3390/en14041054.</a:t>
            </a:r>
            <a:endParaRPr/>
          </a:p>
          <a:p xmlns:a="http://schemas.openxmlformats.org/drawingml/2006/main">
            <a:pPr marL="0" lvl="0" indent="0" algn="l">
              <a:spcBef>
                <a:spcPts val="0"/>
              </a:spcBef>
              <a:spcAft>
                <a:spcPts val="0"/>
              </a:spcAft>
              <a:buNone/>
            </a:pPr>
            <a:r>
              <a:t>https://doi.org/10.3390/en14041054</a:t>
            </a:r>
            <a:endParaRPr/>
          </a:p>
          <a:p xmlns:a="http://schemas.openxmlformats.org/drawingml/2006/main">
            <a:pPr marL="0" lvl="0" indent="0" algn="l">
              <a:spcBef>
                <a:spcPts val="0"/>
              </a:spcBef>
              <a:spcAft>
                <a:spcPts val="0"/>
              </a:spcAft>
              <a:buNone/>
            </a:pPr>
            <a:r>
              <a:t>Evidence: The result is specific to its datasets and estimator. It informs future characterization; WattSense currently uses a simpler current-integration policy, not the published RLS/EKF method.</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[15] B. Rzepka, S. Bischof, and T. Blank, "Implementing an Extended Kalman Filter for SoC Estimation of a Li-Ion Battery with Hysteresis: A Step-by-Step Guide," Energies, vol. 14, no. 13, Art. 3733, 2021, doi: 10.3390/en14133733.</a:t>
            </a:r>
            <a:endParaRPr/>
          </a:p>
          <a:p xmlns:a="http://schemas.openxmlformats.org/drawingml/2006/main">
            <a:pPr marL="0" lvl="0" indent="0" algn="l">
              <a:spcBef>
                <a:spcPts val="0"/>
              </a:spcBef>
              <a:spcAft>
                <a:spcPts val="0"/>
              </a:spcAft>
              <a:buNone/>
            </a:pPr>
            <a:r>
              <a:t>https://doi.org/10.3390/en14133733</a:t>
            </a:r>
            <a:endParaRPr/>
          </a:p>
          <a:p xmlns:a="http://schemas.openxmlformats.org/drawingml/2006/main">
            <a:pPr marL="0" lvl="0" indent="0" algn="l">
              <a:spcBef>
                <a:spcPts val="0"/>
              </a:spcBef>
              <a:spcAft>
                <a:spcPts val="0"/>
              </a:spcAft>
              <a:buNone/>
            </a:pPr>
            <a:r>
              <a:t>Evidence: Conclusions compare systematic and rough filter tuning. This is a future-estimator reference, not evidence that WattSense's INA219/current integration achieves the paper's accuracy.</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These studies motivate our design choices. Scope limits describe applicability to this project unless explicitly attributed to the authors. WattSense does not claim to outperform these methods.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[16] B. Zine, H. Bia, A. Benmouna, M. Becherif, and M. Iqbal, "Experimentally Validated Coulomb Counting Method for Battery State-of-Charge Estimation under Variable Current Profiles," Energies, vol. 15, no. 21, Art. 8172, 2022, doi: 10.3390/en15218172.</a:t>
            </a:r>
            <a:endParaRPr/>
          </a:p>
          <a:p xmlns:a="http://schemas.openxmlformats.org/drawingml/2006/main">
            <a:pPr marL="0" lvl="0" indent="0" algn="l">
              <a:spcBef>
                <a:spcPts val="0"/>
              </a:spcBef>
              <a:spcAft>
                <a:spcPts val="0"/>
              </a:spcAft>
              <a:buNone/>
            </a:pPr>
            <a:r>
              <a:t>https://doi.org/10.3390/en15218172</a:t>
            </a:r>
            <a:endParaRPr/>
          </a:p>
          <a:p xmlns:a="http://schemas.openxmlformats.org/drawingml/2006/main">
            <a:pPr marL="0" lvl="0" indent="0" algn="l">
              <a:spcBef>
                <a:spcPts val="0"/>
              </a:spcBef>
              <a:spcAft>
                <a:spcPts val="0"/>
              </a:spcAft>
              <a:buNone/>
            </a:pPr>
            <a:r>
              <a:t>Evidence: The broad Li-ion discussion in the abstract must not be mistaken for our 4S LFP validation. Initial SOC and suitable measurements are needed; this study is a practical procedure reference.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[17] H. M. Fahmy et al., "Hybrid State of Charge Estimation of Lithium-Ion Battery Using the Coulomb Counting Method and an Adaptive Unscented Kalman Filter," Energies, vol. 16, no. 14, Art. 5558, 2023, doi: 10.3390/en16145558.</a:t>
            </a:r>
            <a:endParaRPr/>
          </a:p>
          <a:p xmlns:a="http://schemas.openxmlformats.org/drawingml/2006/main">
            <a:pPr marL="0" lvl="0" indent="0" algn="l">
              <a:spcBef>
                <a:spcPts val="0"/>
              </a:spcBef>
              <a:spcAft>
                <a:spcPts val="0"/>
              </a:spcAft>
              <a:buNone/>
            </a:pPr>
            <a:r>
              <a:t>https://doi.org/10.3390/en16145558</a:t>
            </a:r>
            <a:endParaRPr/>
          </a:p>
          <a:p xmlns:a="http://schemas.openxmlformats.org/drawingml/2006/main">
            <a:pPr marL="0" lvl="0" indent="0" algn="l">
              <a:spcBef>
                <a:spcPts val="0"/>
              </a:spcBef>
              <a:spcAft>
                <a:spcPts val="0"/>
              </a:spcAft>
              <a:buNone/>
            </a:pPr>
            <a:r>
              <a:t>Evidence: The abstract explicitly labels numerical simulations and describes parameter fitting with African Vultures Optimization. The table includes only the estimator core. Do not present this as a physical WattSense comparison.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[18] M. Wang, G. Wang, Z. Xiao, Y. Sun, and Y. Zheng, "State of Charge Estimation of LiFePO4 in Various Temperature Scenarios," Batteries, vol. 9, no. 1, Art. 43, 2023, doi: 10.3390/batteries9010043.</a:t>
            </a:r>
            <a:endParaRPr/>
          </a:p>
          <a:p xmlns:a="http://schemas.openxmlformats.org/drawingml/2006/main">
            <a:pPr marL="0" lvl="0" indent="0" algn="l">
              <a:spcBef>
                <a:spcPts val="0"/>
              </a:spcBef>
              <a:spcAft>
                <a:spcPts val="0"/>
              </a:spcAft>
              <a:buNone/>
            </a:pPr>
            <a:r>
              <a:t>https://doi.org/10.3390/batteries9010043</a:t>
            </a:r>
            <a:endParaRPr/>
          </a:p>
          <a:p xmlns:a="http://schemas.openxmlformats.org/drawingml/2006/main">
            <a:pPr marL="0" lvl="0" indent="0" algn="l">
              <a:spcBef>
                <a:spcPts val="0"/>
              </a:spcBef>
              <a:spcAft>
                <a:spcPts val="0"/>
              </a:spcAft>
              <a:buNone/>
            </a:pPr>
            <a:r>
              <a:t>Evidence: Direct chemistry relevance. Temperature-dependent capacity and the flat OCV region motivate measuring the actual pack instead of relying on the assumed teaching curve. WattSense's fixed-temperature simulation does not reproduce these tests.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[19] H. Turkmanović, I. Popović, and V. Rajović, "Toward Energy Efficient Battery State of Charge Estimation on Embedded Platforms," Electronics, vol. 13, no. 21, Art. 4256, 2024, doi: 10.3390/electronics13214256.</a:t>
            </a:r>
            <a:endParaRPr/>
          </a:p>
          <a:p xmlns:a="http://schemas.openxmlformats.org/drawingml/2006/main">
            <a:pPr marL="0" lvl="0" indent="0" algn="l">
              <a:spcBef>
                <a:spcPts val="0"/>
              </a:spcBef>
              <a:spcAft>
                <a:spcPts val="0"/>
              </a:spcAft>
              <a:buNone/>
            </a:pPr>
            <a:r>
              <a:t>https://doi.org/10.3390/electronics13214256</a:t>
            </a:r>
            <a:endParaRPr/>
          </a:p>
          <a:p xmlns:a="http://schemas.openxmlformats.org/drawingml/2006/main">
            <a:pPr marL="0" lvl="0" indent="0" algn="l">
              <a:spcBef>
                <a:spcPts val="0"/>
              </a:spcBef>
              <a:spcAft>
                <a:spcPts val="0"/>
              </a:spcAft>
              <a:buNone/>
            </a:pPr>
            <a:r>
              <a:t>Evidence: Contrasts Rint and second-order RC EKFs and connects estimator rate to energy cost. Its reported savings cannot be copied to the ESP32; our 0.8 W controller load remains an assumption awaiting measurement.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[20] S. Bampi, G. Waltrich, and A. Vaccari, "Electronic Load for Parameter Characterization in Equivalent Circuit Models of Lithium-Ion Batteries," Eletrônica de Potência, vol. 30, Art. e202521, 2025, doi: 10.18618/REP.e202521.</a:t>
            </a:r>
            <a:endParaRPr/>
          </a:p>
          <a:p xmlns:a="http://schemas.openxmlformats.org/drawingml/2006/main">
            <a:pPr marL="0" lvl="0" indent="0" algn="l">
              <a:spcBef>
                <a:spcPts val="0"/>
              </a:spcBef>
              <a:spcAft>
                <a:spcPts val="0"/>
              </a:spcAft>
              <a:buNone/>
            </a:pPr>
            <a:r>
              <a:t>https://doi.org/10.18618/REP.e202521</a:t>
            </a:r>
            <a:endParaRPr/>
          </a:p>
          <a:p xmlns:a="http://schemas.openxmlformats.org/drawingml/2006/main">
            <a:pPr marL="0" lvl="0" indent="0" algn="l">
              <a:spcBef>
                <a:spcPts val="0"/>
              </a:spcBef>
              <a:spcAft>
                <a:spcPts val="0"/>
              </a:spcAft>
              <a:buNone/>
            </a:pPr>
            <a:r>
              <a:t>Evidence: An electronic-load instrument characterized a lithium-titanate cell and supplied data to EKF SOC estimation. WattSense uses a protected LFP pack with a switched fan, not this high-current characterization load.</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This is an implementation gap for our project constraints, not a claim that the research community lacks priority shedding. The planned prototype can test real calibration, startup and runtime limits that current simulations cannot establish.</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paper/src/manuscript.json, C003–C006</a:t>
            </a:r>
            <a:endParaRPr/>
          </a:p>
          <a:p xmlns:a="http://schemas.openxmlformats.org/drawingml/2006/main">
            <a:pPr marL="0" lvl="0" indent="0" algn="l">
              <a:spcBef>
                <a:spcPts val="0"/>
              </a:spcBef>
              <a:spcAft>
                <a:spcPts val="0"/>
              </a:spcAft>
              <a:buNone/>
            </a:pPr>
            <a:r>
              <a:t>Literature survey references [1]–[20]</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The spending plan targets less than ₹10,000, but delivered quotations have not yet established affordability. Runtime is a heuristic, not a guaranteed minimum. Cell-level protection remains with the purchased BMS.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WATTSENSE_PROJECT_BLUEPRINT.md</a:t>
            </a:r>
            <a:endParaRPr/>
          </a:p>
          <a:p xmlns:a="http://schemas.openxmlformats.org/drawingml/2006/main">
            <a:pPr marL="0" lvl="0" indent="0" algn="l">
              <a:spcBef>
                <a:spcPts val="0"/>
              </a:spcBef>
              <a:spcAft>
                <a:spcPts val="0"/>
              </a:spcAft>
              <a:buNone/>
            </a:pPr>
            <a:r>
              <a:t>docs/TEST_PLAN.md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Solid paths show power. Dashed blue paths show measurements and telemetry; purple is the fan command. U3 exists on the board but its readout is disabled in the initial production configuration. Charger output must be compatible with the protected battery; a raw solar panel must never connect to that port. The fan MOSFET physically resides on the interface board. The diagram omits detailed fuse and ground wiring.</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hardware/REFERENCE_WIRING.md</a:t>
            </a:r>
            <a:endParaRPr/>
          </a:p>
          <a:p xmlns:a="http://schemas.openxmlformats.org/drawingml/2006/main">
            <a:pPr marL="0" lvl="0" indent="0" algn="l">
              <a:spcBef>
                <a:spcPts val="0"/>
              </a:spcBef>
              <a:spcAft>
                <a:spcPts val="0"/>
              </a:spcAft>
              <a:buNone/>
            </a:pPr>
            <a:r>
              <a:t>paper/figures/figure-provenance.json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Electrical acquisition runs nominally at10 Hz, telemetry and temperature at1 Hz. SOC starts unknown after reboot. A verified full-charge procedure establishes the reference; voltage alone is not proof of full charge. Runtime excludes future charging and uses nominal energy, so it is not a guaranteed lower bound. The ESP32 switches only the optional fan; supervise and externally stop reserve discharge experiments.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firmware/include/controller.h</a:t>
            </a:r>
            <a:endParaRPr/>
          </a:p>
          <a:p xmlns:a="http://schemas.openxmlformats.org/drawingml/2006/main">
            <a:pPr marL="0" lvl="0" indent="0" algn="l">
              <a:spcBef>
                <a:spcPts val="0"/>
              </a:spcBef>
              <a:spcAft>
                <a:spcPts val="0"/>
              </a:spcAft>
              <a:buNone/>
            </a:pPr>
            <a:r>
              <a:t>firmware/include/config.h</a:t>
            </a:r>
            <a:endParaRPr/>
          </a:p>
          <a:p xmlns:a="http://schemas.openxmlformats.org/drawingml/2006/main">
            <a:pPr marL="0" lvl="0" indent="0" algn="l">
              <a:spcBef>
                <a:spcPts val="0"/>
              </a:spcBef>
              <a:spcAft>
                <a:spcPts val="0"/>
              </a:spcAft>
              <a:buNone/>
            </a:pPr>
            <a:r>
              <a:t>firmware/src/main.cpp</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The custom PCB is a sensor/control interface, not a custom BMS. 50 component locations, 114 pad assignments and 20 explicit front-copper power paths passed the local design audit. Configured ERC/DRC reports zero violations. Enabling all ignored categories reveals six generic connector footprint-filter warnings for J1–J6; independently checked assigned footprints, pin nets and pitch/drills match. This does not establish physical safety or thermal ampacity. Intended ceilings:2 A battery path,1.5 A total5 V continuous, measured starter branches no more than0.6 A each.</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hardware/pcb/wattsense-main-revB-4layer/wattsense-main.kicad_pcb</a:t>
            </a:r>
            <a:endParaRPr/>
          </a:p>
          <a:p xmlns:a="http://schemas.openxmlformats.org/drawingml/2006/main">
            <a:pPr marL="0" lvl="0" indent="0" algn="l">
              <a:spcBef>
                <a:spcPts val="0"/>
              </a:spcBef>
              <a:spcAft>
                <a:spcPts val="0"/>
              </a:spcAft>
              <a:buNone/>
            </a:pPr>
            <a:r>
              <a:t>docs/evidence/recheck-2026-09-30/hardware/FINDINGS.md</a:t>
            </a:r>
            <a:endParaRPr/>
          </a:p>
          <a:p xmlns:a="http://schemas.openxmlformats.org/drawingml/2006/main">
            <a:pPr marL="0" lvl="0" indent="0" algn="l">
              <a:spcBef>
                <a:spcPts val="0"/>
              </a:spcBef>
              <a:spcAft>
                <a:spcPts val="0"/>
              </a:spcAft>
              <a:buNone/>
            </a:pPr>
            <a:r>
              <a:t>hardware/BUYING_PLAN_PUNE.md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We generate model traces locally, not from a machine-learning image dataset. The main nominal model assumes6 Ah,68%initial SOC,20%reserve,90%converter efficiency and known capacity/current. Sensitivity pairs change capacity, efficiency and battery resistance. These are deterministic scenarios, not statistical confidence intervals or repeated physical trials.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simulations/results/hardware-summary.json</a:t>
            </a:r>
            <a:endParaRPr/>
          </a:p>
          <a:p xmlns:a="http://schemas.openxmlformats.org/drawingml/2006/main">
            <a:pPr marL="0" lvl="0" indent="0" algn="l">
              <a:spcBef>
                <a:spcPts val="0"/>
              </a:spcBef>
              <a:spcAft>
                <a:spcPts val="0"/>
              </a:spcAft>
              <a:buNone/>
            </a:pPr>
            <a:r>
              <a:t>simulations/hardware-assumptions.json</a:t>
            </a:r>
            <a:endParaRPr/>
          </a:p>
          <a:p xmlns:a="http://schemas.openxmlformats.org/drawingml/2006/main">
            <a:pPr marL="0" lvl="0" indent="0" algn="l">
              <a:spcBef>
                <a:spcPts val="0"/>
              </a:spcBef>
              <a:spcAft>
                <a:spcPts val="0"/>
              </a:spcAft>
              <a:buNone/>
            </a:pPr>
            <a:r>
              <a:t>docs/TEST_PLAN.md</a:t>
            </a:r>
            <a:endParaRPr/>
          </a:p>
          <a:p xmlns:a="http://schemas.openxmlformats.org/drawingml/2006/main">
            <a:pPr marL="0" lvl="0" indent="0" algn="l">
              <a:spcBef>
                <a:spcPts val="0"/>
              </a:spcBef>
              <a:spcAft>
                <a:spcPts val="0"/>
              </a:spcAft>
              <a:buNone/>
            </a:pPr>
            <a:r>
              <a:t>calibration/measurements-template.csv</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Both-load baseline gives5.4764 h lamp and fan service. Priority sheds the fan at2.4936 h and supplies the lamp for7.8836 h. The simulated main run executes the Python reference controller; C++firmware policy is tested separately. Model assumptions include an invented OCV curve and fixed converter efficiency. These are not measured battery runtimes.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simulations/results/hardware-summary.json</a:t>
            </a:r>
            <a:endParaRPr/>
          </a:p>
          <a:p xmlns:a="http://schemas.openxmlformats.org/drawingml/2006/main">
            <a:pPr marL="0" lvl="0" indent="0" algn="l">
              <a:spcBef>
                <a:spcPts val="0"/>
              </a:spcBef>
              <a:spcAft>
                <a:spcPts val="0"/>
              </a:spcAft>
              <a:buNone/>
            </a:pPr>
            <a:r>
              <a:t>simulations/hardware-assumptions.json</a:t>
            </a:r>
            <a:endParaRPr/>
          </a:p>
          <a:p xmlns:a="http://schemas.openxmlformats.org/drawingml/2006/main">
            <a:pPr marL="0" lvl="0" indent="0" algn="l">
              <a:spcBef>
                <a:spcPts val="0"/>
              </a:spcBef>
              <a:spcAft>
                <a:spcPts val="0"/>
              </a:spcAft>
              <a:buNone/>
            </a:pPr>
            <a:r>
              <a:t>paper/src/manuscript.json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All six cases are behavioral SPICE equivalents. S1:0.6 A fanstart/2 A source/470 µF. S2:1.2 A/2 A/470 µF. S3:1.8 A/1.5 A/470 µF. S4:same as S3 with2200 µF. S5:1.8 A/3 A/470 µF. S6:1 A/2 A/470 µF with0.5 A running lamp/fan. S1–S5 use0.6 A running demand. Increased startup demand lasts an assumed100 ms. S6 rail4.7907 V and fan4.5512 V. The4.75 V rail screen is neither a selected fan specification nor an ESP32reset threshold.</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simulations/results/hardware-summary.json</a:t>
            </a:r>
            <a:endParaRPr/>
          </a:p>
          <a:p xmlns:a="http://schemas.openxmlformats.org/drawingml/2006/main">
            <a:pPr marL="0" lvl="0" indent="0" algn="l">
              <a:spcBef>
                <a:spcPts val="0"/>
              </a:spcBef>
              <a:spcAft>
                <a:spcPts val="0"/>
              </a:spcAft>
              <a:buNone/>
            </a:pPr>
            <a:r>
              <a:t>simulations/run_hardware.py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Demonstrate normal load, limited backup, refused restore and disconnected sensor. The firmware keeps physical output disabled by default. These tests validate implementation behavior, not hardware accuracy. The12,000 comparisons match the host-compiled production C++policy and Python reference on healthy varied inputs; they are not ESP32 execution.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docs/REVIEW_DEMO.md</a:t>
            </a:r>
            <a:endParaRPr/>
          </a:p>
          <a:p xmlns:a="http://schemas.openxmlformats.org/drawingml/2006/main">
            <a:pPr marL="0" lvl="0" indent="0" algn="l">
              <a:spcBef>
                <a:spcPts val="0"/>
              </a:spcBef>
              <a:spcAft>
                <a:spcPts val="0"/>
              </a:spcAft>
              <a:buNone/>
            </a:pPr>
            <a:r>
              <a:t>docs/RECHECK_2026-09-30.md</a:t>
            </a:r>
            <a:endParaRPr/>
          </a:p>
          <a:p xmlns:a="http://schemas.openxmlformats.org/drawingml/2006/main">
            <a:pPr marL="0" lvl="0" indent="0" algn="l">
              <a:spcBef>
                <a:spcPts val="0"/>
              </a:spcBef>
              <a:spcAft>
                <a:spcPts val="0"/>
              </a:spcAft>
              <a:buNone/>
            </a:pPr>
            <a:r>
              <a:t>docs/evidence/recheck-2026-09-30/software/policy-differential.json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Measure calibration error with held-out readings and record instrument uncertainty. Runtime experiments need matching initial conditions, repeated trials and independently tracked common stopping criteria. The essential lamp cannot disconnect automatically, so use a supervised external stop. Thermal targets depend on the selected component ratings and derating.</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docs/TEST_PLAN.md</a:t>
            </a:r>
            <a:endParaRPr/>
          </a:p>
          <a:p xmlns:a="http://schemas.openxmlformats.org/drawingml/2006/main">
            <a:pPr marL="0" lvl="0" indent="0" algn="l">
              <a:spcBef>
                <a:spcPts val="0"/>
              </a:spcBef>
              <a:spcAft>
                <a:spcPts val="0"/>
              </a:spcAft>
              <a:buNone/>
            </a:pPr>
            <a:r>
              <a:t>docs/LAB_START_GUIDE.md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Review3 is3 October2026 as supplied. The final project submission is next semester. The listed months are planning stages, not confirmed deliveries. Initial allocation₹9,700 includes a₹700 contingency, no funded re-spin and no solar purchase. Scope is one custom interface board and a purchased protected BMS pack.</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User review date,1 October2026</a:t>
            </a:r>
            <a:endParaRPr/>
          </a:p>
          <a:p xmlns:a="http://schemas.openxmlformats.org/drawingml/2006/main">
            <a:pPr marL="0" lvl="0" indent="0" algn="l">
              <a:spcBef>
                <a:spcPts val="0"/>
              </a:spcBef>
              <a:spcAft>
                <a:spcPts val="0"/>
              </a:spcAft>
              <a:buNone/>
            </a:pPr>
            <a:r>
              <a:t>docs/NEXT_STEPS.md</a:t>
            </a:r>
            <a:endParaRPr/>
          </a:p>
          <a:p xmlns:a="http://schemas.openxmlformats.org/drawingml/2006/main">
            <a:pPr marL="0" lvl="0" indent="0" algn="l">
              <a:spcBef>
                <a:spcPts val="0"/>
              </a:spcBef>
              <a:spcAft>
                <a:spcPts val="0"/>
              </a:spcAft>
              <a:buNone/>
            </a:pPr>
            <a:r>
              <a:t>hardware/BUYING_PLAN_PUNE.md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[1] A. Marahatta, Y. Rajbhandari, A. Shrestha, A. Singh, A. Gachhadar, and A. Thapa, 'Priority-based low voltage DC microgrid system for rural electrification,' Energy Reports, vol. 7, pp. 43-51, 2021, doi: 10.1016/j.egyr.2020.11.030.</a:t>
            </a:r>
            <a:endParaRPr/>
          </a:p>
          <a:p xmlns:a="http://schemas.openxmlformats.org/drawingml/2006/main">
            <a:pPr marL="0" lvl="0" indent="0" algn="l">
              <a:spcBef>
                <a:spcPts val="0"/>
              </a:spcBef>
              <a:spcAft>
                <a:spcPts val="0"/>
              </a:spcAft>
              <a:buNone/>
            </a:pPr>
            <a:r>
              <a:t>https://www.sciencedirect.com/science/article/pii/S2352484720314554</a:t>
            </a:r>
            <a:endParaRPr/>
          </a:p>
          <a:p xmlns:a="http://schemas.openxmlformats.org/drawingml/2006/main">
            <a:pPr marL="0" lvl="0" indent="0" algn="l">
              <a:spcBef>
                <a:spcPts val="0"/>
              </a:spcBef>
              <a:spcAft>
                <a:spcPts val="0"/>
              </a:spcAft>
              <a:buNone/>
            </a:pPr>
            <a:r>
              <a:t>Publisher abstract, retrieved 2026-10-01; existing paper/evidence/literature-review.json, source marahatta2021 (2026-09-30). Earlier author-uploaded paper section 2.2.2 and Table 3 were checked in that record.</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[2] Y. Rajbhandari, A. Marahatta, A. Shrestha, A. Gachhadar, A. Thapa, F. Gonzalez-Longatt, and P. Korba, 'Enhanced demand side management for solar-based isolated microgrid system: Load prioritisation and energy optimisation,' IET Smart Grid, vol. 7, no. 3, pp. 294-313, 2024, doi: 10.1049/stg2.12151.</a:t>
            </a:r>
            <a:endParaRPr/>
          </a:p>
          <a:p xmlns:a="http://schemas.openxmlformats.org/drawingml/2006/main">
            <a:pPr marL="0" lvl="0" indent="0" algn="l">
              <a:spcBef>
                <a:spcPts val="0"/>
              </a:spcBef>
              <a:spcAft>
                <a:spcPts val="0"/>
              </a:spcAft>
              <a:buNone/>
            </a:pPr>
            <a:r>
              <a:t>https://ietresearch.onlinelibrary.wiley.com/doi/10.1049/stg2.12151</a:t>
            </a:r>
            <a:endParaRPr/>
          </a:p>
          <a:p xmlns:a="http://schemas.openxmlformats.org/drawingml/2006/main">
            <a:pPr marL="0" lvl="0" indent="0" algn="l">
              <a:spcBef>
                <a:spcPts val="0"/>
              </a:spcBef>
              <a:spcAft>
                <a:spcPts val="0"/>
              </a:spcAft>
              <a:buNone/>
            </a:pPr>
            <a:r>
              <a:t>Publisher abstract; section 4 Discussion and Conclusions; issue citation. Publisher content retrieved through indexed primary page 2026-10-01. Saved literature-review.json also checked.</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[3] W. Bai, M. Sechilariu, and F. Locment, 'DC Microgrid System Modeling and Simulation Based on a Specific Algorithm for Grid-Connected and Islanded Modes with Real-Time Demand-Side Management Optimization,' Applied Sciences, vol. 10, no. 7, Art. 2544, 2020, doi: 10.3390/app10072544.</a:t>
            </a:r>
            <a:endParaRPr/>
          </a:p>
          <a:p xmlns:a="http://schemas.openxmlformats.org/drawingml/2006/main">
            <a:pPr marL="0" lvl="0" indent="0" algn="l">
              <a:spcBef>
                <a:spcPts val="0"/>
              </a:spcBef>
              <a:spcAft>
                <a:spcPts val="0"/>
              </a:spcAft>
              <a:buNone/>
            </a:pPr>
            <a:r>
              <a:t>https://www.mdpi.com/2076-3417/10/7/2544</a:t>
            </a:r>
            <a:endParaRPr/>
          </a:p>
          <a:p xmlns:a="http://schemas.openxmlformats.org/drawingml/2006/main">
            <a:pPr marL="0" lvl="0" indent="0" algn="l">
              <a:spcBef>
                <a:spcPts val="0"/>
              </a:spcBef>
              <a:spcAft>
                <a:spcPts val="0"/>
              </a:spcAft>
              <a:buNone/>
            </a:pPr>
            <a:r>
              <a:t>Publisher PDF pp. 1-3 abstract/contributions; section 2 introduction (p. 3), section 2.6 DC Load (p. 6); doi and byline on p. 1.</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[4] J. Lv, X. Wang, G. Wang, and Y. Song, 'Research on Control Strategy of Isolated DC Microgrid Based on SOC of Energy Storage System,' Electronics, vol. 10, no. 7, Art. 834, 2021, doi: 10.3390/electronics10070834.</a:t>
            </a:r>
            <a:endParaRPr/>
          </a:p>
          <a:p xmlns:a="http://schemas.openxmlformats.org/drawingml/2006/main">
            <a:pPr marL="0" lvl="0" indent="0" algn="l">
              <a:spcBef>
                <a:spcPts val="0"/>
              </a:spcBef>
              <a:spcAft>
                <a:spcPts val="0"/>
              </a:spcAft>
              <a:buNone/>
            </a:pPr>
            <a:r>
              <a:t>https://www.mdpi.com/2079-9292/10/7/834</a:t>
            </a:r>
            <a:endParaRPr/>
          </a:p>
          <a:p xmlns:a="http://schemas.openxmlformats.org/drawingml/2006/main">
            <a:pPr marL="0" lvl="0" indent="0" algn="l">
              <a:spcBef>
                <a:spcPts val="0"/>
              </a:spcBef>
              <a:spcAft>
                <a:spcPts val="0"/>
              </a:spcAft>
              <a:buNone/>
            </a:pPr>
            <a:r>
              <a:t>Publisher indexed full text: byline/abstract, section 4 Simulation and Discussion, section 4.2, Table 2, section 5 Conclusions.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[5] L. Guo and J. Kors, Jr., 'Design of a Laboratory Scale Solar Microgrid Cyber-Physical System for Education,' Electronics, vol. 10, no. 13, Art. 1562, 2021, doi: 10.3390/electronics10131562.</a:t>
            </a:r>
            <a:endParaRPr/>
          </a:p>
          <a:p xmlns:a="http://schemas.openxmlformats.org/drawingml/2006/main">
            <a:pPr marL="0" lvl="0" indent="0" algn="l">
              <a:spcBef>
                <a:spcPts val="0"/>
              </a:spcBef>
              <a:spcAft>
                <a:spcPts val="0"/>
              </a:spcAft>
              <a:buNone/>
            </a:pPr>
            <a:r>
              <a:t>https://www.mdpi.com/2079-9292/10/13/1562</a:t>
            </a:r>
            <a:endParaRPr/>
          </a:p>
          <a:p xmlns:a="http://schemas.openxmlformats.org/drawingml/2006/main">
            <a:pPr marL="0" lvl="0" indent="0" algn="l">
              <a:spcBef>
                <a:spcPts val="0"/>
              </a:spcBef>
              <a:spcAft>
                <a:spcPts val="0"/>
              </a:spcAft>
              <a:buNone/>
            </a:pPr>
            <a:r>
              <a:t>Publisher indexed full text: title/byline, section 2 system design, section 4 GUI, section 6 Experimental Results, section 7 Educational Assessment and section 8 conclusions.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[6] E. Yusubov and L. Bekirova, 'A standalone DC microgrid energy management strategy using the battery state of charge,' Informatyka, Automatyka, Pomiary w Gospodarce i Ochronie Środowiska, vol. 13, no. 3, pp. 75-78, 2023, doi: 10.35784/iapgos.5320.</a:t>
            </a:r>
            <a:endParaRPr/>
          </a:p>
          <a:p xmlns:a="http://schemas.openxmlformats.org/drawingml/2006/main">
            <a:pPr marL="0" lvl="0" indent="0" algn="l">
              <a:spcBef>
                <a:spcPts val="0"/>
              </a:spcBef>
              <a:spcAft>
                <a:spcPts val="0"/>
              </a:spcAft>
              <a:buNone/>
            </a:pPr>
            <a:r>
              <a:t>https://ph.pollub.pl/index.php/iapgos/en/article/view/5320</a:t>
            </a:r>
            <a:endParaRPr/>
          </a:p>
          <a:p xmlns:a="http://schemas.openxmlformats.org/drawingml/2006/main">
            <a:pPr marL="0" lvl="0" indent="0" algn="l">
              <a:spcBef>
                <a:spcPts val="0"/>
              </a:spcBef>
              <a:spcAft>
                <a:spcPts val="0"/>
              </a:spcAft>
              <a:buNone/>
            </a:pPr>
            <a:r>
              <a:t>Publisher landing page abstract and citation, published 30 September 2023; publisher four-page PDF opened for primary source confirmation.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[7] J. A. Basantes, D. E. Paredes, J. R. Llanos, D. E. Ortiz, and C. D. Burgos, 'Energy Management System (EMS) Based on Model Predictive Control (MPC) for an Isolated DC Microgrid,' Energies, vol. 16, no. 6, Art. 2912, 2023, doi: 10.3390/en16062912.</a:t>
            </a:r>
            <a:endParaRPr/>
          </a:p>
          <a:p xmlns:a="http://schemas.openxmlformats.org/drawingml/2006/main">
            <a:pPr marL="0" lvl="0" indent="0" algn="l">
              <a:spcBef>
                <a:spcPts val="0"/>
              </a:spcBef>
              <a:spcAft>
                <a:spcPts val="0"/>
              </a:spcAft>
              <a:buNone/>
            </a:pPr>
            <a:r>
              <a:t>https://www.mdpi.com/1996-1073/16/6/2912</a:t>
            </a:r>
            <a:endParaRPr/>
          </a:p>
          <a:p xmlns:a="http://schemas.openxmlformats.org/drawingml/2006/main">
            <a:pPr marL="0" lvl="0" indent="0" algn="l">
              <a:spcBef>
                <a:spcPts val="0"/>
              </a:spcBef>
              <a:spcAft>
                <a:spcPts val="0"/>
              </a:spcAft>
              <a:buNone/>
            </a:pPr>
            <a:r>
              <a:t>Publisher indexed sections 4 Results and 5 Conclusions; published PDF at LAPSE repository pp. 1 (metadata), 12-18 (results and conclusions).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[8] R. Sepehrzad, J. Ghafourian, A. Hedayatnia, A. Al-Durrad, and M. H. Khooban, 'Experimental and developed DC microgrid energy management integrated with battery energy storage based on multiple dynamic matrix model predictive control,' Journal of Energy Storage, vol. 74, Part A, Art. 109282, 2023, doi: 10.1016/j.est.2023.109282.</a:t>
            </a:r>
            <a:endParaRPr/>
          </a:p>
          <a:p xmlns:a="http://schemas.openxmlformats.org/drawingml/2006/main">
            <a:pPr marL="0" lvl="0" indent="0" algn="l">
              <a:spcBef>
                <a:spcPts val="0"/>
              </a:spcBef>
              <a:spcAft>
                <a:spcPts val="0"/>
              </a:spcAft>
              <a:buNone/>
            </a:pPr>
            <a:r>
              <a:t>https://www.sciencedirect.com/science/article/pii/S2352152X23026804</a:t>
            </a:r>
            <a:endParaRPr/>
          </a:p>
          <a:p xmlns:a="http://schemas.openxmlformats.org/drawingml/2006/main">
            <a:pPr marL="0" lvl="0" indent="0" algn="l">
              <a:spcBef>
                <a:spcPts val="0"/>
              </a:spcBef>
              <a:spcAft>
                <a:spcPts val="0"/>
              </a:spcAft>
              <a:buNone/>
            </a:pPr>
            <a:r>
              <a:t>Aarhus University institutional record: authors, peer-review flag, abstract paragraphs 1-4, citation and DOI. Publisher abstract was independently retrieved.</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[9] Y. Khawaja, I. Qiqieh, J. Alzubi, O. Alzubi, A. Allahham, and D. Giaouris, 'Design of cost-based sizing and energy management framework for standalone microgrid using reinforcement learning,' Solar Energy, vol. 251, pp. 249-260, 2023, doi: 10.1016/j.solener.2023.01.027.</a:t>
            </a:r>
            <a:endParaRPr/>
          </a:p>
          <a:p xmlns:a="http://schemas.openxmlformats.org/drawingml/2006/main">
            <a:pPr marL="0" lvl="0" indent="0" algn="l">
              <a:spcBef>
                <a:spcPts val="0"/>
              </a:spcBef>
              <a:spcAft>
                <a:spcPts val="0"/>
              </a:spcAft>
              <a:buNone/>
            </a:pPr>
            <a:r>
              <a:t>https://www.sciencedirect.com/science/article/pii/S0038092X23000336</a:t>
            </a:r>
            <a:endParaRPr/>
          </a:p>
          <a:p xmlns:a="http://schemas.openxmlformats.org/drawingml/2006/main">
            <a:pPr marL="0" lvl="0" indent="0" algn="l">
              <a:spcBef>
                <a:spcPts val="0"/>
              </a:spcBef>
              <a:spcAft>
                <a:spcPts val="0"/>
              </a:spcAft>
              <a:buNone/>
            </a:pPr>
            <a:r>
              <a:t>Publisher title/byline/abstract and Experimental results section; 15-page author manuscript opened from Newcastle staff repository, title page and abstract.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[10] A. Singh and A. Maulik, 'DC Microgrid energy management with correlated uncertainties,' Sustainable Energy, Grids and Networks, vol. 35, Art. 101137, 2023, doi: 10.1016/j.segan.2023.101137.</a:t>
            </a:r>
            <a:endParaRPr/>
          </a:p>
          <a:p xmlns:a="http://schemas.openxmlformats.org/drawingml/2006/main">
            <a:pPr marL="0" lvl="0" indent="0" algn="l">
              <a:spcBef>
                <a:spcPts val="0"/>
              </a:spcBef>
              <a:spcAft>
                <a:spcPts val="0"/>
              </a:spcAft>
              <a:buNone/>
            </a:pPr>
            <a:r>
              <a:t>https://www.sciencedirect.com/science/article/pii/S2352467723001455</a:t>
            </a:r>
            <a:endParaRPr/>
          </a:p>
          <a:p xmlns:a="http://schemas.openxmlformats.org/drawingml/2006/main">
            <a:pPr marL="0" lvl="0" indent="0" algn="l">
              <a:spcBef>
                <a:spcPts val="0"/>
              </a:spcBef>
              <a:spcAft>
                <a:spcPts val="0"/>
              </a:spcAft>
              <a:buNone/>
            </a:pPr>
            <a:r>
              <a:t>Publisher indexed article title/byline/abstract; System modelling assumptions; Test system; Conclusions.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[11] K. Movassagh, A. Raihan, B. Balasingam, and K. Pattipati, "A Critical Look at Coulomb Counting Approach for State of Charge Estimation in Batteries," Energies, vol. 14, no. 14, Art. 4074, 2021, doi: 10.3390/en14144074.</a:t>
            </a:r>
            <a:endParaRPr/>
          </a:p>
          <a:p xmlns:a="http://schemas.openxmlformats.org/drawingml/2006/main">
            <a:pPr marL="0" lvl="0" indent="0" algn="l">
              <a:spcBef>
                <a:spcPts val="0"/>
              </a:spcBef>
              <a:spcAft>
                <a:spcPts val="0"/>
              </a:spcAft>
              <a:buNone/>
            </a:pPr>
            <a:r>
              <a:t>https://doi.org/10.3390/en14144074</a:t>
            </a:r>
            <a:endParaRPr/>
          </a:p>
          <a:p xmlns:a="http://schemas.openxmlformats.org/drawingml/2006/main">
            <a:pPr marL="0" lvl="0" indent="0" algn="l">
              <a:spcBef>
                <a:spcPts val="0"/>
              </a:spcBef>
              <a:spcAft>
                <a:spcPts val="0"/>
              </a:spcAft>
              <a:buNone/>
            </a:pPr>
            <a:r>
              <a:t>Existing primary-source record paper/evidence/literature-review.json, id movassagh2021; NASA-hosted manuscript abstract and error-analysis sections.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[12] C. Zhang, W. Allafi, Q. Dinh, P. Ascencio, and J. Marco, "Online estimation of battery equivalent circuit model parameters and state of charge using decoupled least squares technique," Energy, vol. 142, pp. 678–688, 2018, doi: 10.1016/j.energy.2017.10.043.</a:t>
            </a:r>
            <a:endParaRPr/>
          </a:p>
          <a:p xmlns:a="http://schemas.openxmlformats.org/drawingml/2006/main">
            <a:pPr marL="0" lvl="0" indent="0" algn="l">
              <a:spcBef>
                <a:spcPts val="0"/>
              </a:spcBef>
              <a:spcAft>
                <a:spcPts val="0"/>
              </a:spcAft>
              <a:buNone/>
            </a:pPr>
            <a:r>
              <a:t>https://doi.org/10.1016/j.energy.2017.10.043</a:t>
            </a:r>
            <a:endParaRPr/>
          </a:p>
          <a:p xmlns:a="http://schemas.openxmlformats.org/drawingml/2006/main">
            <a:pPr marL="0" lvl="0" indent="0" algn="l">
              <a:spcBef>
                <a:spcPts val="0"/>
              </a:spcBef>
              <a:spcAft>
                <a:spcPts val="0"/>
              </a:spcAft>
              <a:buNone/>
            </a:pPr>
            <a:r>
              <a:t>Existing primary-source record paper/evidence/literature-review.json, id zhang2018; abstract, experimental section 4.1 and discussion 6.1.</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[13] A. Gismero, E. Schaltz, and D.-I. Stroe, "Recursive State of Charge and State of Health Estimation Method for Lithium-Ion Batteries Based on Coulomb Counting and Open Circuit Voltage," Energies, vol. 13, no. 7, Art. 1811, 2020, doi: 10.3390/en13071811.</a:t>
            </a:r>
            <a:endParaRPr/>
          </a:p>
          <a:p xmlns:a="http://schemas.openxmlformats.org/drawingml/2006/main">
            <a:pPr marL="0" lvl="0" indent="0" algn="l">
              <a:spcBef>
                <a:spcPts val="0"/>
              </a:spcBef>
              <a:spcAft>
                <a:spcPts val="0"/>
              </a:spcAft>
              <a:buNone/>
            </a:pPr>
            <a:r>
              <a:t>https://doi.org/10.3390/en13071811</a:t>
            </a:r>
            <a:endParaRPr/>
          </a:p>
          <a:p xmlns:a="http://schemas.openxmlformats.org/drawingml/2006/main">
            <a:pPr marL="0" lvl="0" indent="0" algn="l">
              <a:spcBef>
                <a:spcPts val="0"/>
              </a:spcBef>
              <a:spcAft>
                <a:spcPts val="0"/>
              </a:spcAft>
              <a:buNone/>
            </a:pPr>
            <a:r>
              <a:t>Aalborg-hosted version of record: section 2 identifies 3.4 Ah NMC cells; sections 3–5 describe efficiency compensation, OCV reset and RLS; section 6 discusses relaxation-time dependence.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[14] K. Yang, Y. Tang, and Z. Zhang, "Parameter Identification and State-of-Charge Estimation for Lithium-Ion Batteries Using Separated Time Scales and Extended Kalman Filter," Energies, vol. 14, no. 4, Art. 1054, 2021, doi: 10.3390/en14041054.</a:t>
            </a:r>
            <a:endParaRPr/>
          </a:p>
          <a:p xmlns:a="http://schemas.openxmlformats.org/drawingml/2006/main">
            <a:pPr marL="0" lvl="0" indent="0" algn="l">
              <a:spcBef>
                <a:spcPts val="0"/>
              </a:spcBef>
              <a:spcAft>
                <a:spcPts val="0"/>
              </a:spcAft>
              <a:buNone/>
            </a:pPr>
            <a:r>
              <a:t>https://doi.org/10.3390/en14041054</a:t>
            </a:r>
            <a:endParaRPr/>
          </a:p>
          <a:p xmlns:a="http://schemas.openxmlformats.org/drawingml/2006/main">
            <a:pPr marL="0" lvl="0" indent="0" algn="l">
              <a:spcBef>
                <a:spcPts val="0"/>
              </a:spcBef>
              <a:spcAft>
                <a:spcPts val="0"/>
              </a:spcAft>
              <a:buNone/>
            </a:pPr>
            <a:r>
              <a:t>Published-paper PDF: section 3/Table 1 states University of Maryland 2 Ah LiNiMnCo/graphite data; OCV and DST tests at 0, 25 and 45 °C; section 3.2.2 and conclusion compare against RLS.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[15] B. Rzepka, S. Bischof, and T. Blank, "Implementing an Extended Kalman Filter for SoC Estimation of a Li-Ion Battery with Hysteresis: A Step-by-Step Guide," Energies, vol. 14, no. 13, Art. 3733, 2021, doi: 10.3390/en14133733.</a:t>
            </a:r>
            <a:endParaRPr/>
          </a:p>
          <a:p xmlns:a="http://schemas.openxmlformats.org/drawingml/2006/main">
            <a:pPr marL="0" lvl="0" indent="0" algn="l">
              <a:spcBef>
                <a:spcPts val="0"/>
              </a:spcBef>
              <a:spcAft>
                <a:spcPts val="0"/>
              </a:spcAft>
              <a:buNone/>
            </a:pPr>
            <a:r>
              <a:t>https://doi.org/10.3390/en14133733</a:t>
            </a:r>
            <a:endParaRPr/>
          </a:p>
          <a:p xmlns:a="http://schemas.openxmlformats.org/drawingml/2006/main">
            <a:pPr marL="0" lvl="0" indent="0" algn="l">
              <a:spcBef>
                <a:spcPts val="0"/>
              </a:spcBef>
              <a:spcAft>
                <a:spcPts val="0"/>
              </a:spcAft>
              <a:buNone/>
            </a:pPr>
            <a:r>
              <a:t>Publisher retrieved sections 2, 3, 5, 6.1 and 7; KIT institutional bibliographic record. Section 6.1 describes a cell estimator operating within a 96-cell system using AURIX/LTC6811/fluxgate hardware.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[16] B. Zine, H. Bia, A. Benmouna, M. Becherif, and M. Iqbal, "Experimentally Validated Coulomb Counting Method for Battery State-of-Charge Estimation under Variable Current Profiles," Energies, vol. 15, no. 21, Art. 8172, 2022, doi: 10.3390/en15218172.</a:t>
            </a:r>
            <a:endParaRPr/>
          </a:p>
          <a:p xmlns:a="http://schemas.openxmlformats.org/drawingml/2006/main">
            <a:pPr marL="0" lvl="0" indent="0" algn="l">
              <a:spcBef>
                <a:spcPts val="0"/>
              </a:spcBef>
              <a:spcAft>
                <a:spcPts val="0"/>
              </a:spcAft>
              <a:buNone/>
            </a:pPr>
            <a:r>
              <a:t>https://doi.org/10.3390/en15218172</a:t>
            </a:r>
            <a:endParaRPr/>
          </a:p>
          <a:p xmlns:a="http://schemas.openxmlformats.org/drawingml/2006/main">
            <a:pPr marL="0" lvl="0" indent="0" algn="l">
              <a:spcBef>
                <a:spcPts val="0"/>
              </a:spcBef>
              <a:spcAft>
                <a:spcPts val="0"/>
              </a:spcAft>
              <a:buNone/>
            </a:pPr>
            <a:r>
              <a:t>Publisher retrieved abstract, section 3 and concluding paragraphs. Conclusion explicitly describes experimental validation using a domestic lead-acid battery.</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[17] H. M. Fahmy et al., "Hybrid State of Charge Estimation of Lithium-Ion Battery Using the Coulomb Counting Method and an Adaptive Unscented Kalman Filter," Energies, vol. 16, no. 14, Art. 5558, 2023, doi: 10.3390/en16145558.</a:t>
            </a:r>
            <a:endParaRPr/>
          </a:p>
          <a:p xmlns:a="http://schemas.openxmlformats.org/drawingml/2006/main">
            <a:pPr marL="0" lvl="0" indent="0" algn="l">
              <a:spcBef>
                <a:spcPts val="0"/>
              </a:spcBef>
              <a:spcAft>
                <a:spcPts val="0"/>
              </a:spcAft>
              <a:buNone/>
            </a:pPr>
            <a:r>
              <a:t>https://doi.org/10.3390/en16145558</a:t>
            </a:r>
            <a:endParaRPr/>
          </a:p>
          <a:p xmlns:a="http://schemas.openxmlformats.org/drawingml/2006/main">
            <a:pPr marL="0" lvl="0" indent="0" algn="l">
              <a:spcBef>
                <a:spcPts val="0"/>
              </a:spcBef>
              <a:spcAft>
                <a:spcPts val="0"/>
              </a:spcAft>
              <a:buNone/>
            </a:pPr>
            <a:r>
              <a:t>Opened University of Jaén publication record: abstract, citation and author metadata; university-hosted paper title-page retrieval confirms article byline.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[18] M. Wang, G. Wang, Z. Xiao, Y. Sun, and Y. Zheng, "State of Charge Estimation of LiFePO4 in Various Temperature Scenarios," Batteries, vol. 9, no. 1, Art. 43, 2023, doi: 10.3390/batteries9010043.</a:t>
            </a:r>
            <a:endParaRPr/>
          </a:p>
          <a:p xmlns:a="http://schemas.openxmlformats.org/drawingml/2006/main">
            <a:pPr marL="0" lvl="0" indent="0" algn="l">
              <a:spcBef>
                <a:spcPts val="0"/>
              </a:spcBef>
              <a:spcAft>
                <a:spcPts val="0"/>
              </a:spcAft>
              <a:buNone/>
            </a:pPr>
            <a:r>
              <a:t>https://doi.org/10.3390/batteries9010043</a:t>
            </a:r>
            <a:endParaRPr/>
          </a:p>
          <a:p xmlns:a="http://schemas.openxmlformats.org/drawingml/2006/main">
            <a:pPr marL="0" lvl="0" indent="0" algn="l">
              <a:spcBef>
                <a:spcPts val="0"/>
              </a:spcBef>
              <a:spcAft>
                <a:spcPts val="0"/>
              </a:spcAft>
              <a:buNone/>
            </a:pPr>
            <a:r>
              <a:t>Publisher retrieved abstract and sections 2 and 3.1–3.4: temperature-dependent ECM, PSO parameter fitting, improved EKF, Lishen LFP tests, HPPC and variable-temperature NEDC experiments.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[19] H. Turkmanović, I. Popović, and V. Rajović, "Toward Energy Efficient Battery State of Charge Estimation on Embedded Platforms," Electronics, vol. 13, no. 21, Art. 4256, 2024, doi: 10.3390/electronics13214256.</a:t>
            </a:r>
            <a:endParaRPr/>
          </a:p>
          <a:p xmlns:a="http://schemas.openxmlformats.org/drawingml/2006/main">
            <a:pPr marL="0" lvl="0" indent="0" algn="l">
              <a:spcBef>
                <a:spcPts val="0"/>
              </a:spcBef>
              <a:spcAft>
                <a:spcPts val="0"/>
              </a:spcAft>
              <a:buNone/>
            </a:pPr>
            <a:r>
              <a:t>https://doi.org/10.3390/electronics13214256</a:t>
            </a:r>
            <a:endParaRPr/>
          </a:p>
          <a:p xmlns:a="http://schemas.openxmlformats.org/drawingml/2006/main">
            <a:pPr marL="0" lvl="0" indent="0" algn="l">
              <a:spcBef>
                <a:spcPts val="0"/>
              </a:spcBef>
              <a:spcAft>
                <a:spcPts val="0"/>
              </a:spcAft>
              <a:buNone/>
            </a:pPr>
            <a:r>
              <a:t>Publisher retrieved abstract, introduction, sections 3 and 7; implementation description identifies STM32H747XIH6 on STM32H7-DISCO. Accuracy and run-cycle duration are evaluated separately.</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[20] S. Bampi, G. Waltrich, and A. Vaccari, "Electronic Load for Parameter Characterization in Equivalent Circuit Models of Lithium-Ion Batteries," Eletrônica de Potência, vol. 30, Art. e202521, 2025, doi: 10.18618/REP.e202521.</a:t>
            </a:r>
            <a:endParaRPr/>
          </a:p>
          <a:p xmlns:a="http://schemas.openxmlformats.org/drawingml/2006/main">
            <a:pPr marL="0" lvl="0" indent="0" algn="l">
              <a:spcBef>
                <a:spcPts val="0"/>
              </a:spcBef>
              <a:spcAft>
                <a:spcPts val="0"/>
              </a:spcAft>
              <a:buNone/>
            </a:pPr>
            <a:r>
              <a:t>https://doi.org/10.18618/REP.e202521</a:t>
            </a:r>
            <a:endParaRPr/>
          </a:p>
          <a:p xmlns:a="http://schemas.openxmlformats.org/drawingml/2006/main">
            <a:pPr marL="0" lvl="0" indent="0" algn="l">
              <a:spcBef>
                <a:spcPts val="0"/>
              </a:spcBef>
              <a:spcAft>
                <a:spcPts val="0"/>
              </a:spcAft>
              <a:buNone/>
            </a:pPr>
            <a:r>
              <a:t>Opened SciELO publisher PDF: page 1 abstract, section II ECM, section IV-A ESP32 prototype, sections V–VI load and cell-parameterization results.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Expected questions: Why use a purchased BMS? It supplies cell protection while our board monitors energy and controls a fan. What is demonstrated now? Software, CAD and simulation. What comes next? Parts selection, assembly, calibration and physical validation.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1bccebf3df44634"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0d04c82ec9f24027"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fcbdf3990c3c4070"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baa2f3440c004db5"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77a14a73817c43aa"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53dc226109094a68"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dc9de4bbc26f47b2"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a2ea137321484390"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472e3e77bb204dd2"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cf5766a84ea044ce"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2.xml" Id="Re4ee7d8bb1f74f3a" /></Relationships>
</file>

<file path=ppt/slideLayouts/slideLayout1.xml><?xml version="1.0" encoding="utf-8"?>
<p:sldLayout xmlns:p="http://schemas.openxmlformats.org/presentationml/2006/main" matchingName="Title slide" type="title">
  <p:cSld name="TITLE">
    <p:spTree>
      <p:nvGrpSpPr>
        <p:cNvPr id="1" name=""/>
        <p:cNvGrpSpPr/>
        <p:nvPr/>
      </p:nvGrpSpPr>
      <p:grpSpPr>
        <a:xfrm xmlns:a="http://schemas.openxmlformats.org/drawingml/2006/main"/>
      </p:grpSpPr>
      <p:sp>
        <p:nvSpPr>
          <p:cNvPr id="10" name="Google Shape;10;p19">
            <a:extLst xmlns:a="http://schemas.openxmlformats.org/drawingml/2006/main">
              <a:ext uri="{FF2B5EF4-FFF2-40B4-BE49-F238E27FC236}">
                <a16:creationId xmlns:a16="http://schemas.microsoft.com/office/drawing/2014/main" id="{E325C61B-5C8F-4B7A-A6AD-C25DA2D8DB88}"/>
              </a:ext>
            </a:extLst>
          </p:cNvPr>
          <p:cNvSpPr>
            <a:spLocks xmlns:a="http://schemas.openxmlformats.org/drawingml/2006/main" noGrp="1"/>
          </p:cNvSpPr>
          <p:nvPr>
            <p:ph type="ctrTitle" idx="0"/>
          </p:nvPr>
        </p:nvSpPr>
        <p:spPr>
          <a:xfrm xmlns:a="http://schemas.openxmlformats.org/drawingml/2006/main">
            <a:off x="311708" y="992767"/>
            <a:ext cx="8520600" cy="2736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rmAutofit/>
          </a:bodyPr>
          <a:lstStyle xmlns:a="http://schemas.openxmlformats.org/drawingml/2006/main">
            <a:lvl1pPr algn="ctr">
              <a:spcBef>
                <a:spcPts val="0"/>
              </a:spcBef>
              <a:spcAft>
                <a:spcPts val="0"/>
              </a:spcAft>
              <a:buSzPts val="5200"/>
              <a:buNone/>
              <a:defRPr sz="5200"/>
            </a:lvl1pPr>
            <a:lvl2pPr algn="ctr">
              <a:spcBef>
                <a:spcPts val="0"/>
              </a:spcBef>
              <a:spcAft>
                <a:spcPts val="0"/>
              </a:spcAft>
              <a:buSzPts val="5200"/>
              <a:buNone/>
              <a:defRPr sz="5200"/>
            </a:lvl2pPr>
            <a:lvl3pPr algn="ctr">
              <a:spcBef>
                <a:spcPts val="0"/>
              </a:spcBef>
              <a:spcAft>
                <a:spcPts val="0"/>
              </a:spcAft>
              <a:buSzPts val="5200"/>
              <a:buNone/>
              <a:defRPr sz="5200"/>
            </a:lvl3pPr>
            <a:lvl4pPr algn="ctr">
              <a:spcBef>
                <a:spcPts val="0"/>
              </a:spcBef>
              <a:spcAft>
                <a:spcPts val="0"/>
              </a:spcAft>
              <a:buSzPts val="5200"/>
              <a:buNone/>
              <a:defRPr sz="5200"/>
            </a:lvl4pPr>
            <a:lvl5pPr algn="ctr">
              <a:spcBef>
                <a:spcPts val="0"/>
              </a:spcBef>
              <a:spcAft>
                <a:spcPts val="0"/>
              </a:spcAft>
              <a:buSzPts val="5200"/>
              <a:buNone/>
              <a:defRPr sz="5200"/>
            </a:lvl5pPr>
            <a:lvl6pPr algn="ctr">
              <a:lnSpc>
                <a:spcPct val="100000"/>
              </a:lnSpc>
              <a:spcBef>
                <a:spcPts val="0"/>
              </a:spcBef>
              <a:spcAft>
                <a:spcPts val="0"/>
              </a:spcAft>
              <a:buSzPts val="5200"/>
              <a:buNone/>
              <a:defRPr sz="5200"/>
            </a:lvl6pPr>
            <a:lvl7pPr algn="ctr">
              <a:lnSpc>
                <a:spcPct val="100000"/>
              </a:lnSpc>
              <a:spcBef>
                <a:spcPts val="0"/>
              </a:spcBef>
              <a:spcAft>
                <a:spcPts val="0"/>
              </a:spcAft>
              <a:buSzPts val="5200"/>
              <a:buNone/>
              <a:defRPr sz="5200"/>
            </a:lvl7pPr>
            <a:lvl8pPr algn="ctr">
              <a:lnSpc>
                <a:spcPct val="100000"/>
              </a:lnSpc>
              <a:spcBef>
                <a:spcPts val="0"/>
              </a:spcBef>
              <a:spcAft>
                <a:spcPts val="0"/>
              </a:spcAft>
              <a:buSzPts val="5200"/>
              <a:buNone/>
              <a:defRPr sz="5200"/>
            </a:lvl8pPr>
            <a:lvl9pPr algn="ctr">
              <a:lnSpc>
                <a:spcPct val="100000"/>
              </a:lnSpc>
              <a:spcBef>
                <a:spcPts val="0"/>
              </a:spcBef>
              <a:spcAft>
                <a:spcPts val="0"/>
              </a:spcAft>
              <a:buSzPts val="5200"/>
              <a:buNone/>
              <a:defRPr sz="5200"/>
            </a:lvl9pPr>
          </a:lstStyle>
          <a:p xmlns:a="http://schemas.openxmlformats.org/drawingml/2006/main">
            <a:endParaRPr/>
          </a:p>
        </p:txBody>
      </p:sp>
      <p:sp>
        <p:nvSpPr>
          <p:cNvPr id="11" name="Google Shape;11;p19">
            <a:extLst xmlns:a="http://schemas.openxmlformats.org/drawingml/2006/main">
              <a:ext uri="{FF2B5EF4-FFF2-40B4-BE49-F238E27FC236}">
                <a16:creationId xmlns:a16="http://schemas.microsoft.com/office/drawing/2014/main" id="{790E6D84-44D7-42C6-9865-E04FEE66025D}"/>
              </a:ext>
            </a:extLst>
          </p:cNvPr>
          <p:cNvSpPr>
            <a:spLocks xmlns:a="http://schemas.openxmlformats.org/drawingml/2006/main" noGrp="1"/>
          </p:cNvSpPr>
          <p:nvPr>
            <p:ph type="subTitle" idx="1"/>
          </p:nvPr>
        </p:nvSpPr>
        <p:spPr>
          <a:xfrm xmlns:a="http://schemas.openxmlformats.org/drawingml/2006/main">
            <a:off x="311700" y="3778833"/>
            <a:ext cx="8520600" cy="1056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ctr">
              <a:lnSpc>
                <a:spcPct val="100000"/>
              </a:lnSpc>
              <a:spcBef>
                <a:spcPts val="0"/>
              </a:spcBef>
              <a:spcAft>
                <a:spcPts val="0"/>
              </a:spcAft>
              <a:buSzPts val="2800"/>
              <a:buNone/>
              <a:defRPr sz="2800"/>
            </a:lvl1pPr>
            <a:lvl2pPr algn="ctr">
              <a:lnSpc>
                <a:spcPct val="100000"/>
              </a:lnSpc>
              <a:spcBef>
                <a:spcPts val="0"/>
              </a:spcBef>
              <a:spcAft>
                <a:spcPts val="0"/>
              </a:spcAft>
              <a:buSzPts val="2800"/>
              <a:buNone/>
              <a:defRPr sz="2800"/>
            </a:lvl2pPr>
            <a:lvl3pPr algn="ctr">
              <a:lnSpc>
                <a:spcPct val="100000"/>
              </a:lnSpc>
              <a:spcBef>
                <a:spcPts val="0"/>
              </a:spcBef>
              <a:spcAft>
                <a:spcPts val="0"/>
              </a:spcAft>
              <a:buSzPts val="2800"/>
              <a:buNone/>
              <a:defRPr sz="2800"/>
            </a:lvl3pPr>
            <a:lvl4pPr algn="ctr">
              <a:lnSpc>
                <a:spcPct val="100000"/>
              </a:lnSpc>
              <a:spcBef>
                <a:spcPts val="0"/>
              </a:spcBef>
              <a:spcAft>
                <a:spcPts val="0"/>
              </a:spcAft>
              <a:buSzPts val="2800"/>
              <a:buNone/>
              <a:defRPr sz="2800"/>
            </a:lvl4pPr>
            <a:lvl5pPr algn="ctr">
              <a:lnSpc>
                <a:spcPct val="100000"/>
              </a:lnSpc>
              <a:spcBef>
                <a:spcPts val="0"/>
              </a:spcBef>
              <a:spcAft>
                <a:spcPts val="0"/>
              </a:spcAft>
              <a:buSzPts val="2800"/>
              <a:buNone/>
              <a:defRPr sz="2800"/>
            </a:lvl5pPr>
            <a:lvl6pPr algn="ctr">
              <a:lnSpc>
                <a:spcPct val="100000"/>
              </a:lnSpc>
              <a:spcBef>
                <a:spcPts val="0"/>
              </a:spcBef>
              <a:spcAft>
                <a:spcPts val="0"/>
              </a:spcAft>
              <a:buSzPts val="2800"/>
              <a:buNone/>
              <a:defRPr sz="2800"/>
            </a:lvl6pPr>
            <a:lvl7pPr algn="ctr">
              <a:lnSpc>
                <a:spcPct val="100000"/>
              </a:lnSpc>
              <a:spcBef>
                <a:spcPts val="0"/>
              </a:spcBef>
              <a:spcAft>
                <a:spcPts val="0"/>
              </a:spcAft>
              <a:buSzPts val="2800"/>
              <a:buNone/>
              <a:defRPr sz="2800"/>
            </a:lvl7pPr>
            <a:lvl8pPr algn="ctr">
              <a:lnSpc>
                <a:spcPct val="100000"/>
              </a:lnSpc>
              <a:spcBef>
                <a:spcPts val="0"/>
              </a:spcBef>
              <a:spcAft>
                <a:spcPts val="0"/>
              </a:spcAft>
              <a:buSzPts val="2800"/>
              <a:buNone/>
              <a:defRPr sz="2800"/>
            </a:lvl8pPr>
            <a:lvl9pPr algn="ctr">
              <a:lnSpc>
                <a:spcPct val="100000"/>
              </a:lnSpc>
              <a:spcBef>
                <a:spcPts val="0"/>
              </a:spcBef>
              <a:spcAft>
                <a:spcPts val="0"/>
              </a:spcAft>
              <a:buSzPts val="2800"/>
              <a:buNone/>
              <a:defRPr sz="2800"/>
            </a:lvl9pPr>
          </a:lstStyle>
          <a:p xmlns:a="http://schemas.openxmlformats.org/drawingml/2006/main">
            <a:endParaRPr/>
          </a:p>
        </p:txBody>
      </p:sp>
      <p:sp>
        <p:nvSpPr>
          <p:cNvPr id="12" name="Google Shape;12;p19">
            <a:extLst xmlns:a="http://schemas.openxmlformats.org/drawingml/2006/main">
              <a:ext uri="{FF2B5EF4-FFF2-40B4-BE49-F238E27FC236}">
                <a16:creationId xmlns:a16="http://schemas.microsoft.com/office/drawing/2014/main" id="{BEF95C32-9F19-4EDE-BC7E-C9BBEF6AD3EF}"/>
              </a:ext>
            </a:extLst>
          </p:cNvPr>
          <p:cNvSpPr>
            <a:spLocks xmlns:a="http://schemas.openxmlformats.org/drawingml/2006/main" noGrp="1"/>
          </p:cNvSpPr>
          <p:nvPr>
            <p:ph type="sldNum" idx="12"/>
          </p:nvPr>
        </p:nvSpPr>
        <p:spPr>
          <a:xfrm xmlns:a="http://schemas.openxmlformats.org/drawingml/2006/main">
            <a:off x="8472487" y="6218237"/>
            <a:ext cx="549275" cy="5238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0" algn="r">
              <a:lnSpc>
                <a:spcPct val="100000"/>
              </a:lnSpc>
              <a:spcBef>
                <a:spcPts val="0"/>
              </a:spcBef>
              <a:spcAft>
                <a:spcPts val="0"/>
              </a:spcAft>
              <a:buClr>
                <a:srgbClr val="595959"/>
              </a:buClr>
              <a:buSzPts val="1000"/>
              <a:buFont typeface="Arial"/>
              <a:buNone/>
              <a:defRPr sz="1000" b="0" i="0" u="none" cap="none">
                <a:solidFill>
                  <a:srgbClr val="595959"/>
                </a:solidFill>
                <a:latin typeface="Arial"/>
                <a:ea typeface="Arial"/>
                <a:cs typeface="Arial"/>
              </a:defRPr>
            </a:lvl1pPr>
            <a:lvl2pPr marL="0" marR="0" indent="0" algn="r">
              <a:lnSpc>
                <a:spcPct val="100000"/>
              </a:lnSpc>
              <a:spcBef>
                <a:spcPts val="0"/>
              </a:spcBef>
              <a:spcAft>
                <a:spcPts val="0"/>
              </a:spcAft>
              <a:buClr>
                <a:srgbClr val="595959"/>
              </a:buClr>
              <a:buSzPts val="1000"/>
              <a:buFont typeface="Arial"/>
              <a:buNone/>
              <a:defRPr sz="1000" b="0" i="0" u="none" cap="none">
                <a:solidFill>
                  <a:srgbClr val="595959"/>
                </a:solidFill>
                <a:latin typeface="Arial"/>
                <a:ea typeface="Arial"/>
                <a:cs typeface="Arial"/>
              </a:defRPr>
            </a:lvl2pPr>
            <a:lvl3pPr marL="0" marR="0" indent="0" algn="r">
              <a:lnSpc>
                <a:spcPct val="100000"/>
              </a:lnSpc>
              <a:spcBef>
                <a:spcPts val="0"/>
              </a:spcBef>
              <a:spcAft>
                <a:spcPts val="0"/>
              </a:spcAft>
              <a:buClr>
                <a:srgbClr val="595959"/>
              </a:buClr>
              <a:buSzPts val="1000"/>
              <a:buFont typeface="Arial"/>
              <a:buNone/>
              <a:defRPr sz="1000" b="0" i="0" u="none" cap="none">
                <a:solidFill>
                  <a:srgbClr val="595959"/>
                </a:solidFill>
                <a:latin typeface="Arial"/>
                <a:ea typeface="Arial"/>
                <a:cs typeface="Arial"/>
              </a:defRPr>
            </a:lvl3pPr>
            <a:lvl4pPr marL="0" marR="0" indent="0" algn="r">
              <a:lnSpc>
                <a:spcPct val="100000"/>
              </a:lnSpc>
              <a:spcBef>
                <a:spcPts val="0"/>
              </a:spcBef>
              <a:spcAft>
                <a:spcPts val="0"/>
              </a:spcAft>
              <a:buClr>
                <a:srgbClr val="595959"/>
              </a:buClr>
              <a:buSzPts val="1000"/>
              <a:buFont typeface="Arial"/>
              <a:buNone/>
              <a:defRPr sz="1000" b="0" i="0" u="none" cap="none">
                <a:solidFill>
                  <a:srgbClr val="595959"/>
                </a:solidFill>
                <a:latin typeface="Arial"/>
                <a:ea typeface="Arial"/>
                <a:cs typeface="Arial"/>
              </a:defRPr>
            </a:lvl4pPr>
            <a:lvl5pPr marL="0" marR="0" indent="0" algn="r">
              <a:lnSpc>
                <a:spcPct val="100000"/>
              </a:lnSpc>
              <a:spcBef>
                <a:spcPts val="0"/>
              </a:spcBef>
              <a:spcAft>
                <a:spcPts val="0"/>
              </a:spcAft>
              <a:buClr>
                <a:srgbClr val="595959"/>
              </a:buClr>
              <a:buSzPts val="1000"/>
              <a:buFont typeface="Arial"/>
              <a:buNone/>
              <a:defRPr sz="1000" b="0" i="0" u="none" cap="none">
                <a:solidFill>
                  <a:srgbClr val="595959"/>
                </a:solidFill>
                <a:latin typeface="Arial"/>
                <a:ea typeface="Arial"/>
                <a:cs typeface="Arial"/>
              </a:defRPr>
            </a:lvl5pPr>
            <a:lvl6pPr marL="0" marR="0" indent="0" algn="r">
              <a:lnSpc>
                <a:spcPct val="100000"/>
              </a:lnSpc>
              <a:spcBef>
                <a:spcPts val="0"/>
              </a:spcBef>
              <a:spcAft>
                <a:spcPts val="0"/>
              </a:spcAft>
              <a:buClr>
                <a:srgbClr val="595959"/>
              </a:buClr>
              <a:buSzPts val="1000"/>
              <a:buFont typeface="Arial"/>
              <a:buNone/>
              <a:defRPr sz="1000" b="0" i="0" u="none" cap="none">
                <a:solidFill>
                  <a:srgbClr val="595959"/>
                </a:solidFill>
                <a:latin typeface="Arial"/>
                <a:ea typeface="Arial"/>
                <a:cs typeface="Arial"/>
              </a:defRPr>
            </a:lvl6pPr>
            <a:lvl7pPr marL="0" marR="0" indent="0" algn="r">
              <a:lnSpc>
                <a:spcPct val="100000"/>
              </a:lnSpc>
              <a:spcBef>
                <a:spcPts val="0"/>
              </a:spcBef>
              <a:spcAft>
                <a:spcPts val="0"/>
              </a:spcAft>
              <a:buClr>
                <a:srgbClr val="595959"/>
              </a:buClr>
              <a:buSzPts val="1000"/>
              <a:buFont typeface="Arial"/>
              <a:buNone/>
              <a:defRPr sz="1000" b="0" i="0" u="none" cap="none">
                <a:solidFill>
                  <a:srgbClr val="595959"/>
                </a:solidFill>
                <a:latin typeface="Arial"/>
                <a:ea typeface="Arial"/>
                <a:cs typeface="Arial"/>
              </a:defRPr>
            </a:lvl7pPr>
            <a:lvl8pPr marL="0" marR="0" indent="0" algn="r">
              <a:lnSpc>
                <a:spcPct val="100000"/>
              </a:lnSpc>
              <a:spcBef>
                <a:spcPts val="0"/>
              </a:spcBef>
              <a:spcAft>
                <a:spcPts val="0"/>
              </a:spcAft>
              <a:buClr>
                <a:srgbClr val="595959"/>
              </a:buClr>
              <a:buSzPts val="1000"/>
              <a:buFont typeface="Arial"/>
              <a:buNone/>
              <a:defRPr sz="1000" b="0" i="0" u="none" cap="none">
                <a:solidFill>
                  <a:srgbClr val="595959"/>
                </a:solidFill>
                <a:latin typeface="Arial"/>
                <a:ea typeface="Arial"/>
                <a:cs typeface="Arial"/>
              </a:defRPr>
            </a:lvl8pPr>
            <a:lvl9pPr marL="0" marR="0" indent="0" algn="r">
              <a:lnSpc>
                <a:spcPct val="100000"/>
              </a:lnSpc>
              <a:spcBef>
                <a:spcPts val="0"/>
              </a:spcBef>
              <a:spcAft>
                <a:spcPts val="0"/>
              </a:spcAft>
              <a:buClr>
                <a:srgbClr val="595959"/>
              </a:buClr>
              <a:buSzPts val="1000"/>
              <a:buFont typeface="Arial"/>
              <a:buNone/>
              <a:defRPr sz="1000" b="0" i="0" u="none" cap="none">
                <a:solidFill>
                  <a:srgbClr val="595959"/>
                </a:solidFill>
                <a:latin typeface="Arial"/>
                <a:ea typeface="Arial"/>
                <a:cs typeface="Aria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2.xml><?xml version="1.0" encoding="utf-8"?>
<p:sldLayout xmlns:p="http://schemas.openxmlformats.org/presentationml/2006/main" matchingName="Section header" type="secHead">
  <p:cSld name="SECTION_HEADER">
    <p:spTree>
      <p:nvGrpSpPr>
        <p:cNvPr id="1" name=""/>
        <p:cNvGrpSpPr/>
        <p:nvPr/>
      </p:nvGrpSpPr>
      <p:grpSpPr>
        <a:xfrm xmlns:a="http://schemas.openxmlformats.org/drawingml/2006/main"/>
      </p:grpSpPr>
      <p:sp>
        <p:nvSpPr>
          <p:cNvPr id="14" name="Google Shape;14;p20">
            <a:extLst xmlns:a="http://schemas.openxmlformats.org/drawingml/2006/main">
              <a:ext uri="{FF2B5EF4-FFF2-40B4-BE49-F238E27FC236}">
                <a16:creationId xmlns:a16="http://schemas.microsoft.com/office/drawing/2014/main" id="{E9A379A3-4186-4750-9CF3-6CF8838C3262}"/>
              </a:ext>
            </a:extLst>
          </p:cNvPr>
          <p:cNvSpPr>
            <a:spLocks xmlns:a="http://schemas.openxmlformats.org/drawingml/2006/main" noGrp="1"/>
          </p:cNvSpPr>
          <p:nvPr>
            <p:ph type="title" idx="0"/>
          </p:nvPr>
        </p:nvSpPr>
        <p:spPr>
          <a:xfrm xmlns:a="http://schemas.openxmlformats.org/drawingml/2006/main">
            <a:off x="311700" y="2867800"/>
            <a:ext cx="8520600" cy="1122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algn="ctr">
              <a:spcBef>
                <a:spcPts val="0"/>
              </a:spcBef>
              <a:spcAft>
                <a:spcPts val="0"/>
              </a:spcAft>
              <a:buSzPts val="3600"/>
              <a:buNone/>
              <a:defRPr sz="3600"/>
            </a:lvl1pPr>
            <a:lvl2pPr algn="ctr">
              <a:spcBef>
                <a:spcPts val="0"/>
              </a:spcBef>
              <a:spcAft>
                <a:spcPts val="0"/>
              </a:spcAft>
              <a:buSzPts val="3600"/>
              <a:buNone/>
              <a:defRPr sz="3600"/>
            </a:lvl2pPr>
            <a:lvl3pPr algn="ctr">
              <a:spcBef>
                <a:spcPts val="0"/>
              </a:spcBef>
              <a:spcAft>
                <a:spcPts val="0"/>
              </a:spcAft>
              <a:buSzPts val="3600"/>
              <a:buNone/>
              <a:defRPr sz="3600"/>
            </a:lvl3pPr>
            <a:lvl4pPr algn="ctr">
              <a:spcBef>
                <a:spcPts val="0"/>
              </a:spcBef>
              <a:spcAft>
                <a:spcPts val="0"/>
              </a:spcAft>
              <a:buSzPts val="3600"/>
              <a:buNone/>
              <a:defRPr sz="3600"/>
            </a:lvl4pPr>
            <a:lvl5pPr algn="ctr">
              <a:spcBef>
                <a:spcPts val="0"/>
              </a:spcBef>
              <a:spcAft>
                <a:spcPts val="0"/>
              </a:spcAft>
              <a:buSzPts val="3600"/>
              <a:buNone/>
              <a:defRPr sz="3600"/>
            </a:lvl5pPr>
            <a:lvl6pPr algn="ctr">
              <a:lnSpc>
                <a:spcPct val="100000"/>
              </a:lnSpc>
              <a:spcBef>
                <a:spcPts val="0"/>
              </a:spcBef>
              <a:spcAft>
                <a:spcPts val="0"/>
              </a:spcAft>
              <a:buSzPts val="3600"/>
              <a:buNone/>
              <a:defRPr sz="3600"/>
            </a:lvl6pPr>
            <a:lvl7pPr algn="ctr">
              <a:lnSpc>
                <a:spcPct val="100000"/>
              </a:lnSpc>
              <a:spcBef>
                <a:spcPts val="0"/>
              </a:spcBef>
              <a:spcAft>
                <a:spcPts val="0"/>
              </a:spcAft>
              <a:buSzPts val="3600"/>
              <a:buNone/>
              <a:defRPr sz="3600"/>
            </a:lvl7pPr>
            <a:lvl8pPr algn="ctr">
              <a:lnSpc>
                <a:spcPct val="100000"/>
              </a:lnSpc>
              <a:spcBef>
                <a:spcPts val="0"/>
              </a:spcBef>
              <a:spcAft>
                <a:spcPts val="0"/>
              </a:spcAft>
              <a:buSzPts val="3600"/>
              <a:buNone/>
              <a:defRPr sz="3600"/>
            </a:lvl8pPr>
            <a:lvl9pPr algn="ctr">
              <a:lnSpc>
                <a:spcPct val="100000"/>
              </a:lnSpc>
              <a:spcBef>
                <a:spcPts val="0"/>
              </a:spcBef>
              <a:spcAft>
                <a:spcPts val="0"/>
              </a:spcAft>
              <a:buSzPts val="3600"/>
              <a:buNone/>
              <a:defRPr sz="3600"/>
            </a:lvl9pPr>
          </a:lstStyle>
          <a:p xmlns:a="http://schemas.openxmlformats.org/drawingml/2006/main">
            <a:endParaRPr/>
          </a:p>
        </p:txBody>
      </p:sp>
      <p:sp>
        <p:nvSpPr>
          <p:cNvPr id="15" name="Google Shape;15;p20">
            <a:extLst xmlns:a="http://schemas.openxmlformats.org/drawingml/2006/main">
              <a:ext uri="{FF2B5EF4-FFF2-40B4-BE49-F238E27FC236}">
                <a16:creationId xmlns:a16="http://schemas.microsoft.com/office/drawing/2014/main" id="{E00A93A9-FDAC-4F1D-BA48-4F98E909C529}"/>
              </a:ext>
            </a:extLst>
          </p:cNvPr>
          <p:cNvSpPr>
            <a:spLocks xmlns:a="http://schemas.openxmlformats.org/drawingml/2006/main" noGrp="1"/>
          </p:cNvSpPr>
          <p:nvPr>
            <p:ph type="sldNum" idx="12"/>
          </p:nvPr>
        </p:nvSpPr>
        <p:spPr>
          <a:xfrm xmlns:a="http://schemas.openxmlformats.org/drawingml/2006/main">
            <a:off x="8472487" y="6218237"/>
            <a:ext cx="549275" cy="5238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1pPr>
            <a:lvl2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2pPr>
            <a:lvl3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3pPr>
            <a:lvl4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4pPr>
            <a:lvl5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5pPr>
            <a:lvl6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6pPr>
            <a:lvl7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7pPr>
            <a:lvl8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8pPr>
            <a:lvl9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3.xml><?xml version="1.0" encoding="utf-8"?>
<p:sldLayout xmlns:p="http://schemas.openxmlformats.org/presentationml/2006/main" matchingName="Blank" type="blank">
  <p:cSld name="BLANK">
    <p:spTree>
      <p:nvGrpSpPr>
        <p:cNvPr id="1" name=""/>
        <p:cNvGrpSpPr/>
        <p:nvPr/>
      </p:nvGrpSpPr>
      <p:grpSpPr>
        <a:xfrm xmlns:a="http://schemas.openxmlformats.org/drawingml/2006/main"/>
      </p:grpSpPr>
      <p:sp>
        <p:nvSpPr>
          <p:cNvPr id="17" name="Google Shape;17;p21">
            <a:extLst xmlns:a="http://schemas.openxmlformats.org/drawingml/2006/main">
              <a:ext uri="{FF2B5EF4-FFF2-40B4-BE49-F238E27FC236}">
                <a16:creationId xmlns:a16="http://schemas.microsoft.com/office/drawing/2014/main" id="{3FF34BF9-4420-45C9-86FF-EB1742A5F48E}"/>
              </a:ext>
            </a:extLst>
          </p:cNvPr>
          <p:cNvSpPr>
            <a:spLocks xmlns:a="http://schemas.openxmlformats.org/drawingml/2006/main" noGrp="1"/>
          </p:cNvSpPr>
          <p:nvPr>
            <p:ph type="sldNum" idx="12"/>
          </p:nvPr>
        </p:nvSpPr>
        <p:spPr>
          <a:xfrm xmlns:a="http://schemas.openxmlformats.org/drawingml/2006/main">
            <a:off x="8472487" y="6218237"/>
            <a:ext cx="549275" cy="5238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1pPr>
            <a:lvl2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2pPr>
            <a:lvl3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3pPr>
            <a:lvl4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4pPr>
            <a:lvl5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5pPr>
            <a:lvl6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6pPr>
            <a:lvl7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7pPr>
            <a:lvl8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8pPr>
            <a:lvl9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4.xml><?xml version="1.0" encoding="utf-8"?>
<p:sldLayout xmlns:p="http://schemas.openxmlformats.org/presentationml/2006/main" matchingName="Big number">
  <p:cSld name="Big number">
    <p:spTree>
      <p:nvGrpSpPr>
        <p:cNvPr id="1" name=""/>
        <p:cNvGrpSpPr/>
        <p:nvPr/>
      </p:nvGrpSpPr>
      <p:grpSpPr>
        <a:xfrm xmlns:a="http://schemas.openxmlformats.org/drawingml/2006/main"/>
      </p:grpSpPr>
      <p:sp>
        <p:nvSpPr>
          <p:cNvPr id="19" name="Google Shape;19;p22">
            <a:extLst xmlns:a="http://schemas.openxmlformats.org/drawingml/2006/main">
              <a:ext uri="{FF2B5EF4-FFF2-40B4-BE49-F238E27FC236}">
                <a16:creationId xmlns:a16="http://schemas.microsoft.com/office/drawing/2014/main" id="{E7C2A8E5-17B0-422E-8314-E60D86E386E9}"/>
              </a:ext>
            </a:extLst>
          </p:cNvPr>
          <p:cNvSpPr>
            <a:spLocks xmlns:a="http://schemas.openxmlformats.org/drawingml/2006/main" noGrp="1"/>
          </p:cNvSpPr>
          <p:nvPr>
            <p:ph type="title" idx="0"/>
          </p:nvPr>
        </p:nvSpPr>
        <p:spPr>
          <a:xfrm xmlns:a="http://schemas.openxmlformats.org/drawingml/2006/main">
            <a:off x="311700" y="1474833"/>
            <a:ext cx="8520600" cy="2618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rmAutofit/>
          </a:bodyPr>
          <a:lstStyle xmlns:a="http://schemas.openxmlformats.org/drawingml/2006/main">
            <a:lvl1pPr algn="ctr">
              <a:spcBef>
                <a:spcPts val="0"/>
              </a:spcBef>
              <a:spcAft>
                <a:spcPts val="0"/>
              </a:spcAft>
              <a:buSzPts val="12000"/>
              <a:buNone/>
              <a:defRPr sz="12000"/>
            </a:lvl1pPr>
            <a:lvl2pPr algn="ctr">
              <a:spcBef>
                <a:spcPts val="0"/>
              </a:spcBef>
              <a:spcAft>
                <a:spcPts val="0"/>
              </a:spcAft>
              <a:buSzPts val="12000"/>
              <a:buNone/>
              <a:defRPr sz="12000"/>
            </a:lvl2pPr>
            <a:lvl3pPr algn="ctr">
              <a:spcBef>
                <a:spcPts val="0"/>
              </a:spcBef>
              <a:spcAft>
                <a:spcPts val="0"/>
              </a:spcAft>
              <a:buSzPts val="12000"/>
              <a:buNone/>
              <a:defRPr sz="12000"/>
            </a:lvl3pPr>
            <a:lvl4pPr algn="ctr">
              <a:spcBef>
                <a:spcPts val="0"/>
              </a:spcBef>
              <a:spcAft>
                <a:spcPts val="0"/>
              </a:spcAft>
              <a:buSzPts val="12000"/>
              <a:buNone/>
              <a:defRPr sz="12000"/>
            </a:lvl4pPr>
            <a:lvl5pPr algn="ctr">
              <a:spcBef>
                <a:spcPts val="0"/>
              </a:spcBef>
              <a:spcAft>
                <a:spcPts val="0"/>
              </a:spcAft>
              <a:buSzPts val="12000"/>
              <a:buNone/>
              <a:defRPr sz="12000"/>
            </a:lvl5pPr>
            <a:lvl6pPr algn="ctr">
              <a:lnSpc>
                <a:spcPct val="100000"/>
              </a:lnSpc>
              <a:spcBef>
                <a:spcPts val="0"/>
              </a:spcBef>
              <a:spcAft>
                <a:spcPts val="0"/>
              </a:spcAft>
              <a:buSzPts val="12000"/>
              <a:buNone/>
              <a:defRPr sz="12000"/>
            </a:lvl6pPr>
            <a:lvl7pPr algn="ctr">
              <a:lnSpc>
                <a:spcPct val="100000"/>
              </a:lnSpc>
              <a:spcBef>
                <a:spcPts val="0"/>
              </a:spcBef>
              <a:spcAft>
                <a:spcPts val="0"/>
              </a:spcAft>
              <a:buSzPts val="12000"/>
              <a:buNone/>
              <a:defRPr sz="12000"/>
            </a:lvl7pPr>
            <a:lvl8pPr algn="ctr">
              <a:lnSpc>
                <a:spcPct val="100000"/>
              </a:lnSpc>
              <a:spcBef>
                <a:spcPts val="0"/>
              </a:spcBef>
              <a:spcAft>
                <a:spcPts val="0"/>
              </a:spcAft>
              <a:buSzPts val="12000"/>
              <a:buNone/>
              <a:defRPr sz="12000"/>
            </a:lvl8pPr>
            <a:lvl9pPr algn="ctr">
              <a:lnSpc>
                <a:spcPct val="100000"/>
              </a:lnSpc>
              <a:spcBef>
                <a:spcPts val="0"/>
              </a:spcBef>
              <a:spcAft>
                <a:spcPts val="0"/>
              </a:spcAft>
              <a:buSzPts val="12000"/>
              <a:buNone/>
              <a:defRPr sz="12000"/>
            </a:lvl9pPr>
          </a:lstStyle>
          <a:p xmlns:a="http://schemas.openxmlformats.org/drawingml/2006/main">
            <a:endParaRPr/>
          </a:p>
        </p:txBody>
      </p:sp>
      <p:sp>
        <p:nvSpPr>
          <p:cNvPr id="20" name="Google Shape;20;p22">
            <a:extLst xmlns:a="http://schemas.openxmlformats.org/drawingml/2006/main">
              <a:ext uri="{FF2B5EF4-FFF2-40B4-BE49-F238E27FC236}">
                <a16:creationId xmlns:a16="http://schemas.microsoft.com/office/drawing/2014/main" id="{F02B3C5D-7C14-44B9-A69B-F9D5B99F4B19}"/>
              </a:ext>
            </a:extLst>
          </p:cNvPr>
          <p:cNvSpPr>
            <a:spLocks xmlns:a="http://schemas.openxmlformats.org/drawingml/2006/main" noGrp="1"/>
          </p:cNvSpPr>
          <p:nvPr>
            <p:ph type="body" idx="1"/>
          </p:nvPr>
        </p:nvSpPr>
        <p:spPr>
          <a:xfrm xmlns:a="http://schemas.openxmlformats.org/drawingml/2006/main">
            <a:off x="311700" y="4202967"/>
            <a:ext cx="8520600" cy="1734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42900" algn="ctr">
              <a:spcBef>
                <a:spcPts val="0"/>
              </a:spcBef>
              <a:spcAft>
                <a:spcPts val="0"/>
              </a:spcAft>
              <a:buSzPts val="1800"/>
              <a:buChar char="●"/>
              <a:defRPr/>
            </a:lvl1pPr>
            <a:lvl2pPr marL="914400" indent="-317500" algn="ctr">
              <a:spcBef>
                <a:spcPts val="0"/>
              </a:spcBef>
              <a:spcAft>
                <a:spcPts val="0"/>
              </a:spcAft>
              <a:buSzPts val="1400"/>
              <a:buChar char="○"/>
              <a:defRPr/>
            </a:lvl2pPr>
            <a:lvl3pPr marL="1371600" indent="-317500" algn="ctr">
              <a:spcBef>
                <a:spcPts val="0"/>
              </a:spcBef>
              <a:spcAft>
                <a:spcPts val="0"/>
              </a:spcAft>
              <a:buSzPts val="1400"/>
              <a:buChar char="■"/>
              <a:defRPr/>
            </a:lvl3pPr>
            <a:lvl4pPr marL="1828800" indent="-317500" algn="ctr">
              <a:spcBef>
                <a:spcPts val="0"/>
              </a:spcBef>
              <a:spcAft>
                <a:spcPts val="0"/>
              </a:spcAft>
              <a:buSzPts val="1400"/>
              <a:buChar char="●"/>
              <a:defRPr/>
            </a:lvl4pPr>
            <a:lvl5pPr marL="2286000" indent="-317500" algn="ctr">
              <a:spcBef>
                <a:spcPts val="0"/>
              </a:spcBef>
              <a:spcAft>
                <a:spcPts val="0"/>
              </a:spcAft>
              <a:buSzPts val="1400"/>
              <a:buChar char="○"/>
              <a:defRPr/>
            </a:lvl5pPr>
            <a:lvl6pPr marL="2743200" indent="-317500" algn="ctr">
              <a:lnSpc>
                <a:spcPct val="100000"/>
              </a:lnSpc>
              <a:spcBef>
                <a:spcPts val="0"/>
              </a:spcBef>
              <a:spcAft>
                <a:spcPts val="0"/>
              </a:spcAft>
              <a:buSzPts val="1400"/>
              <a:buChar char="■"/>
              <a:defRPr/>
            </a:lvl6pPr>
            <a:lvl7pPr marL="3200400" indent="-317500" algn="ctr">
              <a:lnSpc>
                <a:spcPct val="100000"/>
              </a:lnSpc>
              <a:spcBef>
                <a:spcPts val="0"/>
              </a:spcBef>
              <a:spcAft>
                <a:spcPts val="0"/>
              </a:spcAft>
              <a:buSzPts val="1400"/>
              <a:buChar char="●"/>
              <a:defRPr/>
            </a:lvl7pPr>
            <a:lvl8pPr marL="3657600" indent="-317500" algn="ctr">
              <a:lnSpc>
                <a:spcPct val="100000"/>
              </a:lnSpc>
              <a:spcBef>
                <a:spcPts val="0"/>
              </a:spcBef>
              <a:spcAft>
                <a:spcPts val="0"/>
              </a:spcAft>
              <a:buSzPts val="1400"/>
              <a:buChar char="○"/>
              <a:defRPr/>
            </a:lvl8pPr>
            <a:lvl9pPr marL="4114800" indent="-317500" algn="ctr">
              <a:lnSpc>
                <a:spcPct val="100000"/>
              </a:lnSpc>
              <a:spcBef>
                <a:spcPts val="0"/>
              </a:spcBef>
              <a:spcAft>
                <a:spcPts val="0"/>
              </a:spcAft>
              <a:buSzPts val="1400"/>
              <a:buChar char="■"/>
              <a:defRPr/>
            </a:lvl9pPr>
          </a:lstStyle>
          <a:p xmlns:a="http://schemas.openxmlformats.org/drawingml/2006/main">
            <a:endParaRPr/>
          </a:p>
        </p:txBody>
      </p:sp>
      <p:sp>
        <p:nvSpPr>
          <p:cNvPr id="21" name="Google Shape;21;p22">
            <a:extLst xmlns:a="http://schemas.openxmlformats.org/drawingml/2006/main">
              <a:ext uri="{FF2B5EF4-FFF2-40B4-BE49-F238E27FC236}">
                <a16:creationId xmlns:a16="http://schemas.microsoft.com/office/drawing/2014/main" id="{BCD7E8E1-74ED-4364-BB75-374035BC1C38}"/>
              </a:ext>
            </a:extLst>
          </p:cNvPr>
          <p:cNvSpPr>
            <a:spLocks xmlns:a="http://schemas.openxmlformats.org/drawingml/2006/main" noGrp="1"/>
          </p:cNvSpPr>
          <p:nvPr>
            <p:ph type="sldNum" idx="12"/>
          </p:nvPr>
        </p:nvSpPr>
        <p:spPr>
          <a:xfrm xmlns:a="http://schemas.openxmlformats.org/drawingml/2006/main">
            <a:off x="8472487" y="6218237"/>
            <a:ext cx="549275" cy="5238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1pPr>
            <a:lvl2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2pPr>
            <a:lvl3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3pPr>
            <a:lvl4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4pPr>
            <a:lvl5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5pPr>
            <a:lvl6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6pPr>
            <a:lvl7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7pPr>
            <a:lvl8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8pPr>
            <a:lvl9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5.xml><?xml version="1.0" encoding="utf-8"?>
<p:sldLayout xmlns:p="http://schemas.openxmlformats.org/presentationml/2006/main" matchingName="Caption">
  <p:cSld name="Caption">
    <p:spTree>
      <p:nvGrpSpPr>
        <p:cNvPr id="1" name=""/>
        <p:cNvGrpSpPr/>
        <p:nvPr/>
      </p:nvGrpSpPr>
      <p:grpSpPr>
        <a:xfrm xmlns:a="http://schemas.openxmlformats.org/drawingml/2006/main"/>
      </p:grpSpPr>
      <p:sp>
        <p:nvSpPr>
          <p:cNvPr id="23" name="Google Shape;23;p23">
            <a:extLst xmlns:a="http://schemas.openxmlformats.org/drawingml/2006/main">
              <a:ext uri="{FF2B5EF4-FFF2-40B4-BE49-F238E27FC236}">
                <a16:creationId xmlns:a16="http://schemas.microsoft.com/office/drawing/2014/main" id="{2051A09C-8701-4AB0-942A-FC4BD829AB71}"/>
              </a:ext>
            </a:extLst>
          </p:cNvPr>
          <p:cNvSpPr>
            <a:spLocks xmlns:a="http://schemas.openxmlformats.org/drawingml/2006/main" noGrp="1"/>
          </p:cNvSpPr>
          <p:nvPr>
            <p:ph type="body" idx="1"/>
          </p:nvPr>
        </p:nvSpPr>
        <p:spPr>
          <a:xfrm xmlns:a="http://schemas.openxmlformats.org/drawingml/2006/main">
            <a:off x="311700" y="5640767"/>
            <a:ext cx="5998800" cy="80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457200" indent="-228600" algn="l">
              <a:lnSpc>
                <a:spcPct val="100000"/>
              </a:lnSpc>
              <a:spcBef>
                <a:spcPts val="0"/>
              </a:spcBef>
              <a:spcAft>
                <a:spcPts val="0"/>
              </a:spcAft>
              <a:buSzPts val="1800"/>
              <a:buNone/>
              <a:defRPr/>
            </a:lvl1pPr>
            <a:lvl2pPr marL="914400" indent="-342900" algn="l">
              <a:spcBef>
                <a:spcPts val="0"/>
              </a:spcBef>
              <a:spcAft>
                <a:spcPts val="0"/>
              </a:spcAft>
              <a:buSzPts val="1800"/>
              <a:buChar char="–"/>
              <a:defRPr/>
            </a:lvl2pPr>
            <a:lvl3pPr marL="1371600" indent="-342900" algn="l">
              <a:spcBef>
                <a:spcPts val="0"/>
              </a:spcBef>
              <a:spcAft>
                <a:spcPts val="0"/>
              </a:spcAft>
              <a:buSzPts val="1800"/>
              <a:buChar char="•"/>
              <a:defRPr/>
            </a:lvl3pPr>
            <a:lvl4pPr marL="1828800" indent="-342900" algn="l">
              <a:spcBef>
                <a:spcPts val="0"/>
              </a:spcBef>
              <a:spcAft>
                <a:spcPts val="0"/>
              </a:spcAft>
              <a:buSzPts val="1800"/>
              <a:buChar char="–"/>
              <a:defRPr/>
            </a:lvl4pPr>
            <a:lvl5pPr marL="2286000" indent="-342900" algn="l">
              <a:spcBef>
                <a:spcPts val="0"/>
              </a:spcBef>
              <a:spcAft>
                <a:spcPts val="0"/>
              </a:spcAft>
              <a:buSzPts val="1800"/>
              <a:buChar char="»"/>
              <a:defRPr/>
            </a:lvl5pPr>
            <a:lvl6pPr marL="2743200" indent="-228600" algn="l">
              <a:lnSpc>
                <a:spcPct val="100000"/>
              </a:lnSpc>
              <a:spcBef>
                <a:spcPts val="0"/>
              </a:spcBef>
              <a:spcAft>
                <a:spcPts val="0"/>
              </a:spcAft>
              <a:buSzPts val="1400"/>
              <a:buNone/>
              <a:defRPr/>
            </a:lvl6pPr>
            <a:lvl7pPr marL="3200400" indent="-228600" algn="l">
              <a:lnSpc>
                <a:spcPct val="100000"/>
              </a:lnSpc>
              <a:spcBef>
                <a:spcPts val="0"/>
              </a:spcBef>
              <a:spcAft>
                <a:spcPts val="0"/>
              </a:spcAft>
              <a:buSzPts val="1400"/>
              <a:buNone/>
              <a:defRPr/>
            </a:lvl7pPr>
            <a:lvl8pPr marL="3657600" indent="-228600" algn="l">
              <a:lnSpc>
                <a:spcPct val="100000"/>
              </a:lnSpc>
              <a:spcBef>
                <a:spcPts val="0"/>
              </a:spcBef>
              <a:spcAft>
                <a:spcPts val="0"/>
              </a:spcAft>
              <a:buSzPts val="1400"/>
              <a:buNone/>
              <a:defRPr/>
            </a:lvl8pPr>
            <a:lvl9pPr marL="4114800" indent="-228600" algn="l">
              <a:lnSpc>
                <a:spcPct val="100000"/>
              </a:lnSpc>
              <a:spcBef>
                <a:spcPts val="0"/>
              </a:spcBef>
              <a:spcAft>
                <a:spcPts val="0"/>
              </a:spcAft>
              <a:buSzPts val="1400"/>
              <a:buNone/>
              <a:defRPr/>
            </a:lvl9pPr>
          </a:lstStyle>
          <a:p xmlns:a="http://schemas.openxmlformats.org/drawingml/2006/main">
            <a:endParaRPr/>
          </a:p>
        </p:txBody>
      </p:sp>
      <p:sp>
        <p:nvSpPr>
          <p:cNvPr id="24" name="Google Shape;24;p23">
            <a:extLst xmlns:a="http://schemas.openxmlformats.org/drawingml/2006/main">
              <a:ext uri="{FF2B5EF4-FFF2-40B4-BE49-F238E27FC236}">
                <a16:creationId xmlns:a16="http://schemas.microsoft.com/office/drawing/2014/main" id="{4E18E397-271F-4BC3-8721-B46B4BDAB27E}"/>
              </a:ext>
            </a:extLst>
          </p:cNvPr>
          <p:cNvSpPr>
            <a:spLocks xmlns:a="http://schemas.openxmlformats.org/drawingml/2006/main" noGrp="1"/>
          </p:cNvSpPr>
          <p:nvPr>
            <p:ph type="sldNum" idx="12"/>
          </p:nvPr>
        </p:nvSpPr>
        <p:spPr>
          <a:xfrm xmlns:a="http://schemas.openxmlformats.org/drawingml/2006/main">
            <a:off x="8472487" y="6218237"/>
            <a:ext cx="549275" cy="5238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1pPr>
            <a:lvl2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2pPr>
            <a:lvl3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3pPr>
            <a:lvl4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4pPr>
            <a:lvl5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5pPr>
            <a:lvl6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6pPr>
            <a:lvl7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7pPr>
            <a:lvl8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8pPr>
            <a:lvl9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6.xml><?xml version="1.0" encoding="utf-8"?>
<p:sldLayout xmlns:p="http://schemas.openxmlformats.org/presentationml/2006/main" matchingName="Main point">
  <p:cSld name="Main point">
    <p:spTree>
      <p:nvGrpSpPr>
        <p:cNvPr id="1" name=""/>
        <p:cNvGrpSpPr/>
        <p:nvPr/>
      </p:nvGrpSpPr>
      <p:grpSpPr>
        <a:xfrm xmlns:a="http://schemas.openxmlformats.org/drawingml/2006/main"/>
      </p:grpSpPr>
      <p:sp>
        <p:nvSpPr>
          <p:cNvPr id="26" name="Google Shape;26;p24">
            <a:extLst xmlns:a="http://schemas.openxmlformats.org/drawingml/2006/main">
              <a:ext uri="{FF2B5EF4-FFF2-40B4-BE49-F238E27FC236}">
                <a16:creationId xmlns:a16="http://schemas.microsoft.com/office/drawing/2014/main" id="{041EB0E5-2EE0-4EBE-89D5-33B6997427D9}"/>
              </a:ext>
            </a:extLst>
          </p:cNvPr>
          <p:cNvSpPr>
            <a:spLocks xmlns:a="http://schemas.openxmlformats.org/drawingml/2006/main" noGrp="1"/>
          </p:cNvSpPr>
          <p:nvPr>
            <p:ph type="title" idx="0"/>
          </p:nvPr>
        </p:nvSpPr>
        <p:spPr>
          <a:xfrm xmlns:a="http://schemas.openxmlformats.org/drawingml/2006/main">
            <a:off x="490250" y="600200"/>
            <a:ext cx="6367800" cy="5454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algn="l">
              <a:spcBef>
                <a:spcPts val="0"/>
              </a:spcBef>
              <a:spcAft>
                <a:spcPts val="0"/>
              </a:spcAft>
              <a:buSzPts val="4800"/>
              <a:buNone/>
              <a:defRPr sz="4800"/>
            </a:lvl1pPr>
            <a:lvl2pPr algn="l">
              <a:spcBef>
                <a:spcPts val="0"/>
              </a:spcBef>
              <a:spcAft>
                <a:spcPts val="0"/>
              </a:spcAft>
              <a:buSzPts val="4800"/>
              <a:buNone/>
              <a:defRPr sz="4800"/>
            </a:lvl2pPr>
            <a:lvl3pPr algn="l">
              <a:spcBef>
                <a:spcPts val="0"/>
              </a:spcBef>
              <a:spcAft>
                <a:spcPts val="0"/>
              </a:spcAft>
              <a:buSzPts val="4800"/>
              <a:buNone/>
              <a:defRPr sz="4800"/>
            </a:lvl3pPr>
            <a:lvl4pPr algn="l">
              <a:spcBef>
                <a:spcPts val="0"/>
              </a:spcBef>
              <a:spcAft>
                <a:spcPts val="0"/>
              </a:spcAft>
              <a:buSzPts val="4800"/>
              <a:buNone/>
              <a:defRPr sz="4800"/>
            </a:lvl4pPr>
            <a:lvl5pPr algn="l">
              <a:spcBef>
                <a:spcPts val="0"/>
              </a:spcBef>
              <a:spcAft>
                <a:spcPts val="0"/>
              </a:spcAft>
              <a:buSzPts val="4800"/>
              <a:buNone/>
              <a:defRPr sz="4800"/>
            </a:lvl5pPr>
            <a:lvl6pPr algn="l">
              <a:lnSpc>
                <a:spcPct val="100000"/>
              </a:lnSpc>
              <a:spcBef>
                <a:spcPts val="0"/>
              </a:spcBef>
              <a:spcAft>
                <a:spcPts val="0"/>
              </a:spcAft>
              <a:buSzPts val="4800"/>
              <a:buNone/>
              <a:defRPr sz="4800"/>
            </a:lvl6pPr>
            <a:lvl7pPr algn="l">
              <a:lnSpc>
                <a:spcPct val="100000"/>
              </a:lnSpc>
              <a:spcBef>
                <a:spcPts val="0"/>
              </a:spcBef>
              <a:spcAft>
                <a:spcPts val="0"/>
              </a:spcAft>
              <a:buSzPts val="4800"/>
              <a:buNone/>
              <a:defRPr sz="4800"/>
            </a:lvl7pPr>
            <a:lvl8pPr algn="l">
              <a:lnSpc>
                <a:spcPct val="100000"/>
              </a:lnSpc>
              <a:spcBef>
                <a:spcPts val="0"/>
              </a:spcBef>
              <a:spcAft>
                <a:spcPts val="0"/>
              </a:spcAft>
              <a:buSzPts val="4800"/>
              <a:buNone/>
              <a:defRPr sz="4800"/>
            </a:lvl8pPr>
            <a:lvl9pPr algn="l">
              <a:lnSpc>
                <a:spcPct val="100000"/>
              </a:lnSpc>
              <a:spcBef>
                <a:spcPts val="0"/>
              </a:spcBef>
              <a:spcAft>
                <a:spcPts val="0"/>
              </a:spcAft>
              <a:buSzPts val="4800"/>
              <a:buNone/>
              <a:defRPr sz="4800"/>
            </a:lvl9pPr>
          </a:lstStyle>
          <a:p xmlns:a="http://schemas.openxmlformats.org/drawingml/2006/main">
            <a:endParaRPr/>
          </a:p>
        </p:txBody>
      </p:sp>
      <p:sp>
        <p:nvSpPr>
          <p:cNvPr id="27" name="Google Shape;27;p24">
            <a:extLst xmlns:a="http://schemas.openxmlformats.org/drawingml/2006/main">
              <a:ext uri="{FF2B5EF4-FFF2-40B4-BE49-F238E27FC236}">
                <a16:creationId xmlns:a16="http://schemas.microsoft.com/office/drawing/2014/main" id="{E82D007A-8971-4D51-8D2B-BBA70A23A254}"/>
              </a:ext>
            </a:extLst>
          </p:cNvPr>
          <p:cNvSpPr>
            <a:spLocks xmlns:a="http://schemas.openxmlformats.org/drawingml/2006/main" noGrp="1"/>
          </p:cNvSpPr>
          <p:nvPr>
            <p:ph type="sldNum" idx="12"/>
          </p:nvPr>
        </p:nvSpPr>
        <p:spPr>
          <a:xfrm xmlns:a="http://schemas.openxmlformats.org/drawingml/2006/main">
            <a:off x="8472487" y="6218237"/>
            <a:ext cx="549275" cy="5238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1pPr>
            <a:lvl2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2pPr>
            <a:lvl3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3pPr>
            <a:lvl4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4pPr>
            <a:lvl5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5pPr>
            <a:lvl6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6pPr>
            <a:lvl7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7pPr>
            <a:lvl8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8pPr>
            <a:lvl9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7.xml><?xml version="1.0" encoding="utf-8"?>
<p:sldLayout xmlns:p="http://schemas.openxmlformats.org/presentationml/2006/main" matchingName="One column text">
  <p:cSld name="One column text">
    <p:spTree>
      <p:nvGrpSpPr>
        <p:cNvPr id="1" name=""/>
        <p:cNvGrpSpPr/>
        <p:nvPr/>
      </p:nvGrpSpPr>
      <p:grpSpPr>
        <a:xfrm xmlns:a="http://schemas.openxmlformats.org/drawingml/2006/main"/>
      </p:grpSpPr>
      <p:sp>
        <p:nvSpPr>
          <p:cNvPr id="29" name="Google Shape;29;p25">
            <a:extLst xmlns:a="http://schemas.openxmlformats.org/drawingml/2006/main">
              <a:ext uri="{FF2B5EF4-FFF2-40B4-BE49-F238E27FC236}">
                <a16:creationId xmlns:a16="http://schemas.microsoft.com/office/drawing/2014/main" id="{3CD41E5B-6A51-42C1-ADA0-44A5F6955C0F}"/>
              </a:ext>
            </a:extLst>
          </p:cNvPr>
          <p:cNvSpPr>
            <a:spLocks xmlns:a="http://schemas.openxmlformats.org/drawingml/2006/main" noGrp="1"/>
          </p:cNvSpPr>
          <p:nvPr>
            <p:ph type="title" idx="0"/>
          </p:nvPr>
        </p:nvSpPr>
        <p:spPr>
          <a:xfrm xmlns:a="http://schemas.openxmlformats.org/drawingml/2006/main">
            <a:off x="311700" y="740800"/>
            <a:ext cx="2808000" cy="1007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rmAutofit/>
          </a:bodyPr>
          <a:lstStyle xmlns:a="http://schemas.openxmlformats.org/drawingml/2006/main">
            <a:lvl1pPr algn="l">
              <a:spcBef>
                <a:spcPts val="0"/>
              </a:spcBef>
              <a:spcAft>
                <a:spcPts val="0"/>
              </a:spcAft>
              <a:buSzPts val="2400"/>
              <a:buNone/>
              <a:defRPr sz="2400"/>
            </a:lvl1pPr>
            <a:lvl2pPr algn="l">
              <a:spcBef>
                <a:spcPts val="0"/>
              </a:spcBef>
              <a:spcAft>
                <a:spcPts val="0"/>
              </a:spcAft>
              <a:buSzPts val="2400"/>
              <a:buNone/>
              <a:defRPr sz="2400"/>
            </a:lvl2pPr>
            <a:lvl3pPr algn="l">
              <a:spcBef>
                <a:spcPts val="0"/>
              </a:spcBef>
              <a:spcAft>
                <a:spcPts val="0"/>
              </a:spcAft>
              <a:buSzPts val="2400"/>
              <a:buNone/>
              <a:defRPr sz="2400"/>
            </a:lvl3pPr>
            <a:lvl4pPr algn="l">
              <a:spcBef>
                <a:spcPts val="0"/>
              </a:spcBef>
              <a:spcAft>
                <a:spcPts val="0"/>
              </a:spcAft>
              <a:buSzPts val="2400"/>
              <a:buNone/>
              <a:defRPr sz="2400"/>
            </a:lvl4pPr>
            <a:lvl5pPr algn="l">
              <a:spcBef>
                <a:spcPts val="0"/>
              </a:spcBef>
              <a:spcAft>
                <a:spcPts val="0"/>
              </a:spcAft>
              <a:buSzPts val="2400"/>
              <a:buNone/>
              <a:defRPr sz="2400"/>
            </a:lvl5pPr>
            <a:lvl6pPr algn="l">
              <a:lnSpc>
                <a:spcPct val="100000"/>
              </a:lnSpc>
              <a:spcBef>
                <a:spcPts val="0"/>
              </a:spcBef>
              <a:spcAft>
                <a:spcPts val="0"/>
              </a:spcAft>
              <a:buSzPts val="2400"/>
              <a:buNone/>
              <a:defRPr sz="2400"/>
            </a:lvl6pPr>
            <a:lvl7pPr algn="l">
              <a:lnSpc>
                <a:spcPct val="100000"/>
              </a:lnSpc>
              <a:spcBef>
                <a:spcPts val="0"/>
              </a:spcBef>
              <a:spcAft>
                <a:spcPts val="0"/>
              </a:spcAft>
              <a:buSzPts val="2400"/>
              <a:buNone/>
              <a:defRPr sz="2400"/>
            </a:lvl7pPr>
            <a:lvl8pPr algn="l">
              <a:lnSpc>
                <a:spcPct val="100000"/>
              </a:lnSpc>
              <a:spcBef>
                <a:spcPts val="0"/>
              </a:spcBef>
              <a:spcAft>
                <a:spcPts val="0"/>
              </a:spcAft>
              <a:buSzPts val="2400"/>
              <a:buNone/>
              <a:defRPr sz="2400"/>
            </a:lvl8pPr>
            <a:lvl9pPr algn="l">
              <a:lnSpc>
                <a:spcPct val="100000"/>
              </a:lnSpc>
              <a:spcBef>
                <a:spcPts val="0"/>
              </a:spcBef>
              <a:spcAft>
                <a:spcPts val="0"/>
              </a:spcAft>
              <a:buSzPts val="2400"/>
              <a:buNone/>
              <a:defRPr sz="2400"/>
            </a:lvl9pPr>
          </a:lstStyle>
          <a:p xmlns:a="http://schemas.openxmlformats.org/drawingml/2006/main">
            <a:endParaRPr/>
          </a:p>
        </p:txBody>
      </p:sp>
      <p:sp>
        <p:nvSpPr>
          <p:cNvPr id="30" name="Google Shape;30;p25">
            <a:extLst xmlns:a="http://schemas.openxmlformats.org/drawingml/2006/main">
              <a:ext uri="{FF2B5EF4-FFF2-40B4-BE49-F238E27FC236}">
                <a16:creationId xmlns:a16="http://schemas.microsoft.com/office/drawing/2014/main" id="{E19CDBE9-216B-405B-B05D-BEE45948F776}"/>
              </a:ext>
            </a:extLst>
          </p:cNvPr>
          <p:cNvSpPr>
            <a:spLocks xmlns:a="http://schemas.openxmlformats.org/drawingml/2006/main" noGrp="1"/>
          </p:cNvSpPr>
          <p:nvPr>
            <p:ph type="body" idx="1"/>
          </p:nvPr>
        </p:nvSpPr>
        <p:spPr>
          <a:xfrm xmlns:a="http://schemas.openxmlformats.org/drawingml/2006/main">
            <a:off x="311700" y="1852800"/>
            <a:ext cx="2808000" cy="4239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04800" algn="l">
              <a:spcBef>
                <a:spcPts val="0"/>
              </a:spcBef>
              <a:spcAft>
                <a:spcPts val="0"/>
              </a:spcAft>
              <a:buSzPts val="1200"/>
              <a:buChar char="●"/>
              <a:defRPr sz="1200"/>
            </a:lvl1pPr>
            <a:lvl2pPr marL="914400" indent="-304800" algn="l">
              <a:spcBef>
                <a:spcPts val="0"/>
              </a:spcBef>
              <a:spcAft>
                <a:spcPts val="0"/>
              </a:spcAft>
              <a:buSzPts val="1200"/>
              <a:buChar char="○"/>
              <a:defRPr sz="1200"/>
            </a:lvl2pPr>
            <a:lvl3pPr marL="1371600" indent="-304800" algn="l">
              <a:spcBef>
                <a:spcPts val="0"/>
              </a:spcBef>
              <a:spcAft>
                <a:spcPts val="0"/>
              </a:spcAft>
              <a:buSzPts val="1200"/>
              <a:buChar char="■"/>
              <a:defRPr sz="1200"/>
            </a:lvl3pPr>
            <a:lvl4pPr marL="1828800" indent="-304800" algn="l">
              <a:spcBef>
                <a:spcPts val="0"/>
              </a:spcBef>
              <a:spcAft>
                <a:spcPts val="0"/>
              </a:spcAft>
              <a:buSzPts val="1200"/>
              <a:buChar char="●"/>
              <a:defRPr sz="1200"/>
            </a:lvl4pPr>
            <a:lvl5pPr marL="2286000" indent="-304800" algn="l">
              <a:spcBef>
                <a:spcPts val="0"/>
              </a:spcBef>
              <a:spcAft>
                <a:spcPts val="0"/>
              </a:spcAft>
              <a:buSzPts val="1200"/>
              <a:buChar char="○"/>
              <a:defRPr sz="1200"/>
            </a:lvl5pPr>
            <a:lvl6pPr marL="2743200" indent="-304800" algn="l">
              <a:lnSpc>
                <a:spcPct val="100000"/>
              </a:lnSpc>
              <a:spcBef>
                <a:spcPts val="0"/>
              </a:spcBef>
              <a:spcAft>
                <a:spcPts val="0"/>
              </a:spcAft>
              <a:buSzPts val="1200"/>
              <a:buChar char="■"/>
              <a:defRPr sz="1200"/>
            </a:lvl6pPr>
            <a:lvl7pPr marL="3200400" indent="-304800" algn="l">
              <a:lnSpc>
                <a:spcPct val="100000"/>
              </a:lnSpc>
              <a:spcBef>
                <a:spcPts val="0"/>
              </a:spcBef>
              <a:spcAft>
                <a:spcPts val="0"/>
              </a:spcAft>
              <a:buSzPts val="1200"/>
              <a:buChar char="●"/>
              <a:defRPr sz="1200"/>
            </a:lvl7pPr>
            <a:lvl8pPr marL="3657600" indent="-304800" algn="l">
              <a:lnSpc>
                <a:spcPct val="100000"/>
              </a:lnSpc>
              <a:spcBef>
                <a:spcPts val="0"/>
              </a:spcBef>
              <a:spcAft>
                <a:spcPts val="0"/>
              </a:spcAft>
              <a:buSzPts val="1200"/>
              <a:buChar char="○"/>
              <a:defRPr sz="1200"/>
            </a:lvl8pPr>
            <a:lvl9pPr marL="4114800" indent="-304800" algn="l">
              <a:lnSpc>
                <a:spcPct val="100000"/>
              </a:lnSpc>
              <a:spcBef>
                <a:spcPts val="0"/>
              </a:spcBef>
              <a:spcAft>
                <a:spcPts val="0"/>
              </a:spcAft>
              <a:buSzPts val="1200"/>
              <a:buChar char="■"/>
              <a:defRPr sz="1200"/>
            </a:lvl9pPr>
          </a:lstStyle>
          <a:p xmlns:a="http://schemas.openxmlformats.org/drawingml/2006/main">
            <a:endParaRPr/>
          </a:p>
        </p:txBody>
      </p:sp>
      <p:sp>
        <p:nvSpPr>
          <p:cNvPr id="31" name="Google Shape;31;p25">
            <a:extLst xmlns:a="http://schemas.openxmlformats.org/drawingml/2006/main">
              <a:ext uri="{FF2B5EF4-FFF2-40B4-BE49-F238E27FC236}">
                <a16:creationId xmlns:a16="http://schemas.microsoft.com/office/drawing/2014/main" id="{CBB3CA94-6873-472C-8AC0-78698CAFA1C1}"/>
              </a:ext>
            </a:extLst>
          </p:cNvPr>
          <p:cNvSpPr>
            <a:spLocks xmlns:a="http://schemas.openxmlformats.org/drawingml/2006/main" noGrp="1"/>
          </p:cNvSpPr>
          <p:nvPr>
            <p:ph type="sldNum" idx="12"/>
          </p:nvPr>
        </p:nvSpPr>
        <p:spPr>
          <a:xfrm xmlns:a="http://schemas.openxmlformats.org/drawingml/2006/main">
            <a:off x="8472487" y="6218237"/>
            <a:ext cx="549275" cy="5238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1pPr>
            <a:lvl2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2pPr>
            <a:lvl3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3pPr>
            <a:lvl4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4pPr>
            <a:lvl5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5pPr>
            <a:lvl6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6pPr>
            <a:lvl7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7pPr>
            <a:lvl8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8pPr>
            <a:lvl9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8.xml><?xml version="1.0" encoding="utf-8"?>
<p:sldLayout xmlns:p="http://schemas.openxmlformats.org/presentationml/2006/main" matchingName="Title only" type="titleOnly">
  <p:cSld name="TITLE_ONLY">
    <p:spTree>
      <p:nvGrpSpPr>
        <p:cNvPr id="1" name=""/>
        <p:cNvGrpSpPr/>
        <p:nvPr/>
      </p:nvGrpSpPr>
      <p:grpSpPr>
        <a:xfrm xmlns:a="http://schemas.openxmlformats.org/drawingml/2006/main"/>
      </p:grpSpPr>
      <p:sp>
        <p:nvSpPr>
          <p:cNvPr id="33" name="Google Shape;33;p26">
            <a:extLst xmlns:a="http://schemas.openxmlformats.org/drawingml/2006/main">
              <a:ext uri="{FF2B5EF4-FFF2-40B4-BE49-F238E27FC236}">
                <a16:creationId xmlns:a16="http://schemas.microsoft.com/office/drawing/2014/main" id="{FB93C76D-5FFF-4D17-B2FB-759D064C7498}"/>
              </a:ext>
            </a:extLst>
          </p:cNvPr>
          <p:cNvSpPr>
            <a:spLocks xmlns:a="http://schemas.openxmlformats.org/drawingml/2006/main" noGrp="1"/>
          </p:cNvSpPr>
          <p:nvPr>
            <p:ph type="title" idx="0"/>
          </p:nvPr>
        </p:nvSpPr>
        <p:spPr>
          <a:xfrm xmlns:a="http://schemas.openxmlformats.org/drawingml/2006/main">
            <a:off x="311700" y="593367"/>
            <a:ext cx="8520600" cy="763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l">
              <a:spcBef>
                <a:spcPts val="0"/>
              </a:spcBef>
              <a:spcAft>
                <a:spcPts val="0"/>
              </a:spcAft>
              <a:buSzPts val="2800"/>
              <a:buNone/>
              <a:defRPr/>
            </a:lvl1pPr>
            <a:lvl2pPr algn="l">
              <a:spcBef>
                <a:spcPts val="0"/>
              </a:spcBef>
              <a:spcAft>
                <a:spcPts val="0"/>
              </a:spcAft>
              <a:buSzPts val="2800"/>
              <a:buNone/>
              <a:defRPr/>
            </a:lvl2pPr>
            <a:lvl3pPr algn="l">
              <a:spcBef>
                <a:spcPts val="0"/>
              </a:spcBef>
              <a:spcAft>
                <a:spcPts val="0"/>
              </a:spcAft>
              <a:buSzPts val="2800"/>
              <a:buNone/>
              <a:defRPr/>
            </a:lvl3pPr>
            <a:lvl4pPr algn="l">
              <a:spcBef>
                <a:spcPts val="0"/>
              </a:spcBef>
              <a:spcAft>
                <a:spcPts val="0"/>
              </a:spcAft>
              <a:buSzPts val="2800"/>
              <a:buNone/>
              <a:defRPr/>
            </a:lvl4pPr>
            <a:lvl5pPr algn="l">
              <a:spcBef>
                <a:spcPts val="0"/>
              </a:spcBef>
              <a:spcAft>
                <a:spcPts val="0"/>
              </a:spcAft>
              <a:buSzPts val="2800"/>
              <a:buNone/>
              <a:defRPr/>
            </a:lvl5pPr>
            <a:lvl6pPr algn="l">
              <a:lnSpc>
                <a:spcPct val="100000"/>
              </a:lnSpc>
              <a:spcBef>
                <a:spcPts val="0"/>
              </a:spcBef>
              <a:spcAft>
                <a:spcPts val="0"/>
              </a:spcAft>
              <a:buSzPts val="2800"/>
              <a:buNone/>
              <a:defRPr/>
            </a:lvl6pPr>
            <a:lvl7pPr algn="l">
              <a:lnSpc>
                <a:spcPct val="100000"/>
              </a:lnSpc>
              <a:spcBef>
                <a:spcPts val="0"/>
              </a:spcBef>
              <a:spcAft>
                <a:spcPts val="0"/>
              </a:spcAft>
              <a:buSzPts val="2800"/>
              <a:buNone/>
              <a:defRPr/>
            </a:lvl7pPr>
            <a:lvl8pPr algn="l">
              <a:lnSpc>
                <a:spcPct val="100000"/>
              </a:lnSpc>
              <a:spcBef>
                <a:spcPts val="0"/>
              </a:spcBef>
              <a:spcAft>
                <a:spcPts val="0"/>
              </a:spcAft>
              <a:buSzPts val="2800"/>
              <a:buNone/>
              <a:defRPr/>
            </a:lvl8pPr>
            <a:lvl9pPr algn="l">
              <a:lnSpc>
                <a:spcPct val="100000"/>
              </a:lnSpc>
              <a:spcBef>
                <a:spcPts val="0"/>
              </a:spcBef>
              <a:spcAft>
                <a:spcPts val="0"/>
              </a:spcAft>
              <a:buSzPts val="2800"/>
              <a:buNone/>
              <a:defRPr/>
            </a:lvl9pPr>
          </a:lstStyle>
          <a:p xmlns:a="http://schemas.openxmlformats.org/drawingml/2006/main">
            <a:endParaRPr/>
          </a:p>
        </p:txBody>
      </p:sp>
      <p:sp>
        <p:nvSpPr>
          <p:cNvPr id="34" name="Google Shape;34;p26">
            <a:extLst xmlns:a="http://schemas.openxmlformats.org/drawingml/2006/main">
              <a:ext uri="{FF2B5EF4-FFF2-40B4-BE49-F238E27FC236}">
                <a16:creationId xmlns:a16="http://schemas.microsoft.com/office/drawing/2014/main" id="{DF66BB2D-450D-4B66-9D05-92E3C45EA7A0}"/>
              </a:ext>
            </a:extLst>
          </p:cNvPr>
          <p:cNvSpPr>
            <a:spLocks xmlns:a="http://schemas.openxmlformats.org/drawingml/2006/main" noGrp="1"/>
          </p:cNvSpPr>
          <p:nvPr>
            <p:ph type="sldNum" idx="12"/>
          </p:nvPr>
        </p:nvSpPr>
        <p:spPr>
          <a:xfrm xmlns:a="http://schemas.openxmlformats.org/drawingml/2006/main">
            <a:off x="8472487" y="6218237"/>
            <a:ext cx="549275" cy="5238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1pPr>
            <a:lvl2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2pPr>
            <a:lvl3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3pPr>
            <a:lvl4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4pPr>
            <a:lvl5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5pPr>
            <a:lvl6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6pPr>
            <a:lvl7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7pPr>
            <a:lvl8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8pPr>
            <a:lvl9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9.xml><?xml version="1.0" encoding="utf-8"?>
<p:sldLayout xmlns:p="http://schemas.openxmlformats.org/presentationml/2006/main" matchingName="Title and two columns">
  <p:cSld name="TITLE_AND_TWO_COLUMNS">
    <p:spTree>
      <p:nvGrpSpPr>
        <p:cNvPr id="1" name=""/>
        <p:cNvGrpSpPr/>
        <p:nvPr/>
      </p:nvGrpSpPr>
      <p:grpSpPr>
        <a:xfrm xmlns:a="http://schemas.openxmlformats.org/drawingml/2006/main"/>
      </p:grpSpPr>
      <p:sp>
        <p:nvSpPr>
          <p:cNvPr id="36" name="Google Shape;36;p27">
            <a:extLst xmlns:a="http://schemas.openxmlformats.org/drawingml/2006/main">
              <a:ext uri="{FF2B5EF4-FFF2-40B4-BE49-F238E27FC236}">
                <a16:creationId xmlns:a16="http://schemas.microsoft.com/office/drawing/2014/main" id="{DAD14FA3-D38A-4454-97F1-988144F38878}"/>
              </a:ext>
            </a:extLst>
          </p:cNvPr>
          <p:cNvSpPr>
            <a:spLocks xmlns:a="http://schemas.openxmlformats.org/drawingml/2006/main" noGrp="1"/>
          </p:cNvSpPr>
          <p:nvPr>
            <p:ph type="title" idx="0"/>
          </p:nvPr>
        </p:nvSpPr>
        <p:spPr>
          <a:xfrm xmlns:a="http://schemas.openxmlformats.org/drawingml/2006/main">
            <a:off x="311700" y="593367"/>
            <a:ext cx="8520600" cy="763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l">
              <a:spcBef>
                <a:spcPts val="0"/>
              </a:spcBef>
              <a:spcAft>
                <a:spcPts val="0"/>
              </a:spcAft>
              <a:buSzPts val="2800"/>
              <a:buNone/>
              <a:defRPr/>
            </a:lvl1pPr>
            <a:lvl2pPr algn="l">
              <a:spcBef>
                <a:spcPts val="0"/>
              </a:spcBef>
              <a:spcAft>
                <a:spcPts val="0"/>
              </a:spcAft>
              <a:buSzPts val="2800"/>
              <a:buNone/>
              <a:defRPr/>
            </a:lvl2pPr>
            <a:lvl3pPr algn="l">
              <a:spcBef>
                <a:spcPts val="0"/>
              </a:spcBef>
              <a:spcAft>
                <a:spcPts val="0"/>
              </a:spcAft>
              <a:buSzPts val="2800"/>
              <a:buNone/>
              <a:defRPr/>
            </a:lvl3pPr>
            <a:lvl4pPr algn="l">
              <a:spcBef>
                <a:spcPts val="0"/>
              </a:spcBef>
              <a:spcAft>
                <a:spcPts val="0"/>
              </a:spcAft>
              <a:buSzPts val="2800"/>
              <a:buNone/>
              <a:defRPr/>
            </a:lvl4pPr>
            <a:lvl5pPr algn="l">
              <a:spcBef>
                <a:spcPts val="0"/>
              </a:spcBef>
              <a:spcAft>
                <a:spcPts val="0"/>
              </a:spcAft>
              <a:buSzPts val="2800"/>
              <a:buNone/>
              <a:defRPr/>
            </a:lvl5pPr>
            <a:lvl6pPr algn="l">
              <a:lnSpc>
                <a:spcPct val="100000"/>
              </a:lnSpc>
              <a:spcBef>
                <a:spcPts val="0"/>
              </a:spcBef>
              <a:spcAft>
                <a:spcPts val="0"/>
              </a:spcAft>
              <a:buSzPts val="2800"/>
              <a:buNone/>
              <a:defRPr/>
            </a:lvl6pPr>
            <a:lvl7pPr algn="l">
              <a:lnSpc>
                <a:spcPct val="100000"/>
              </a:lnSpc>
              <a:spcBef>
                <a:spcPts val="0"/>
              </a:spcBef>
              <a:spcAft>
                <a:spcPts val="0"/>
              </a:spcAft>
              <a:buSzPts val="2800"/>
              <a:buNone/>
              <a:defRPr/>
            </a:lvl7pPr>
            <a:lvl8pPr algn="l">
              <a:lnSpc>
                <a:spcPct val="100000"/>
              </a:lnSpc>
              <a:spcBef>
                <a:spcPts val="0"/>
              </a:spcBef>
              <a:spcAft>
                <a:spcPts val="0"/>
              </a:spcAft>
              <a:buSzPts val="2800"/>
              <a:buNone/>
              <a:defRPr/>
            </a:lvl8pPr>
            <a:lvl9pPr algn="l">
              <a:lnSpc>
                <a:spcPct val="100000"/>
              </a:lnSpc>
              <a:spcBef>
                <a:spcPts val="0"/>
              </a:spcBef>
              <a:spcAft>
                <a:spcPts val="0"/>
              </a:spcAft>
              <a:buSzPts val="2800"/>
              <a:buNone/>
              <a:defRPr/>
            </a:lvl9pPr>
          </a:lstStyle>
          <a:p xmlns:a="http://schemas.openxmlformats.org/drawingml/2006/main">
            <a:endParaRPr/>
          </a:p>
        </p:txBody>
      </p:sp>
      <p:sp>
        <p:nvSpPr>
          <p:cNvPr id="37" name="Google Shape;37;p27">
            <a:extLst xmlns:a="http://schemas.openxmlformats.org/drawingml/2006/main">
              <a:ext uri="{FF2B5EF4-FFF2-40B4-BE49-F238E27FC236}">
                <a16:creationId xmlns:a16="http://schemas.microsoft.com/office/drawing/2014/main" id="{DFD2190D-E013-465D-8A42-2AB9551FB8D2}"/>
              </a:ext>
            </a:extLst>
          </p:cNvPr>
          <p:cNvSpPr>
            <a:spLocks xmlns:a="http://schemas.openxmlformats.org/drawingml/2006/main" noGrp="1"/>
          </p:cNvSpPr>
          <p:nvPr>
            <p:ph type="body" idx="1"/>
          </p:nvPr>
        </p:nvSpPr>
        <p:spPr>
          <a:xfrm xmlns:a="http://schemas.openxmlformats.org/drawingml/2006/main">
            <a:off x="311700" y="1536633"/>
            <a:ext cx="3999900" cy="4555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17500" algn="l">
              <a:spcBef>
                <a:spcPts val="0"/>
              </a:spcBef>
              <a:spcAft>
                <a:spcPts val="0"/>
              </a:spcAft>
              <a:buSzPts val="1400"/>
              <a:buChar char="●"/>
              <a:defRPr sz="1400"/>
            </a:lvl1pPr>
            <a:lvl2pPr marL="914400" indent="-304800" algn="l">
              <a:spcBef>
                <a:spcPts val="0"/>
              </a:spcBef>
              <a:spcAft>
                <a:spcPts val="0"/>
              </a:spcAft>
              <a:buSzPts val="1200"/>
              <a:buChar char="○"/>
              <a:defRPr sz="1200"/>
            </a:lvl2pPr>
            <a:lvl3pPr marL="1371600" indent="-304800" algn="l">
              <a:spcBef>
                <a:spcPts val="0"/>
              </a:spcBef>
              <a:spcAft>
                <a:spcPts val="0"/>
              </a:spcAft>
              <a:buSzPts val="1200"/>
              <a:buChar char="■"/>
              <a:defRPr sz="1200"/>
            </a:lvl3pPr>
            <a:lvl4pPr marL="1828800" indent="-304800" algn="l">
              <a:spcBef>
                <a:spcPts val="0"/>
              </a:spcBef>
              <a:spcAft>
                <a:spcPts val="0"/>
              </a:spcAft>
              <a:buSzPts val="1200"/>
              <a:buChar char="●"/>
              <a:defRPr sz="1200"/>
            </a:lvl4pPr>
            <a:lvl5pPr marL="2286000" indent="-304800" algn="l">
              <a:spcBef>
                <a:spcPts val="0"/>
              </a:spcBef>
              <a:spcAft>
                <a:spcPts val="0"/>
              </a:spcAft>
              <a:buSzPts val="1200"/>
              <a:buChar char="○"/>
              <a:defRPr sz="1200"/>
            </a:lvl5pPr>
            <a:lvl6pPr marL="2743200" indent="-304800" algn="l">
              <a:lnSpc>
                <a:spcPct val="100000"/>
              </a:lnSpc>
              <a:spcBef>
                <a:spcPts val="0"/>
              </a:spcBef>
              <a:spcAft>
                <a:spcPts val="0"/>
              </a:spcAft>
              <a:buSzPts val="1200"/>
              <a:buChar char="■"/>
              <a:defRPr sz="1200"/>
            </a:lvl6pPr>
            <a:lvl7pPr marL="3200400" indent="-304800" algn="l">
              <a:lnSpc>
                <a:spcPct val="100000"/>
              </a:lnSpc>
              <a:spcBef>
                <a:spcPts val="0"/>
              </a:spcBef>
              <a:spcAft>
                <a:spcPts val="0"/>
              </a:spcAft>
              <a:buSzPts val="1200"/>
              <a:buChar char="●"/>
              <a:defRPr sz="1200"/>
            </a:lvl7pPr>
            <a:lvl8pPr marL="3657600" indent="-304800" algn="l">
              <a:lnSpc>
                <a:spcPct val="100000"/>
              </a:lnSpc>
              <a:spcBef>
                <a:spcPts val="0"/>
              </a:spcBef>
              <a:spcAft>
                <a:spcPts val="0"/>
              </a:spcAft>
              <a:buSzPts val="1200"/>
              <a:buChar char="○"/>
              <a:defRPr sz="1200"/>
            </a:lvl8pPr>
            <a:lvl9pPr marL="4114800" indent="-304800" algn="l">
              <a:lnSpc>
                <a:spcPct val="100000"/>
              </a:lnSpc>
              <a:spcBef>
                <a:spcPts val="0"/>
              </a:spcBef>
              <a:spcAft>
                <a:spcPts val="0"/>
              </a:spcAft>
              <a:buSzPts val="1200"/>
              <a:buChar char="■"/>
              <a:defRPr sz="1200"/>
            </a:lvl9pPr>
          </a:lstStyle>
          <a:p xmlns:a="http://schemas.openxmlformats.org/drawingml/2006/main">
            <a:endParaRPr/>
          </a:p>
        </p:txBody>
      </p:sp>
      <p:sp>
        <p:nvSpPr>
          <p:cNvPr id="38" name="Google Shape;38;p27">
            <a:extLst xmlns:a="http://schemas.openxmlformats.org/drawingml/2006/main">
              <a:ext uri="{FF2B5EF4-FFF2-40B4-BE49-F238E27FC236}">
                <a16:creationId xmlns:a16="http://schemas.microsoft.com/office/drawing/2014/main" id="{207B7A13-4523-42B8-A6AE-74ED20A26EC0}"/>
              </a:ext>
            </a:extLst>
          </p:cNvPr>
          <p:cNvSpPr>
            <a:spLocks xmlns:a="http://schemas.openxmlformats.org/drawingml/2006/main" noGrp="1"/>
          </p:cNvSpPr>
          <p:nvPr>
            <p:ph type="body" idx="2"/>
          </p:nvPr>
        </p:nvSpPr>
        <p:spPr>
          <a:xfrm xmlns:a="http://schemas.openxmlformats.org/drawingml/2006/main">
            <a:off x="4832400" y="1536633"/>
            <a:ext cx="3999900" cy="4555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17500" algn="l">
              <a:spcBef>
                <a:spcPts val="0"/>
              </a:spcBef>
              <a:spcAft>
                <a:spcPts val="0"/>
              </a:spcAft>
              <a:buSzPts val="1400"/>
              <a:buChar char="●"/>
              <a:defRPr sz="1400"/>
            </a:lvl1pPr>
            <a:lvl2pPr marL="914400" indent="-304800" algn="l">
              <a:spcBef>
                <a:spcPts val="0"/>
              </a:spcBef>
              <a:spcAft>
                <a:spcPts val="0"/>
              </a:spcAft>
              <a:buSzPts val="1200"/>
              <a:buChar char="○"/>
              <a:defRPr sz="1200"/>
            </a:lvl2pPr>
            <a:lvl3pPr marL="1371600" indent="-304800" algn="l">
              <a:spcBef>
                <a:spcPts val="0"/>
              </a:spcBef>
              <a:spcAft>
                <a:spcPts val="0"/>
              </a:spcAft>
              <a:buSzPts val="1200"/>
              <a:buChar char="■"/>
              <a:defRPr sz="1200"/>
            </a:lvl3pPr>
            <a:lvl4pPr marL="1828800" indent="-304800" algn="l">
              <a:spcBef>
                <a:spcPts val="0"/>
              </a:spcBef>
              <a:spcAft>
                <a:spcPts val="0"/>
              </a:spcAft>
              <a:buSzPts val="1200"/>
              <a:buChar char="●"/>
              <a:defRPr sz="1200"/>
            </a:lvl4pPr>
            <a:lvl5pPr marL="2286000" indent="-304800" algn="l">
              <a:spcBef>
                <a:spcPts val="0"/>
              </a:spcBef>
              <a:spcAft>
                <a:spcPts val="0"/>
              </a:spcAft>
              <a:buSzPts val="1200"/>
              <a:buChar char="○"/>
              <a:defRPr sz="1200"/>
            </a:lvl5pPr>
            <a:lvl6pPr marL="2743200" indent="-304800" algn="l">
              <a:lnSpc>
                <a:spcPct val="100000"/>
              </a:lnSpc>
              <a:spcBef>
                <a:spcPts val="0"/>
              </a:spcBef>
              <a:spcAft>
                <a:spcPts val="0"/>
              </a:spcAft>
              <a:buSzPts val="1200"/>
              <a:buChar char="■"/>
              <a:defRPr sz="1200"/>
            </a:lvl6pPr>
            <a:lvl7pPr marL="3200400" indent="-304800" algn="l">
              <a:lnSpc>
                <a:spcPct val="100000"/>
              </a:lnSpc>
              <a:spcBef>
                <a:spcPts val="0"/>
              </a:spcBef>
              <a:spcAft>
                <a:spcPts val="0"/>
              </a:spcAft>
              <a:buSzPts val="1200"/>
              <a:buChar char="●"/>
              <a:defRPr sz="1200"/>
            </a:lvl7pPr>
            <a:lvl8pPr marL="3657600" indent="-304800" algn="l">
              <a:lnSpc>
                <a:spcPct val="100000"/>
              </a:lnSpc>
              <a:spcBef>
                <a:spcPts val="0"/>
              </a:spcBef>
              <a:spcAft>
                <a:spcPts val="0"/>
              </a:spcAft>
              <a:buSzPts val="1200"/>
              <a:buChar char="○"/>
              <a:defRPr sz="1200"/>
            </a:lvl8pPr>
            <a:lvl9pPr marL="4114800" indent="-304800" algn="l">
              <a:lnSpc>
                <a:spcPct val="100000"/>
              </a:lnSpc>
              <a:spcBef>
                <a:spcPts val="0"/>
              </a:spcBef>
              <a:spcAft>
                <a:spcPts val="0"/>
              </a:spcAft>
              <a:buSzPts val="1200"/>
              <a:buChar char="■"/>
              <a:defRPr sz="1200"/>
            </a:lvl9pPr>
          </a:lstStyle>
          <a:p xmlns:a="http://schemas.openxmlformats.org/drawingml/2006/main">
            <a:endParaRPr/>
          </a:p>
        </p:txBody>
      </p:sp>
      <p:sp>
        <p:nvSpPr>
          <p:cNvPr id="39" name="Google Shape;39;p27">
            <a:extLst xmlns:a="http://schemas.openxmlformats.org/drawingml/2006/main">
              <a:ext uri="{FF2B5EF4-FFF2-40B4-BE49-F238E27FC236}">
                <a16:creationId xmlns:a16="http://schemas.microsoft.com/office/drawing/2014/main" id="{F78C96F5-DD23-4758-A72A-4741E9C2572D}"/>
              </a:ext>
            </a:extLst>
          </p:cNvPr>
          <p:cNvSpPr>
            <a:spLocks xmlns:a="http://schemas.openxmlformats.org/drawingml/2006/main" noGrp="1"/>
          </p:cNvSpPr>
          <p:nvPr>
            <p:ph type="sldNum" idx="12"/>
          </p:nvPr>
        </p:nvSpPr>
        <p:spPr>
          <a:xfrm xmlns:a="http://schemas.openxmlformats.org/drawingml/2006/main">
            <a:off x="8472487" y="6218237"/>
            <a:ext cx="549275" cy="5238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1pPr>
            <a:lvl2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2pPr>
            <a:lvl3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3pPr>
            <a:lvl4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4pPr>
            <a:lvl5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5pPr>
            <a:lvl6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6pPr>
            <a:lvl7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7pPr>
            <a:lvl8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8pPr>
            <a:lvl9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0.xml><?xml version="1.0" encoding="utf-8"?>
<p:sldLayout xmlns:p="http://schemas.openxmlformats.org/presentationml/2006/main" matchingName="Title and body">
  <p:cSld name="TITLE_AND_BODY">
    <p:spTree>
      <p:nvGrpSpPr>
        <p:cNvPr id="1" name=""/>
        <p:cNvGrpSpPr/>
        <p:nvPr/>
      </p:nvGrpSpPr>
      <p:grpSpPr>
        <a:xfrm xmlns:a="http://schemas.openxmlformats.org/drawingml/2006/main"/>
      </p:grpSpPr>
      <p:sp>
        <p:nvSpPr>
          <p:cNvPr id="41" name="Google Shape;41;p28">
            <a:extLst xmlns:a="http://schemas.openxmlformats.org/drawingml/2006/main">
              <a:ext uri="{FF2B5EF4-FFF2-40B4-BE49-F238E27FC236}">
                <a16:creationId xmlns:a16="http://schemas.microsoft.com/office/drawing/2014/main" id="{B5B90D69-1F5C-4896-8055-5032556EC24D}"/>
              </a:ext>
            </a:extLst>
          </p:cNvPr>
          <p:cNvSpPr>
            <a:spLocks xmlns:a="http://schemas.openxmlformats.org/drawingml/2006/main" noGrp="1"/>
          </p:cNvSpPr>
          <p:nvPr>
            <p:ph type="title" idx="0"/>
          </p:nvPr>
        </p:nvSpPr>
        <p:spPr>
          <a:xfrm xmlns:a="http://schemas.openxmlformats.org/drawingml/2006/main">
            <a:off x="311700" y="593367"/>
            <a:ext cx="8520600" cy="763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l">
              <a:spcBef>
                <a:spcPts val="0"/>
              </a:spcBef>
              <a:spcAft>
                <a:spcPts val="0"/>
              </a:spcAft>
              <a:buSzPts val="2800"/>
              <a:buNone/>
              <a:defRPr/>
            </a:lvl1pPr>
            <a:lvl2pPr algn="l">
              <a:spcBef>
                <a:spcPts val="0"/>
              </a:spcBef>
              <a:spcAft>
                <a:spcPts val="0"/>
              </a:spcAft>
              <a:buSzPts val="2800"/>
              <a:buNone/>
              <a:defRPr/>
            </a:lvl2pPr>
            <a:lvl3pPr algn="l">
              <a:spcBef>
                <a:spcPts val="0"/>
              </a:spcBef>
              <a:spcAft>
                <a:spcPts val="0"/>
              </a:spcAft>
              <a:buSzPts val="2800"/>
              <a:buNone/>
              <a:defRPr/>
            </a:lvl3pPr>
            <a:lvl4pPr algn="l">
              <a:spcBef>
                <a:spcPts val="0"/>
              </a:spcBef>
              <a:spcAft>
                <a:spcPts val="0"/>
              </a:spcAft>
              <a:buSzPts val="2800"/>
              <a:buNone/>
              <a:defRPr/>
            </a:lvl4pPr>
            <a:lvl5pPr algn="l">
              <a:spcBef>
                <a:spcPts val="0"/>
              </a:spcBef>
              <a:spcAft>
                <a:spcPts val="0"/>
              </a:spcAft>
              <a:buSzPts val="2800"/>
              <a:buNone/>
              <a:defRPr/>
            </a:lvl5pPr>
            <a:lvl6pPr algn="l">
              <a:lnSpc>
                <a:spcPct val="100000"/>
              </a:lnSpc>
              <a:spcBef>
                <a:spcPts val="0"/>
              </a:spcBef>
              <a:spcAft>
                <a:spcPts val="0"/>
              </a:spcAft>
              <a:buSzPts val="2800"/>
              <a:buNone/>
              <a:defRPr/>
            </a:lvl6pPr>
            <a:lvl7pPr algn="l">
              <a:lnSpc>
                <a:spcPct val="100000"/>
              </a:lnSpc>
              <a:spcBef>
                <a:spcPts val="0"/>
              </a:spcBef>
              <a:spcAft>
                <a:spcPts val="0"/>
              </a:spcAft>
              <a:buSzPts val="2800"/>
              <a:buNone/>
              <a:defRPr/>
            </a:lvl7pPr>
            <a:lvl8pPr algn="l">
              <a:lnSpc>
                <a:spcPct val="100000"/>
              </a:lnSpc>
              <a:spcBef>
                <a:spcPts val="0"/>
              </a:spcBef>
              <a:spcAft>
                <a:spcPts val="0"/>
              </a:spcAft>
              <a:buSzPts val="2800"/>
              <a:buNone/>
              <a:defRPr/>
            </a:lvl8pPr>
            <a:lvl9pPr algn="l">
              <a:lnSpc>
                <a:spcPct val="100000"/>
              </a:lnSpc>
              <a:spcBef>
                <a:spcPts val="0"/>
              </a:spcBef>
              <a:spcAft>
                <a:spcPts val="0"/>
              </a:spcAft>
              <a:buSzPts val="2800"/>
              <a:buNone/>
              <a:defRPr/>
            </a:lvl9pPr>
          </a:lstStyle>
          <a:p xmlns:a="http://schemas.openxmlformats.org/drawingml/2006/main">
            <a:endParaRPr/>
          </a:p>
        </p:txBody>
      </p:sp>
      <p:sp>
        <p:nvSpPr>
          <p:cNvPr id="42" name="Google Shape;42;p28">
            <a:extLst xmlns:a="http://schemas.openxmlformats.org/drawingml/2006/main">
              <a:ext uri="{FF2B5EF4-FFF2-40B4-BE49-F238E27FC236}">
                <a16:creationId xmlns:a16="http://schemas.microsoft.com/office/drawing/2014/main" id="{D021078C-49D2-4F41-82CD-431CC6069C38}"/>
              </a:ext>
            </a:extLst>
          </p:cNvPr>
          <p:cNvSpPr>
            <a:spLocks xmlns:a="http://schemas.openxmlformats.org/drawingml/2006/main" noGrp="1"/>
          </p:cNvSpPr>
          <p:nvPr>
            <p:ph type="body" idx="1"/>
          </p:nvPr>
        </p:nvSpPr>
        <p:spPr>
          <a:xfrm xmlns:a="http://schemas.openxmlformats.org/drawingml/2006/main">
            <a:off x="311700" y="1536633"/>
            <a:ext cx="8520600" cy="4555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42900" algn="l">
              <a:spcBef>
                <a:spcPts val="0"/>
              </a:spcBef>
              <a:spcAft>
                <a:spcPts val="0"/>
              </a:spcAft>
              <a:buSzPts val="1800"/>
              <a:buChar char="●"/>
              <a:defRPr/>
            </a:lvl1pPr>
            <a:lvl2pPr marL="914400" indent="-317500" algn="l">
              <a:spcBef>
                <a:spcPts val="0"/>
              </a:spcBef>
              <a:spcAft>
                <a:spcPts val="0"/>
              </a:spcAft>
              <a:buSzPts val="1400"/>
              <a:buChar char="○"/>
              <a:defRPr/>
            </a:lvl2pPr>
            <a:lvl3pPr marL="1371600" indent="-317500" algn="l">
              <a:spcBef>
                <a:spcPts val="0"/>
              </a:spcBef>
              <a:spcAft>
                <a:spcPts val="0"/>
              </a:spcAft>
              <a:buSzPts val="1400"/>
              <a:buChar char="■"/>
              <a:defRPr/>
            </a:lvl3pPr>
            <a:lvl4pPr marL="1828800" indent="-317500" algn="l">
              <a:spcBef>
                <a:spcPts val="0"/>
              </a:spcBef>
              <a:spcAft>
                <a:spcPts val="0"/>
              </a:spcAft>
              <a:buSzPts val="1400"/>
              <a:buChar char="●"/>
              <a:defRPr/>
            </a:lvl4pPr>
            <a:lvl5pPr marL="2286000" indent="-317500" algn="l">
              <a:spcBef>
                <a:spcPts val="0"/>
              </a:spcBef>
              <a:spcAft>
                <a:spcPts val="0"/>
              </a:spcAft>
              <a:buSzPts val="1400"/>
              <a:buChar char="○"/>
              <a:defRPr/>
            </a:lvl5pPr>
            <a:lvl6pPr marL="2743200" indent="-317500" algn="l">
              <a:lnSpc>
                <a:spcPct val="100000"/>
              </a:lnSpc>
              <a:spcBef>
                <a:spcPts val="0"/>
              </a:spcBef>
              <a:spcAft>
                <a:spcPts val="0"/>
              </a:spcAft>
              <a:buSzPts val="1400"/>
              <a:buChar char="■"/>
              <a:defRPr/>
            </a:lvl6pPr>
            <a:lvl7pPr marL="3200400" indent="-317500" algn="l">
              <a:lnSpc>
                <a:spcPct val="100000"/>
              </a:lnSpc>
              <a:spcBef>
                <a:spcPts val="0"/>
              </a:spcBef>
              <a:spcAft>
                <a:spcPts val="0"/>
              </a:spcAft>
              <a:buSzPts val="1400"/>
              <a:buChar char="●"/>
              <a:defRPr/>
            </a:lvl7pPr>
            <a:lvl8pPr marL="3657600" indent="-317500" algn="l">
              <a:lnSpc>
                <a:spcPct val="100000"/>
              </a:lnSpc>
              <a:spcBef>
                <a:spcPts val="0"/>
              </a:spcBef>
              <a:spcAft>
                <a:spcPts val="0"/>
              </a:spcAft>
              <a:buSzPts val="1400"/>
              <a:buChar char="○"/>
              <a:defRPr/>
            </a:lvl8pPr>
            <a:lvl9pPr marL="4114800" indent="-317500" algn="l">
              <a:lnSpc>
                <a:spcPct val="100000"/>
              </a:lnSpc>
              <a:spcBef>
                <a:spcPts val="0"/>
              </a:spcBef>
              <a:spcAft>
                <a:spcPts val="0"/>
              </a:spcAft>
              <a:buSzPts val="1400"/>
              <a:buChar char="■"/>
              <a:defRPr/>
            </a:lvl9pPr>
          </a:lstStyle>
          <a:p xmlns:a="http://schemas.openxmlformats.org/drawingml/2006/main">
            <a:endParaRPr/>
          </a:p>
        </p:txBody>
      </p:sp>
      <p:sp>
        <p:nvSpPr>
          <p:cNvPr id="43" name="Google Shape;43;p28">
            <a:extLst xmlns:a="http://schemas.openxmlformats.org/drawingml/2006/main">
              <a:ext uri="{FF2B5EF4-FFF2-40B4-BE49-F238E27FC236}">
                <a16:creationId xmlns:a16="http://schemas.microsoft.com/office/drawing/2014/main" id="{7AE0DF95-0E9D-431B-B603-7CD5E5041515}"/>
              </a:ext>
            </a:extLst>
          </p:cNvPr>
          <p:cNvSpPr>
            <a:spLocks xmlns:a="http://schemas.openxmlformats.org/drawingml/2006/main" noGrp="1"/>
          </p:cNvSpPr>
          <p:nvPr>
            <p:ph type="sldNum" idx="12"/>
          </p:nvPr>
        </p:nvSpPr>
        <p:spPr>
          <a:xfrm xmlns:a="http://schemas.openxmlformats.org/drawingml/2006/main">
            <a:off x="8472487" y="6218237"/>
            <a:ext cx="549275" cy="5238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1pPr>
            <a:lvl2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2pPr>
            <a:lvl3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3pPr>
            <a:lvl4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4pPr>
            <a:lvl5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5pPr>
            <a:lvl6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6pPr>
            <a:lvl7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7pPr>
            <a:lvl8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8pPr>
            <a:lvl9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1.xml><?xml version="1.0" encoding="utf-8"?>
<p:sldLayout xmlns:p="http://schemas.openxmlformats.org/presentationml/2006/main" matchingName="Section title and description">
  <p:cSld name="Section title and description">
    <p:spTree>
      <p:nvGrpSpPr>
        <p:cNvPr id="1" name=""/>
        <p:cNvGrpSpPr/>
        <p:nvPr/>
      </p:nvGrpSpPr>
      <p:grpSpPr>
        <a:xfrm xmlns:a="http://schemas.openxmlformats.org/drawingml/2006/main"/>
      </p:grpSpPr>
      <p:sp>
        <p:nvSpPr>
          <p:cNvPr id="50" name="Google Shape;50;p30">
            <a:extLst xmlns:a="http://schemas.openxmlformats.org/drawingml/2006/main">
              <a:ext uri="{FF2B5EF4-FFF2-40B4-BE49-F238E27FC236}">
                <a16:creationId xmlns:a16="http://schemas.microsoft.com/office/drawing/2014/main" id="{5F26F91F-9D79-4876-943C-C5678B2EEF58}"/>
              </a:ext>
            </a:extLst>
          </p:cNvPr>
          <p:cNvSpPr>
            <a:spLocks xmlns:a="http://schemas.openxmlformats.org/drawingml/2006/main" noGrp="1"/>
          </p:cNvSpPr>
          <p:nvPr>
            <p:ph type="title" idx="0"/>
          </p:nvPr>
        </p:nvSpPr>
        <p:spPr>
          <a:xfrm xmlns:a="http://schemas.openxmlformats.org/drawingml/2006/main">
            <a:off x="265500" y="1644233"/>
            <a:ext cx="4045200" cy="1976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rmAutofit/>
          </a:bodyPr>
          <a:lstStyle xmlns:a="http://schemas.openxmlformats.org/drawingml/2006/main">
            <a:lvl1pPr algn="ctr">
              <a:spcBef>
                <a:spcPts val="0"/>
              </a:spcBef>
              <a:spcAft>
                <a:spcPts val="0"/>
              </a:spcAft>
              <a:buSzPts val="4200"/>
              <a:buNone/>
              <a:defRPr sz="4200"/>
            </a:lvl1pPr>
            <a:lvl2pPr algn="ctr">
              <a:spcBef>
                <a:spcPts val="0"/>
              </a:spcBef>
              <a:spcAft>
                <a:spcPts val="0"/>
              </a:spcAft>
              <a:buSzPts val="4200"/>
              <a:buNone/>
              <a:defRPr sz="4200"/>
            </a:lvl2pPr>
            <a:lvl3pPr algn="ctr">
              <a:spcBef>
                <a:spcPts val="0"/>
              </a:spcBef>
              <a:spcAft>
                <a:spcPts val="0"/>
              </a:spcAft>
              <a:buSzPts val="4200"/>
              <a:buNone/>
              <a:defRPr sz="4200"/>
            </a:lvl3pPr>
            <a:lvl4pPr algn="ctr">
              <a:spcBef>
                <a:spcPts val="0"/>
              </a:spcBef>
              <a:spcAft>
                <a:spcPts val="0"/>
              </a:spcAft>
              <a:buSzPts val="4200"/>
              <a:buNone/>
              <a:defRPr sz="4200"/>
            </a:lvl4pPr>
            <a:lvl5pPr algn="ctr">
              <a:spcBef>
                <a:spcPts val="0"/>
              </a:spcBef>
              <a:spcAft>
                <a:spcPts val="0"/>
              </a:spcAft>
              <a:buSzPts val="4200"/>
              <a:buNone/>
              <a:defRPr sz="4200"/>
            </a:lvl5pPr>
            <a:lvl6pPr algn="ctr">
              <a:lnSpc>
                <a:spcPct val="100000"/>
              </a:lnSpc>
              <a:spcBef>
                <a:spcPts val="0"/>
              </a:spcBef>
              <a:spcAft>
                <a:spcPts val="0"/>
              </a:spcAft>
              <a:buSzPts val="4200"/>
              <a:buNone/>
              <a:defRPr sz="4200"/>
            </a:lvl6pPr>
            <a:lvl7pPr algn="ctr">
              <a:lnSpc>
                <a:spcPct val="100000"/>
              </a:lnSpc>
              <a:spcBef>
                <a:spcPts val="0"/>
              </a:spcBef>
              <a:spcAft>
                <a:spcPts val="0"/>
              </a:spcAft>
              <a:buSzPts val="4200"/>
              <a:buNone/>
              <a:defRPr sz="4200"/>
            </a:lvl7pPr>
            <a:lvl8pPr algn="ctr">
              <a:lnSpc>
                <a:spcPct val="100000"/>
              </a:lnSpc>
              <a:spcBef>
                <a:spcPts val="0"/>
              </a:spcBef>
              <a:spcAft>
                <a:spcPts val="0"/>
              </a:spcAft>
              <a:buSzPts val="4200"/>
              <a:buNone/>
              <a:defRPr sz="4200"/>
            </a:lvl8pPr>
            <a:lvl9pPr algn="ctr">
              <a:lnSpc>
                <a:spcPct val="100000"/>
              </a:lnSpc>
              <a:spcBef>
                <a:spcPts val="0"/>
              </a:spcBef>
              <a:spcAft>
                <a:spcPts val="0"/>
              </a:spcAft>
              <a:buSzPts val="4200"/>
              <a:buNone/>
              <a:defRPr sz="4200"/>
            </a:lvl9pPr>
          </a:lstStyle>
          <a:p xmlns:a="http://schemas.openxmlformats.org/drawingml/2006/main">
            <a:endParaRPr/>
          </a:p>
        </p:txBody>
      </p:sp>
      <p:sp>
        <p:nvSpPr>
          <p:cNvPr id="51" name="Google Shape;51;p30">
            <a:extLst xmlns:a="http://schemas.openxmlformats.org/drawingml/2006/main">
              <a:ext uri="{FF2B5EF4-FFF2-40B4-BE49-F238E27FC236}">
                <a16:creationId xmlns:a16="http://schemas.microsoft.com/office/drawing/2014/main" id="{9FD5B2BC-ECD1-439A-8B98-8EFAF79DBCF0}"/>
              </a:ext>
            </a:extLst>
          </p:cNvPr>
          <p:cNvSpPr>
            <a:spLocks xmlns:a="http://schemas.openxmlformats.org/drawingml/2006/main" noGrp="1"/>
          </p:cNvSpPr>
          <p:nvPr>
            <p:ph type="subTitle" idx="1"/>
          </p:nvPr>
        </p:nvSpPr>
        <p:spPr>
          <a:xfrm xmlns:a="http://schemas.openxmlformats.org/drawingml/2006/main">
            <a:off x="265500" y="3737433"/>
            <a:ext cx="4045200" cy="164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ctr">
              <a:lnSpc>
                <a:spcPct val="100000"/>
              </a:lnSpc>
              <a:spcBef>
                <a:spcPts val="0"/>
              </a:spcBef>
              <a:spcAft>
                <a:spcPts val="0"/>
              </a:spcAft>
              <a:buSzPts val="2100"/>
              <a:buNone/>
              <a:defRPr sz="2100"/>
            </a:lvl1pPr>
            <a:lvl2pPr algn="ctr">
              <a:lnSpc>
                <a:spcPct val="100000"/>
              </a:lnSpc>
              <a:spcBef>
                <a:spcPts val="0"/>
              </a:spcBef>
              <a:spcAft>
                <a:spcPts val="0"/>
              </a:spcAft>
              <a:buSzPts val="2100"/>
              <a:buNone/>
              <a:defRPr sz="2100"/>
            </a:lvl2pPr>
            <a:lvl3pPr algn="ctr">
              <a:lnSpc>
                <a:spcPct val="100000"/>
              </a:lnSpc>
              <a:spcBef>
                <a:spcPts val="0"/>
              </a:spcBef>
              <a:spcAft>
                <a:spcPts val="0"/>
              </a:spcAft>
              <a:buSzPts val="2100"/>
              <a:buNone/>
              <a:defRPr sz="2100"/>
            </a:lvl3pPr>
            <a:lvl4pPr algn="ctr">
              <a:lnSpc>
                <a:spcPct val="100000"/>
              </a:lnSpc>
              <a:spcBef>
                <a:spcPts val="0"/>
              </a:spcBef>
              <a:spcAft>
                <a:spcPts val="0"/>
              </a:spcAft>
              <a:buSzPts val="2100"/>
              <a:buNone/>
              <a:defRPr sz="2100"/>
            </a:lvl4pPr>
            <a:lvl5pPr algn="ctr">
              <a:lnSpc>
                <a:spcPct val="100000"/>
              </a:lnSpc>
              <a:spcBef>
                <a:spcPts val="0"/>
              </a:spcBef>
              <a:spcAft>
                <a:spcPts val="0"/>
              </a:spcAft>
              <a:buSzPts val="2100"/>
              <a:buNone/>
              <a:defRPr sz="2100"/>
            </a:lvl5pPr>
            <a:lvl6pPr algn="ctr">
              <a:lnSpc>
                <a:spcPct val="100000"/>
              </a:lnSpc>
              <a:spcBef>
                <a:spcPts val="0"/>
              </a:spcBef>
              <a:spcAft>
                <a:spcPts val="0"/>
              </a:spcAft>
              <a:buSzPts val="2100"/>
              <a:buNone/>
              <a:defRPr sz="2100"/>
            </a:lvl6pPr>
            <a:lvl7pPr algn="ctr">
              <a:lnSpc>
                <a:spcPct val="100000"/>
              </a:lnSpc>
              <a:spcBef>
                <a:spcPts val="0"/>
              </a:spcBef>
              <a:spcAft>
                <a:spcPts val="0"/>
              </a:spcAft>
              <a:buSzPts val="2100"/>
              <a:buNone/>
              <a:defRPr sz="2100"/>
            </a:lvl7pPr>
            <a:lvl8pPr algn="ctr">
              <a:lnSpc>
                <a:spcPct val="100000"/>
              </a:lnSpc>
              <a:spcBef>
                <a:spcPts val="0"/>
              </a:spcBef>
              <a:spcAft>
                <a:spcPts val="0"/>
              </a:spcAft>
              <a:buSzPts val="2100"/>
              <a:buNone/>
              <a:defRPr sz="2100"/>
            </a:lvl8pPr>
            <a:lvl9pPr algn="ctr">
              <a:lnSpc>
                <a:spcPct val="100000"/>
              </a:lnSpc>
              <a:spcBef>
                <a:spcPts val="0"/>
              </a:spcBef>
              <a:spcAft>
                <a:spcPts val="0"/>
              </a:spcAft>
              <a:buSzPts val="2100"/>
              <a:buNone/>
              <a:defRPr sz="2100"/>
            </a:lvl9pPr>
          </a:lstStyle>
          <a:p xmlns:a="http://schemas.openxmlformats.org/drawingml/2006/main">
            <a:endParaRPr/>
          </a:p>
        </p:txBody>
      </p:sp>
      <p:sp>
        <p:nvSpPr>
          <p:cNvPr id="52" name="Google Shape;52;p30">
            <a:extLst xmlns:a="http://schemas.openxmlformats.org/drawingml/2006/main">
              <a:ext uri="{FF2B5EF4-FFF2-40B4-BE49-F238E27FC236}">
                <a16:creationId xmlns:a16="http://schemas.microsoft.com/office/drawing/2014/main" id="{6045A887-311C-4FFC-8C73-DEA9F998D507}"/>
              </a:ext>
            </a:extLst>
          </p:cNvPr>
          <p:cNvSpPr>
            <a:spLocks xmlns:a="http://schemas.openxmlformats.org/drawingml/2006/main" noGrp="1"/>
          </p:cNvSpPr>
          <p:nvPr>
            <p:ph type="body" idx="2"/>
          </p:nvPr>
        </p:nvSpPr>
        <p:spPr>
          <a:xfrm xmlns:a="http://schemas.openxmlformats.org/drawingml/2006/main">
            <a:off x="4939500" y="965433"/>
            <a:ext cx="3837000" cy="4926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457200" indent="-342900" algn="l">
              <a:spcBef>
                <a:spcPts val="0"/>
              </a:spcBef>
              <a:spcAft>
                <a:spcPts val="0"/>
              </a:spcAft>
              <a:buSzPts val="1800"/>
              <a:buChar char="●"/>
              <a:defRPr/>
            </a:lvl1pPr>
            <a:lvl2pPr marL="914400" indent="-317500" algn="l">
              <a:spcBef>
                <a:spcPts val="0"/>
              </a:spcBef>
              <a:spcAft>
                <a:spcPts val="0"/>
              </a:spcAft>
              <a:buSzPts val="1400"/>
              <a:buChar char="○"/>
              <a:defRPr/>
            </a:lvl2pPr>
            <a:lvl3pPr marL="1371600" indent="-317500" algn="l">
              <a:spcBef>
                <a:spcPts val="0"/>
              </a:spcBef>
              <a:spcAft>
                <a:spcPts val="0"/>
              </a:spcAft>
              <a:buSzPts val="1400"/>
              <a:buChar char="■"/>
              <a:defRPr/>
            </a:lvl3pPr>
            <a:lvl4pPr marL="1828800" indent="-317500" algn="l">
              <a:spcBef>
                <a:spcPts val="0"/>
              </a:spcBef>
              <a:spcAft>
                <a:spcPts val="0"/>
              </a:spcAft>
              <a:buSzPts val="1400"/>
              <a:buChar char="●"/>
              <a:defRPr/>
            </a:lvl4pPr>
            <a:lvl5pPr marL="2286000" indent="-317500" algn="l">
              <a:spcBef>
                <a:spcPts val="0"/>
              </a:spcBef>
              <a:spcAft>
                <a:spcPts val="0"/>
              </a:spcAft>
              <a:buSzPts val="1400"/>
              <a:buChar char="○"/>
              <a:defRPr/>
            </a:lvl5pPr>
            <a:lvl6pPr marL="2743200" indent="-317500" algn="l">
              <a:lnSpc>
                <a:spcPct val="100000"/>
              </a:lnSpc>
              <a:spcBef>
                <a:spcPts val="0"/>
              </a:spcBef>
              <a:spcAft>
                <a:spcPts val="0"/>
              </a:spcAft>
              <a:buSzPts val="1400"/>
              <a:buChar char="■"/>
              <a:defRPr/>
            </a:lvl6pPr>
            <a:lvl7pPr marL="3200400" indent="-317500" algn="l">
              <a:lnSpc>
                <a:spcPct val="100000"/>
              </a:lnSpc>
              <a:spcBef>
                <a:spcPts val="0"/>
              </a:spcBef>
              <a:spcAft>
                <a:spcPts val="0"/>
              </a:spcAft>
              <a:buSzPts val="1400"/>
              <a:buChar char="●"/>
              <a:defRPr/>
            </a:lvl7pPr>
            <a:lvl8pPr marL="3657600" indent="-317500" algn="l">
              <a:lnSpc>
                <a:spcPct val="100000"/>
              </a:lnSpc>
              <a:spcBef>
                <a:spcPts val="0"/>
              </a:spcBef>
              <a:spcAft>
                <a:spcPts val="0"/>
              </a:spcAft>
              <a:buSzPts val="1400"/>
              <a:buChar char="○"/>
              <a:defRPr/>
            </a:lvl8pPr>
            <a:lvl9pPr marL="4114800" indent="-317500" algn="l">
              <a:lnSpc>
                <a:spcPct val="100000"/>
              </a:lnSpc>
              <a:spcBef>
                <a:spcPts val="0"/>
              </a:spcBef>
              <a:spcAft>
                <a:spcPts val="0"/>
              </a:spcAft>
              <a:buSzPts val="1400"/>
              <a:buChar char="■"/>
              <a:defRPr/>
            </a:lvl9pPr>
          </a:lstStyle>
          <a:p xmlns:a="http://schemas.openxmlformats.org/drawingml/2006/main">
            <a:endParaRPr/>
          </a:p>
        </p:txBody>
      </p:sp>
      <p:sp>
        <p:nvSpPr>
          <p:cNvPr id="53" name="Google Shape;53;p30">
            <a:extLst xmlns:a="http://schemas.openxmlformats.org/drawingml/2006/main">
              <a:ext uri="{FF2B5EF4-FFF2-40B4-BE49-F238E27FC236}">
                <a16:creationId xmlns:a16="http://schemas.microsoft.com/office/drawing/2014/main" id="{B1F25BBF-DECB-4FC6-B3B2-9072FCD27EE7}"/>
              </a:ext>
            </a:extLst>
          </p:cNvPr>
          <p:cNvSpPr>
            <a:spLocks xmlns:a="http://schemas.openxmlformats.org/drawingml/2006/main" noGrp="1"/>
          </p:cNvSpPr>
          <p:nvPr>
            <p:ph type="sldNum" idx="12"/>
          </p:nvPr>
        </p:nvSpPr>
        <p:spPr>
          <a:xfrm xmlns:a="http://schemas.openxmlformats.org/drawingml/2006/main">
            <a:off x="8472487" y="6218237"/>
            <a:ext cx="549275" cy="5238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1pPr>
            <a:lvl2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2pPr>
            <a:lvl3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3pPr>
            <a:lvl4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4pPr>
            <a:lvl5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5pPr>
            <a:lvl6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6pPr>
            <a:lvl7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7pPr>
            <a:lvl8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8pPr>
            <a:lvl9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94cfd25bdae49b5" /><Relationship Type="http://schemas.openxmlformats.org/officeDocument/2006/relationships/slideLayout" Target="/ppt/slideLayouts/slideLayout1.xml" Id="Re8b1f396ca0f43dd" /><Relationship Type="http://schemas.openxmlformats.org/officeDocument/2006/relationships/slideLayout" Target="/ppt/slideLayouts/slideLayout2.xml" Id="R5c75e994f6f343bf" /><Relationship Type="http://schemas.openxmlformats.org/officeDocument/2006/relationships/slideLayout" Target="/ppt/slideLayouts/slideLayout3.xml" Id="R1583c3b316c14044" /><Relationship Type="http://schemas.openxmlformats.org/officeDocument/2006/relationships/slideLayout" Target="/ppt/slideLayouts/slideLayout4.xml" Id="R27cf268132164f02" /><Relationship Type="http://schemas.openxmlformats.org/officeDocument/2006/relationships/slideLayout" Target="/ppt/slideLayouts/slideLayout5.xml" Id="Ra51c447b5f53469c" /><Relationship Type="http://schemas.openxmlformats.org/officeDocument/2006/relationships/slideLayout" Target="/ppt/slideLayouts/slideLayout6.xml" Id="R1ba8d00450d041e2" /><Relationship Type="http://schemas.openxmlformats.org/officeDocument/2006/relationships/slideLayout" Target="/ppt/slideLayouts/slideLayout7.xml" Id="R9f8ee1f215044ccf" /><Relationship Type="http://schemas.openxmlformats.org/officeDocument/2006/relationships/slideLayout" Target="/ppt/slideLayouts/slideLayout8.xml" Id="Re7c8beb89e4348c3" /><Relationship Type="http://schemas.openxmlformats.org/officeDocument/2006/relationships/slideLayout" Target="/ppt/slideLayouts/slideLayout9.xml" Id="R5868fc456cdd43ba" /><Relationship Type="http://schemas.openxmlformats.org/officeDocument/2006/relationships/slideLayout" Target="/ppt/slideLayouts/slideLayout10.xml" Id="R2433b70b95bf4280" /></Relationships>
</file>

<file path=ppt/slideMasters/_rels/slideMaster2.xml.rels>&#65279;<?xml version="1.0" encoding="utf-8"?><Relationships xmlns="http://schemas.openxmlformats.org/package/2006/relationships"><Relationship Type="http://schemas.openxmlformats.org/officeDocument/2006/relationships/theme" Target="/ppt/slideMasters/theme/theme3.xml" Id="R147d1968a90745b2" /><Relationship Type="http://schemas.openxmlformats.org/officeDocument/2006/relationships/slideLayout" Target="/ppt/slideLayouts/slideLayout11.xml" Id="Rb9d05df839ce423a" /></Relationships>
</file>

<file path=ppt/slideMasters/slideMaster1.xml><?xml version="1.0" encoding="utf-8"?>
<p:sldMaster xmlns:p="http://schemas.openxmlformats.org/presentationml/2006/main">
  <p:cSld>
    <p:bg>
      <p:bgPr>
        <a:solidFill xmlns:a="http://schemas.openxmlformats.org/drawingml/2006/main">
          <a:schemeClr val="lt1"/>
        </a:solidFill>
      </p:bgPr>
    </p:bg>
    <p:spTree>
      <p:nvGrpSpPr>
        <p:cNvPr id="1" name=""/>
        <p:cNvGrpSpPr/>
        <p:nvPr/>
      </p:nvGrpSpPr>
      <p:grpSpPr>
        <a:xfrm xmlns:a="http://schemas.openxmlformats.org/drawingml/2006/main"/>
      </p:grpSpPr>
      <p:sp>
        <p:nvSpPr>
          <p:cNvPr id="6" name="Google Shape;6;p18">
            <a:extLst xmlns:a="http://schemas.openxmlformats.org/drawingml/2006/main">
              <a:ext uri="{FF2B5EF4-FFF2-40B4-BE49-F238E27FC236}">
                <a16:creationId xmlns:a16="http://schemas.microsoft.com/office/drawing/2014/main" id="{B608DDD9-4FD3-41E6-979E-B231762CF2D8}"/>
              </a:ext>
            </a:extLst>
          </p:cNvPr>
          <p:cNvSpPr>
            <a:spLocks xmlns:a="http://schemas.openxmlformats.org/drawingml/2006/main" noGrp="1"/>
          </p:cNvSpPr>
          <p:nvPr>
            <p:ph type="title" idx="0"/>
          </p:nvPr>
        </p:nvSpPr>
        <p:spPr>
          <a:xfrm xmlns:a="http://schemas.openxmlformats.org/drawingml/2006/main">
            <a:off x="311150" y="593725"/>
            <a:ext cx="8521700" cy="76358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lvl1pPr marR="0" algn="l">
              <a:spcBef>
                <a:spcPts val="0"/>
              </a:spcBef>
              <a:spcAft>
                <a:spcPts val="0"/>
              </a:spcAft>
              <a:buSzPts val="1400"/>
              <a:buNone/>
              <a:defRPr sz="1400" b="0" i="0" u="none" cap="none">
                <a:solidFill>
                  <a:srgbClr val="000000"/>
                </a:solidFill>
                <a:latin typeface="Arial"/>
                <a:ea typeface="Arial"/>
                <a:cs typeface="Arial"/>
              </a:defRPr>
            </a:lvl1pPr>
            <a:lvl2pPr marR="0" algn="l">
              <a:spcBef>
                <a:spcPts val="0"/>
              </a:spcBef>
              <a:spcAft>
                <a:spcPts val="0"/>
              </a:spcAft>
              <a:buSzPts val="1400"/>
              <a:buNone/>
              <a:defRPr sz="1400" b="0" i="0" u="none" cap="none">
                <a:solidFill>
                  <a:srgbClr val="000000"/>
                </a:solidFill>
                <a:latin typeface="Arial"/>
                <a:ea typeface="Arial"/>
                <a:cs typeface="Arial"/>
              </a:defRPr>
            </a:lvl2pPr>
            <a:lvl3pPr marR="0" algn="l">
              <a:spcBef>
                <a:spcPts val="0"/>
              </a:spcBef>
              <a:spcAft>
                <a:spcPts val="0"/>
              </a:spcAft>
              <a:buSzPts val="1400"/>
              <a:buNone/>
              <a:defRPr sz="1400" b="0" i="0" u="none" cap="none">
                <a:solidFill>
                  <a:srgbClr val="000000"/>
                </a:solidFill>
                <a:latin typeface="Arial"/>
                <a:ea typeface="Arial"/>
                <a:cs typeface="Arial"/>
              </a:defRPr>
            </a:lvl3pPr>
            <a:lvl4pPr marR="0" algn="l">
              <a:spcBef>
                <a:spcPts val="0"/>
              </a:spcBef>
              <a:spcAft>
                <a:spcPts val="0"/>
              </a:spcAft>
              <a:buSzPts val="1400"/>
              <a:buNone/>
              <a:defRPr sz="1400" b="0" i="0" u="none" cap="none">
                <a:solidFill>
                  <a:srgbClr val="000000"/>
                </a:solidFill>
                <a:latin typeface="Arial"/>
                <a:ea typeface="Arial"/>
                <a:cs typeface="Arial"/>
              </a:defRPr>
            </a:lvl4pPr>
            <a:lvl5pPr marR="0" algn="l">
              <a:spcBef>
                <a:spcPts val="0"/>
              </a:spcBef>
              <a:spcAft>
                <a:spcPts val="0"/>
              </a:spcAft>
              <a:buSzPts val="1400"/>
              <a:buNone/>
              <a:defRPr sz="1400" b="0" i="0" u="none" cap="none">
                <a:solidFill>
                  <a:srgbClr val="000000"/>
                </a:solidFill>
                <a:latin typeface="Arial"/>
                <a:ea typeface="Arial"/>
                <a:cs typeface="Arial"/>
              </a:defRPr>
            </a:lvl5pPr>
            <a:lvl6pPr marR="0" algn="l">
              <a:lnSpc>
                <a:spcPct val="100000"/>
              </a:lnSpc>
              <a:spcBef>
                <a:spcPts val="0"/>
              </a:spcBef>
              <a:spcAft>
                <a:spcPts val="0"/>
              </a:spcAft>
              <a:buSzPts val="1400"/>
              <a:buNone/>
              <a:defRPr sz="1400" b="0" i="0" u="none" cap="none">
                <a:solidFill>
                  <a:srgbClr val="000000"/>
                </a:solidFill>
                <a:latin typeface="Arial"/>
                <a:ea typeface="Arial"/>
                <a:cs typeface="Arial"/>
              </a:defRPr>
            </a:lvl6pPr>
            <a:lvl7pPr marR="0" algn="l">
              <a:lnSpc>
                <a:spcPct val="100000"/>
              </a:lnSpc>
              <a:spcBef>
                <a:spcPts val="0"/>
              </a:spcBef>
              <a:spcAft>
                <a:spcPts val="0"/>
              </a:spcAft>
              <a:buSzPts val="1400"/>
              <a:buNone/>
              <a:defRPr sz="1400" b="0" i="0" u="none" cap="none">
                <a:solidFill>
                  <a:srgbClr val="000000"/>
                </a:solidFill>
                <a:latin typeface="Arial"/>
                <a:ea typeface="Arial"/>
                <a:cs typeface="Arial"/>
              </a:defRPr>
            </a:lvl7pPr>
            <a:lvl8pPr marR="0" algn="l">
              <a:lnSpc>
                <a:spcPct val="100000"/>
              </a:lnSpc>
              <a:spcBef>
                <a:spcPts val="0"/>
              </a:spcBef>
              <a:spcAft>
                <a:spcPts val="0"/>
              </a:spcAft>
              <a:buSzPts val="1400"/>
              <a:buNone/>
              <a:defRPr sz="1400" b="0" i="0" u="none" cap="none">
                <a:solidFill>
                  <a:srgbClr val="000000"/>
                </a:solidFill>
                <a:latin typeface="Arial"/>
                <a:ea typeface="Arial"/>
                <a:cs typeface="Arial"/>
              </a:defRPr>
            </a:lvl8pPr>
            <a:lvl9pPr marR="0" algn="l">
              <a:lnSpc>
                <a:spcPct val="100000"/>
              </a:lnSpc>
              <a:spcBef>
                <a:spcPts val="0"/>
              </a:spcBef>
              <a:spcAft>
                <a:spcPts val="0"/>
              </a:spcAft>
              <a:buSzPts val="1400"/>
              <a:buNone/>
              <a:defRPr sz="1400" b="0" i="0" u="none" cap="none">
                <a:solidFill>
                  <a:srgbClr val="000000"/>
                </a:solidFill>
                <a:latin typeface="Arial"/>
                <a:ea typeface="Arial"/>
                <a:cs typeface="Arial"/>
              </a:defRPr>
            </a:lvl9pPr>
          </a:lstStyle>
          <a:p xmlns:a="http://schemas.openxmlformats.org/drawingml/2006/main">
            <a:endParaRPr/>
          </a:p>
        </p:txBody>
      </p:sp>
      <p:sp>
        <p:nvSpPr>
          <p:cNvPr id="7" name="Google Shape;7;p18">
            <a:extLst xmlns:a="http://schemas.openxmlformats.org/drawingml/2006/main">
              <a:ext uri="{FF2B5EF4-FFF2-40B4-BE49-F238E27FC236}">
                <a16:creationId xmlns:a16="http://schemas.microsoft.com/office/drawing/2014/main" id="{AAAAB66A-9C27-4B78-8118-342BAF711139}"/>
              </a:ext>
            </a:extLst>
          </p:cNvPr>
          <p:cNvSpPr>
            <a:spLocks xmlns:a="http://schemas.openxmlformats.org/drawingml/2006/main" noGrp="1"/>
          </p:cNvSpPr>
          <p:nvPr>
            <p:ph type="body" idx="1"/>
          </p:nvPr>
        </p:nvSpPr>
        <p:spPr>
          <a:xfrm xmlns:a="http://schemas.openxmlformats.org/drawingml/2006/main">
            <a:off x="311150" y="1536700"/>
            <a:ext cx="8521700" cy="45545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lvl1pPr marL="457200" marR="0" indent="-317500" algn="l">
              <a:spcBef>
                <a:spcPts val="0"/>
              </a:spcBef>
              <a:spcAft>
                <a:spcPts val="0"/>
              </a:spcAft>
              <a:buClr>
                <a:srgbClr val="000000"/>
              </a:buClr>
              <a:buSzPts val="1400"/>
              <a:buFont typeface="Arial"/>
              <a:buChar char="•"/>
              <a:defRPr sz="1400" b="0" i="0" u="none" cap="none">
                <a:solidFill>
                  <a:srgbClr val="000000"/>
                </a:solidFill>
                <a:latin typeface="Arial"/>
                <a:ea typeface="Arial"/>
                <a:cs typeface="Arial"/>
              </a:defRPr>
            </a:lvl1pPr>
            <a:lvl2pPr marL="914400" marR="0" indent="-317500" algn="l">
              <a:spcBef>
                <a:spcPts val="0"/>
              </a:spcBef>
              <a:spcAft>
                <a:spcPts val="0"/>
              </a:spcAft>
              <a:buClr>
                <a:srgbClr val="000000"/>
              </a:buClr>
              <a:buSzPts val="1400"/>
              <a:buFont typeface="Arial"/>
              <a:buChar char="–"/>
              <a:defRPr sz="1400" b="0" i="0" u="none" cap="none">
                <a:solidFill>
                  <a:srgbClr val="000000"/>
                </a:solidFill>
                <a:latin typeface="Arial"/>
                <a:ea typeface="Arial"/>
                <a:cs typeface="Arial"/>
              </a:defRPr>
            </a:lvl2pPr>
            <a:lvl3pPr marL="1371600" marR="0" indent="-317500" algn="l">
              <a:spcBef>
                <a:spcPts val="0"/>
              </a:spcBef>
              <a:spcAft>
                <a:spcPts val="0"/>
              </a:spcAft>
              <a:buClr>
                <a:srgbClr val="000000"/>
              </a:buClr>
              <a:buSzPts val="1400"/>
              <a:buFont typeface="Arial"/>
              <a:buChar char="•"/>
              <a:defRPr sz="1400" b="0" i="0" u="none" cap="none">
                <a:solidFill>
                  <a:srgbClr val="000000"/>
                </a:solidFill>
                <a:latin typeface="Arial"/>
                <a:ea typeface="Arial"/>
                <a:cs typeface="Arial"/>
              </a:defRPr>
            </a:lvl3pPr>
            <a:lvl4pPr marL="1828800" marR="0" indent="-317500" algn="l">
              <a:spcBef>
                <a:spcPts val="0"/>
              </a:spcBef>
              <a:spcAft>
                <a:spcPts val="0"/>
              </a:spcAft>
              <a:buClr>
                <a:srgbClr val="000000"/>
              </a:buClr>
              <a:buSzPts val="1400"/>
              <a:buFont typeface="Arial"/>
              <a:buChar char="–"/>
              <a:defRPr sz="1400" b="0" i="0" u="none" cap="none">
                <a:solidFill>
                  <a:srgbClr val="000000"/>
                </a:solidFill>
                <a:latin typeface="Arial"/>
                <a:ea typeface="Arial"/>
                <a:cs typeface="Arial"/>
              </a:defRPr>
            </a:lvl4pPr>
            <a:lvl5pPr marL="2286000" marR="0" indent="-317500" algn="l">
              <a:spcBef>
                <a:spcPts val="0"/>
              </a:spcBef>
              <a:spcAft>
                <a:spcPts val="0"/>
              </a:spcAft>
              <a:buClr>
                <a:srgbClr val="000000"/>
              </a:buClr>
              <a:buSzPts val="1400"/>
              <a:buFont typeface="Arial"/>
              <a:buChar char="»"/>
              <a:defRPr sz="1400" b="0" i="0" u="none" cap="none">
                <a:solidFill>
                  <a:srgbClr val="000000"/>
                </a:solidFill>
                <a:latin typeface="Arial"/>
                <a:ea typeface="Arial"/>
                <a:cs typeface="Arial"/>
              </a:defRPr>
            </a:lvl5pPr>
            <a:lvl6pPr marL="2743200" marR="0" indent="-228600" algn="l">
              <a:lnSpc>
                <a:spcPct val="100000"/>
              </a:lnSpc>
              <a:spcBef>
                <a:spcPts val="0"/>
              </a:spcBef>
              <a:spcAft>
                <a:spcPts val="0"/>
              </a:spcAft>
              <a:buSzPts val="1400"/>
              <a:buNone/>
              <a:defRPr sz="1400" b="0" i="0" u="none" cap="none">
                <a:solidFill>
                  <a:srgbClr val="000000"/>
                </a:solidFill>
                <a:latin typeface="Arial"/>
                <a:ea typeface="Arial"/>
                <a:cs typeface="Arial"/>
              </a:defRPr>
            </a:lvl6pPr>
            <a:lvl7pPr marL="3200400" marR="0" indent="-228600" algn="l">
              <a:lnSpc>
                <a:spcPct val="100000"/>
              </a:lnSpc>
              <a:spcBef>
                <a:spcPts val="0"/>
              </a:spcBef>
              <a:spcAft>
                <a:spcPts val="0"/>
              </a:spcAft>
              <a:buSzPts val="1400"/>
              <a:buNone/>
              <a:defRPr sz="1400" b="0" i="0" u="none" cap="none">
                <a:solidFill>
                  <a:srgbClr val="000000"/>
                </a:solidFill>
                <a:latin typeface="Arial"/>
                <a:ea typeface="Arial"/>
                <a:cs typeface="Arial"/>
              </a:defRPr>
            </a:lvl7pPr>
            <a:lvl8pPr marL="3657600" marR="0" indent="-228600" algn="l">
              <a:lnSpc>
                <a:spcPct val="100000"/>
              </a:lnSpc>
              <a:spcBef>
                <a:spcPts val="0"/>
              </a:spcBef>
              <a:spcAft>
                <a:spcPts val="0"/>
              </a:spcAft>
              <a:buSzPts val="1400"/>
              <a:buNone/>
              <a:defRPr sz="1400" b="0" i="0" u="none" cap="none">
                <a:solidFill>
                  <a:srgbClr val="000000"/>
                </a:solidFill>
                <a:latin typeface="Arial"/>
                <a:ea typeface="Arial"/>
                <a:cs typeface="Arial"/>
              </a:defRPr>
            </a:lvl8pPr>
            <a:lvl9pPr marL="4114800" marR="0" indent="-228600" algn="l">
              <a:lnSpc>
                <a:spcPct val="100000"/>
              </a:lnSpc>
              <a:spcBef>
                <a:spcPts val="0"/>
              </a:spcBef>
              <a:spcAft>
                <a:spcPts val="0"/>
              </a:spcAft>
              <a:buSzPts val="1400"/>
              <a:buNone/>
              <a:defRPr sz="1400" b="0" i="0" u="none" cap="none">
                <a:solidFill>
                  <a:srgbClr val="000000"/>
                </a:solidFill>
                <a:latin typeface="Arial"/>
                <a:ea typeface="Arial"/>
                <a:cs typeface="Arial"/>
              </a:defRPr>
            </a:lvl9pPr>
          </a:lstStyle>
          <a:p xmlns:a="http://schemas.openxmlformats.org/drawingml/2006/main">
            <a:endParaRPr/>
          </a:p>
        </p:txBody>
      </p:sp>
      <p:sp>
        <p:nvSpPr>
          <p:cNvPr id="8" name="Google Shape;8;p18">
            <a:extLst xmlns:a="http://schemas.openxmlformats.org/drawingml/2006/main">
              <a:ext uri="{FF2B5EF4-FFF2-40B4-BE49-F238E27FC236}">
                <a16:creationId xmlns:a16="http://schemas.microsoft.com/office/drawing/2014/main" id="{D4FABAC3-132A-47CE-A16E-9D3662AC86FA}"/>
              </a:ext>
            </a:extLst>
          </p:cNvPr>
          <p:cNvSpPr>
            <a:spLocks xmlns:a="http://schemas.openxmlformats.org/drawingml/2006/main" noGrp="1"/>
          </p:cNvSpPr>
          <p:nvPr>
            <p:ph type="sldNum" idx="12"/>
          </p:nvPr>
        </p:nvSpPr>
        <p:spPr>
          <a:xfrm xmlns:a="http://schemas.openxmlformats.org/drawingml/2006/main">
            <a:off x="8472487" y="6218237"/>
            <a:ext cx="549275" cy="5238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0" algn="r">
              <a:lnSpc>
                <a:spcPct val="100000"/>
              </a:lnSpc>
              <a:spcBef>
                <a:spcPts val="0"/>
              </a:spcBef>
              <a:spcAft>
                <a:spcPts val="0"/>
              </a:spcAft>
              <a:buClr>
                <a:srgbClr val="595959"/>
              </a:buClr>
              <a:buSzPts val="1000"/>
              <a:buFont typeface="Arial"/>
              <a:buNone/>
              <a:defRPr sz="1000" b="0" i="0" u="none" cap="none">
                <a:solidFill>
                  <a:srgbClr val="595959"/>
                </a:solidFill>
                <a:latin typeface="Arial"/>
                <a:ea typeface="Arial"/>
                <a:cs typeface="Arial"/>
              </a:defRPr>
            </a:lvl1pPr>
            <a:lvl2pPr marL="0" marR="0" indent="0" algn="r">
              <a:lnSpc>
                <a:spcPct val="100000"/>
              </a:lnSpc>
              <a:spcBef>
                <a:spcPts val="0"/>
              </a:spcBef>
              <a:spcAft>
                <a:spcPts val="0"/>
              </a:spcAft>
              <a:buClr>
                <a:srgbClr val="595959"/>
              </a:buClr>
              <a:buSzPts val="1000"/>
              <a:buFont typeface="Arial"/>
              <a:buNone/>
              <a:defRPr sz="1000" b="0" i="0" u="none" cap="none">
                <a:solidFill>
                  <a:srgbClr val="595959"/>
                </a:solidFill>
                <a:latin typeface="Arial"/>
                <a:ea typeface="Arial"/>
                <a:cs typeface="Arial"/>
              </a:defRPr>
            </a:lvl2pPr>
            <a:lvl3pPr marL="0" marR="0" indent="0" algn="r">
              <a:lnSpc>
                <a:spcPct val="100000"/>
              </a:lnSpc>
              <a:spcBef>
                <a:spcPts val="0"/>
              </a:spcBef>
              <a:spcAft>
                <a:spcPts val="0"/>
              </a:spcAft>
              <a:buClr>
                <a:srgbClr val="595959"/>
              </a:buClr>
              <a:buSzPts val="1000"/>
              <a:buFont typeface="Arial"/>
              <a:buNone/>
              <a:defRPr sz="1000" b="0" i="0" u="none" cap="none">
                <a:solidFill>
                  <a:srgbClr val="595959"/>
                </a:solidFill>
                <a:latin typeface="Arial"/>
                <a:ea typeface="Arial"/>
                <a:cs typeface="Arial"/>
              </a:defRPr>
            </a:lvl3pPr>
            <a:lvl4pPr marL="0" marR="0" indent="0" algn="r">
              <a:lnSpc>
                <a:spcPct val="100000"/>
              </a:lnSpc>
              <a:spcBef>
                <a:spcPts val="0"/>
              </a:spcBef>
              <a:spcAft>
                <a:spcPts val="0"/>
              </a:spcAft>
              <a:buClr>
                <a:srgbClr val="595959"/>
              </a:buClr>
              <a:buSzPts val="1000"/>
              <a:buFont typeface="Arial"/>
              <a:buNone/>
              <a:defRPr sz="1000" b="0" i="0" u="none" cap="none">
                <a:solidFill>
                  <a:srgbClr val="595959"/>
                </a:solidFill>
                <a:latin typeface="Arial"/>
                <a:ea typeface="Arial"/>
                <a:cs typeface="Arial"/>
              </a:defRPr>
            </a:lvl4pPr>
            <a:lvl5pPr marL="0" marR="0" indent="0" algn="r">
              <a:lnSpc>
                <a:spcPct val="100000"/>
              </a:lnSpc>
              <a:spcBef>
                <a:spcPts val="0"/>
              </a:spcBef>
              <a:spcAft>
                <a:spcPts val="0"/>
              </a:spcAft>
              <a:buClr>
                <a:srgbClr val="595959"/>
              </a:buClr>
              <a:buSzPts val="1000"/>
              <a:buFont typeface="Arial"/>
              <a:buNone/>
              <a:defRPr sz="1000" b="0" i="0" u="none" cap="none">
                <a:solidFill>
                  <a:srgbClr val="595959"/>
                </a:solidFill>
                <a:latin typeface="Arial"/>
                <a:ea typeface="Arial"/>
                <a:cs typeface="Arial"/>
              </a:defRPr>
            </a:lvl5pPr>
            <a:lvl6pPr marL="0" marR="0" indent="0" algn="r">
              <a:lnSpc>
                <a:spcPct val="100000"/>
              </a:lnSpc>
              <a:spcBef>
                <a:spcPts val="0"/>
              </a:spcBef>
              <a:spcAft>
                <a:spcPts val="0"/>
              </a:spcAft>
              <a:buClr>
                <a:srgbClr val="595959"/>
              </a:buClr>
              <a:buSzPts val="1000"/>
              <a:buFont typeface="Arial"/>
              <a:buNone/>
              <a:defRPr sz="1000" b="0" i="0" u="none" cap="none">
                <a:solidFill>
                  <a:srgbClr val="595959"/>
                </a:solidFill>
                <a:latin typeface="Arial"/>
                <a:ea typeface="Arial"/>
                <a:cs typeface="Arial"/>
              </a:defRPr>
            </a:lvl6pPr>
            <a:lvl7pPr marL="0" marR="0" indent="0" algn="r">
              <a:lnSpc>
                <a:spcPct val="100000"/>
              </a:lnSpc>
              <a:spcBef>
                <a:spcPts val="0"/>
              </a:spcBef>
              <a:spcAft>
                <a:spcPts val="0"/>
              </a:spcAft>
              <a:buClr>
                <a:srgbClr val="595959"/>
              </a:buClr>
              <a:buSzPts val="1000"/>
              <a:buFont typeface="Arial"/>
              <a:buNone/>
              <a:defRPr sz="1000" b="0" i="0" u="none" cap="none">
                <a:solidFill>
                  <a:srgbClr val="595959"/>
                </a:solidFill>
                <a:latin typeface="Arial"/>
                <a:ea typeface="Arial"/>
                <a:cs typeface="Arial"/>
              </a:defRPr>
            </a:lvl7pPr>
            <a:lvl8pPr marL="0" marR="0" indent="0" algn="r">
              <a:lnSpc>
                <a:spcPct val="100000"/>
              </a:lnSpc>
              <a:spcBef>
                <a:spcPts val="0"/>
              </a:spcBef>
              <a:spcAft>
                <a:spcPts val="0"/>
              </a:spcAft>
              <a:buClr>
                <a:srgbClr val="595959"/>
              </a:buClr>
              <a:buSzPts val="1000"/>
              <a:buFont typeface="Arial"/>
              <a:buNone/>
              <a:defRPr sz="1000" b="0" i="0" u="none" cap="none">
                <a:solidFill>
                  <a:srgbClr val="595959"/>
                </a:solidFill>
                <a:latin typeface="Arial"/>
                <a:ea typeface="Arial"/>
                <a:cs typeface="Arial"/>
              </a:defRPr>
            </a:lvl8pPr>
            <a:lvl9pPr marL="0" marR="0" indent="0" algn="r">
              <a:lnSpc>
                <a:spcPct val="100000"/>
              </a:lnSpc>
              <a:spcBef>
                <a:spcPts val="0"/>
              </a:spcBef>
              <a:spcAft>
                <a:spcPts val="0"/>
              </a:spcAft>
              <a:buClr>
                <a:srgbClr val="595959"/>
              </a:buClr>
              <a:buSzPts val="1000"/>
              <a:buFont typeface="Arial"/>
              <a:buNone/>
              <a:defRPr sz="1000" b="0" i="0" u="none" cap="none">
                <a:solidFill>
                  <a:srgbClr val="595959"/>
                </a:solidFill>
                <a:latin typeface="Arial"/>
                <a:ea typeface="Arial"/>
                <a:cs typeface="Arial"/>
              </a:defRPr>
            </a:lvl9pPr>
          </a:lstStyle>
          <a:p xmlns:a="http://schemas.openxmlformats.org/drawingml/2006/main">
            <a:pPr marL="0" lvl="0" indent="0" algn="r">
              <a:spcBef>
                <a:spcPts val="0"/>
              </a:spcBef>
              <a:spcAft>
                <a:spcPts val="0"/>
              </a:spcAft>
              <a:buNone/>
            </a:pPr>
            <a:fld id="{00000000-1234-1234-1234-123412341234}" type="slidenum">
              <a:t>‹#›</a:t>
            </a:fld>
            <a:endParaRPr sz="1400">
              <a:solidFill>
                <a:srgbClr val="000000"/>
              </a:solidFill>
            </a:endParaRPr>
          </a:p>
        </p:txBody>
      </p:sp>
    </p:spTree>
  </p:cSld>
  <p:clrMap bg1="lt1" tx1="dk1" bg2="dk2" tx2="lt2" accent1="accent1" accent2="accent2" accent3="accent3" accent4="accent4" accent5="accent5" accent6="accent6" hlink="hlink" folHlink="folHlink"/>
  <p:sldLayoutIdLst>
    <p:sldLayoutId xmlns:r="http://schemas.openxmlformats.org/officeDocument/2006/relationships" id="2147483649" r:id="Re8b1f396ca0f43dd"/>
    <p:sldLayoutId xmlns:r="http://schemas.openxmlformats.org/officeDocument/2006/relationships" id="2147483650" r:id="R5c75e994f6f343bf"/>
    <p:sldLayoutId xmlns:r="http://schemas.openxmlformats.org/officeDocument/2006/relationships" id="2147483651" r:id="R1583c3b316c14044"/>
    <p:sldLayoutId xmlns:r="http://schemas.openxmlformats.org/officeDocument/2006/relationships" id="2147483652" r:id="R27cf268132164f02"/>
    <p:sldLayoutId xmlns:r="http://schemas.openxmlformats.org/officeDocument/2006/relationships" id="2147483653" r:id="Ra51c447b5f53469c"/>
    <p:sldLayoutId xmlns:r="http://schemas.openxmlformats.org/officeDocument/2006/relationships" id="2147483654" r:id="R1ba8d00450d041e2"/>
    <p:sldLayoutId xmlns:r="http://schemas.openxmlformats.org/officeDocument/2006/relationships" id="2147483655" r:id="R9f8ee1f215044ccf"/>
    <p:sldLayoutId xmlns:r="http://schemas.openxmlformats.org/officeDocument/2006/relationships" id="2147483656" r:id="Re7c8beb89e4348c3"/>
    <p:sldLayoutId xmlns:r="http://schemas.openxmlformats.org/officeDocument/2006/relationships" id="2147483657" r:id="R5868fc456cdd43ba"/>
    <p:sldLayoutId xmlns:r="http://schemas.openxmlformats.org/officeDocument/2006/relationships" id="2147483658" r:id="R2433b70b95bf4280"/>
  </p:sldLayoutIdLst>
  <p:hf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otherStyle>
  </p:txStyles>
</p:sldMaster>
</file>

<file path=ppt/slideMasters/slideMaster2.xml><?xml version="1.0" encoding="utf-8"?>
<p:sldMaster xmlns:p="http://schemas.openxmlformats.org/presentationml/2006/main">
  <p:cSld>
    <p:bg>
      <p:bgPr>
        <a:solidFill xmlns:a="http://schemas.openxmlformats.org/drawingml/2006/main">
          <a:schemeClr val="lt1"/>
        </a:solidFill>
      </p:bgPr>
    </p:bg>
    <p:spTree>
      <p:nvGrpSpPr>
        <p:cNvPr id="1" name=""/>
        <p:cNvGrpSpPr/>
        <p:nvPr/>
      </p:nvGrpSpPr>
      <p:grpSpPr>
        <a:xfrm xmlns:a="http://schemas.openxmlformats.org/drawingml/2006/main"/>
      </p:grpSpPr>
      <p:sp>
        <p:nvSpPr>
          <p:cNvPr id="45" name="Google Shape;45;p29">
            <a:extLst xmlns:a="http://schemas.openxmlformats.org/drawingml/2006/main">
              <a:ext uri="{FF2B5EF4-FFF2-40B4-BE49-F238E27FC236}">
                <a16:creationId xmlns:a16="http://schemas.microsoft.com/office/drawing/2014/main" id="{407566E9-FA0E-42B2-A7D3-FD4345732C15}"/>
              </a:ext>
            </a:extLst>
          </p:cNvPr>
          <p:cNvSpPr>
            <a:spLocks xmlns:a="http://schemas.openxmlformats.org/drawingml/2006/main" noGrp="1"/>
          </p:cNvSpPr>
          <p:nvPr/>
        </p:nvSpPr>
        <p:spPr>
          <a:xfrm xmlns:a="http://schemas.openxmlformats.org/drawingml/2006/main">
            <a:off x="4572000" y="0"/>
            <a:ext cx="4572000" cy="6858000"/>
          </a:xfrm>
          <a:prstGeom xmlns:a="http://schemas.openxmlformats.org/drawingml/2006/main" prst="rect">
            <a:avLst/>
          </a:prstGeom>
          <a:solidFill xmlns:a="http://schemas.openxmlformats.org/drawingml/2006/main">
            <a:schemeClr val="lt2"/>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None/>
            </a:pPr>
            <a:endParaRPr sz="1400" b="0" i="0" u="none">
              <a:solidFill>
                <a:srgbClr val="000000"/>
              </a:solidFill>
              <a:latin typeface="Arial"/>
              <a:ea typeface="Arial"/>
              <a:cs typeface="Arial"/>
            </a:endParaRPr>
          </a:p>
        </p:txBody>
      </p:sp>
      <p:sp>
        <p:nvSpPr>
          <p:cNvPr id="46" name="Google Shape;46;p29">
            <a:extLst xmlns:a="http://schemas.openxmlformats.org/drawingml/2006/main">
              <a:ext uri="{FF2B5EF4-FFF2-40B4-BE49-F238E27FC236}">
                <a16:creationId xmlns:a16="http://schemas.microsoft.com/office/drawing/2014/main" id="{D330006B-9903-4261-B754-B09439CC5417}"/>
              </a:ext>
            </a:extLst>
          </p:cNvPr>
          <p:cNvSpPr>
            <a:spLocks xmlns:a="http://schemas.openxmlformats.org/drawingml/2006/main" noGrp="1"/>
          </p:cNvSpPr>
          <p:nvPr>
            <p:ph type="title" idx="0"/>
          </p:nvPr>
        </p:nvSpPr>
        <p:spPr>
          <a:xfrm xmlns:a="http://schemas.openxmlformats.org/drawingml/2006/main">
            <a:off x="311150" y="593725"/>
            <a:ext cx="8521700" cy="76358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lvl1pPr marR="0" algn="l">
              <a:spcBef>
                <a:spcPts val="0"/>
              </a:spcBef>
              <a:spcAft>
                <a:spcPts val="0"/>
              </a:spcAft>
              <a:buSzPts val="1400"/>
              <a:buNone/>
              <a:defRPr sz="1400" b="0" i="0" u="none" cap="none">
                <a:solidFill>
                  <a:srgbClr val="000000"/>
                </a:solidFill>
                <a:latin typeface="Arial"/>
                <a:ea typeface="Arial"/>
                <a:cs typeface="Arial"/>
              </a:defRPr>
            </a:lvl1pPr>
            <a:lvl2pPr marR="0" algn="l">
              <a:spcBef>
                <a:spcPts val="0"/>
              </a:spcBef>
              <a:spcAft>
                <a:spcPts val="0"/>
              </a:spcAft>
              <a:buSzPts val="1400"/>
              <a:buNone/>
              <a:defRPr sz="1400" b="0" i="0" u="none" cap="none">
                <a:solidFill>
                  <a:srgbClr val="000000"/>
                </a:solidFill>
                <a:latin typeface="Arial"/>
                <a:ea typeface="Arial"/>
                <a:cs typeface="Arial"/>
              </a:defRPr>
            </a:lvl2pPr>
            <a:lvl3pPr marR="0" algn="l">
              <a:spcBef>
                <a:spcPts val="0"/>
              </a:spcBef>
              <a:spcAft>
                <a:spcPts val="0"/>
              </a:spcAft>
              <a:buSzPts val="1400"/>
              <a:buNone/>
              <a:defRPr sz="1400" b="0" i="0" u="none" cap="none">
                <a:solidFill>
                  <a:srgbClr val="000000"/>
                </a:solidFill>
                <a:latin typeface="Arial"/>
                <a:ea typeface="Arial"/>
                <a:cs typeface="Arial"/>
              </a:defRPr>
            </a:lvl3pPr>
            <a:lvl4pPr marR="0" algn="l">
              <a:spcBef>
                <a:spcPts val="0"/>
              </a:spcBef>
              <a:spcAft>
                <a:spcPts val="0"/>
              </a:spcAft>
              <a:buSzPts val="1400"/>
              <a:buNone/>
              <a:defRPr sz="1400" b="0" i="0" u="none" cap="none">
                <a:solidFill>
                  <a:srgbClr val="000000"/>
                </a:solidFill>
                <a:latin typeface="Arial"/>
                <a:ea typeface="Arial"/>
                <a:cs typeface="Arial"/>
              </a:defRPr>
            </a:lvl4pPr>
            <a:lvl5pPr marR="0" algn="l">
              <a:spcBef>
                <a:spcPts val="0"/>
              </a:spcBef>
              <a:spcAft>
                <a:spcPts val="0"/>
              </a:spcAft>
              <a:buSzPts val="1400"/>
              <a:buNone/>
              <a:defRPr sz="1400" b="0" i="0" u="none" cap="none">
                <a:solidFill>
                  <a:srgbClr val="000000"/>
                </a:solidFill>
                <a:latin typeface="Arial"/>
                <a:ea typeface="Arial"/>
                <a:cs typeface="Arial"/>
              </a:defRPr>
            </a:lvl5pPr>
            <a:lvl6pPr marR="0" algn="l">
              <a:lnSpc>
                <a:spcPct val="100000"/>
              </a:lnSpc>
              <a:spcBef>
                <a:spcPts val="0"/>
              </a:spcBef>
              <a:spcAft>
                <a:spcPts val="0"/>
              </a:spcAft>
              <a:buSzPts val="1400"/>
              <a:buNone/>
              <a:defRPr sz="1400" b="0" i="0" u="none" cap="none">
                <a:solidFill>
                  <a:srgbClr val="000000"/>
                </a:solidFill>
                <a:latin typeface="Arial"/>
                <a:ea typeface="Arial"/>
                <a:cs typeface="Arial"/>
              </a:defRPr>
            </a:lvl6pPr>
            <a:lvl7pPr marR="0" algn="l">
              <a:lnSpc>
                <a:spcPct val="100000"/>
              </a:lnSpc>
              <a:spcBef>
                <a:spcPts val="0"/>
              </a:spcBef>
              <a:spcAft>
                <a:spcPts val="0"/>
              </a:spcAft>
              <a:buSzPts val="1400"/>
              <a:buNone/>
              <a:defRPr sz="1400" b="0" i="0" u="none" cap="none">
                <a:solidFill>
                  <a:srgbClr val="000000"/>
                </a:solidFill>
                <a:latin typeface="Arial"/>
                <a:ea typeface="Arial"/>
                <a:cs typeface="Arial"/>
              </a:defRPr>
            </a:lvl7pPr>
            <a:lvl8pPr marR="0" algn="l">
              <a:lnSpc>
                <a:spcPct val="100000"/>
              </a:lnSpc>
              <a:spcBef>
                <a:spcPts val="0"/>
              </a:spcBef>
              <a:spcAft>
                <a:spcPts val="0"/>
              </a:spcAft>
              <a:buSzPts val="1400"/>
              <a:buNone/>
              <a:defRPr sz="1400" b="0" i="0" u="none" cap="none">
                <a:solidFill>
                  <a:srgbClr val="000000"/>
                </a:solidFill>
                <a:latin typeface="Arial"/>
                <a:ea typeface="Arial"/>
                <a:cs typeface="Arial"/>
              </a:defRPr>
            </a:lvl8pPr>
            <a:lvl9pPr marR="0" algn="l">
              <a:lnSpc>
                <a:spcPct val="100000"/>
              </a:lnSpc>
              <a:spcBef>
                <a:spcPts val="0"/>
              </a:spcBef>
              <a:spcAft>
                <a:spcPts val="0"/>
              </a:spcAft>
              <a:buSzPts val="1400"/>
              <a:buNone/>
              <a:defRPr sz="1400" b="0" i="0" u="none" cap="none">
                <a:solidFill>
                  <a:srgbClr val="000000"/>
                </a:solidFill>
                <a:latin typeface="Arial"/>
                <a:ea typeface="Arial"/>
                <a:cs typeface="Arial"/>
              </a:defRPr>
            </a:lvl9pPr>
          </a:lstStyle>
          <a:p xmlns:a="http://schemas.openxmlformats.org/drawingml/2006/main">
            <a:endParaRPr/>
          </a:p>
        </p:txBody>
      </p:sp>
      <p:sp>
        <p:nvSpPr>
          <p:cNvPr id="47" name="Google Shape;47;p29">
            <a:extLst xmlns:a="http://schemas.openxmlformats.org/drawingml/2006/main">
              <a:ext uri="{FF2B5EF4-FFF2-40B4-BE49-F238E27FC236}">
                <a16:creationId xmlns:a16="http://schemas.microsoft.com/office/drawing/2014/main" id="{635D192B-1A92-459F-BFB9-BD75FF9F4639}"/>
              </a:ext>
            </a:extLst>
          </p:cNvPr>
          <p:cNvSpPr>
            <a:spLocks xmlns:a="http://schemas.openxmlformats.org/drawingml/2006/main" noGrp="1"/>
          </p:cNvSpPr>
          <p:nvPr>
            <p:ph type="body" idx="1"/>
          </p:nvPr>
        </p:nvSpPr>
        <p:spPr>
          <a:xfrm xmlns:a="http://schemas.openxmlformats.org/drawingml/2006/main">
            <a:off x="311150" y="1536700"/>
            <a:ext cx="8521700" cy="45545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lvl1pPr marL="457200" marR="0" indent="-317500" algn="l">
              <a:spcBef>
                <a:spcPts val="0"/>
              </a:spcBef>
              <a:spcAft>
                <a:spcPts val="0"/>
              </a:spcAft>
              <a:buClr>
                <a:srgbClr val="000000"/>
              </a:buClr>
              <a:buSzPts val="1400"/>
              <a:buFont typeface="Arial"/>
              <a:buChar char="•"/>
              <a:defRPr sz="1400" b="0" i="0" u="none" cap="none">
                <a:solidFill>
                  <a:srgbClr val="000000"/>
                </a:solidFill>
                <a:latin typeface="Arial"/>
                <a:ea typeface="Arial"/>
                <a:cs typeface="Arial"/>
              </a:defRPr>
            </a:lvl1pPr>
            <a:lvl2pPr marL="914400" marR="0" indent="-317500" algn="l">
              <a:spcBef>
                <a:spcPts val="0"/>
              </a:spcBef>
              <a:spcAft>
                <a:spcPts val="0"/>
              </a:spcAft>
              <a:buClr>
                <a:srgbClr val="000000"/>
              </a:buClr>
              <a:buSzPts val="1400"/>
              <a:buFont typeface="Arial"/>
              <a:buChar char="–"/>
              <a:defRPr sz="1400" b="0" i="0" u="none" cap="none">
                <a:solidFill>
                  <a:srgbClr val="000000"/>
                </a:solidFill>
                <a:latin typeface="Arial"/>
                <a:ea typeface="Arial"/>
                <a:cs typeface="Arial"/>
              </a:defRPr>
            </a:lvl2pPr>
            <a:lvl3pPr marL="1371600" marR="0" indent="-317500" algn="l">
              <a:spcBef>
                <a:spcPts val="0"/>
              </a:spcBef>
              <a:spcAft>
                <a:spcPts val="0"/>
              </a:spcAft>
              <a:buClr>
                <a:srgbClr val="000000"/>
              </a:buClr>
              <a:buSzPts val="1400"/>
              <a:buFont typeface="Arial"/>
              <a:buChar char="•"/>
              <a:defRPr sz="1400" b="0" i="0" u="none" cap="none">
                <a:solidFill>
                  <a:srgbClr val="000000"/>
                </a:solidFill>
                <a:latin typeface="Arial"/>
                <a:ea typeface="Arial"/>
                <a:cs typeface="Arial"/>
              </a:defRPr>
            </a:lvl3pPr>
            <a:lvl4pPr marL="1828800" marR="0" indent="-317500" algn="l">
              <a:spcBef>
                <a:spcPts val="0"/>
              </a:spcBef>
              <a:spcAft>
                <a:spcPts val="0"/>
              </a:spcAft>
              <a:buClr>
                <a:srgbClr val="000000"/>
              </a:buClr>
              <a:buSzPts val="1400"/>
              <a:buFont typeface="Arial"/>
              <a:buChar char="–"/>
              <a:defRPr sz="1400" b="0" i="0" u="none" cap="none">
                <a:solidFill>
                  <a:srgbClr val="000000"/>
                </a:solidFill>
                <a:latin typeface="Arial"/>
                <a:ea typeface="Arial"/>
                <a:cs typeface="Arial"/>
              </a:defRPr>
            </a:lvl4pPr>
            <a:lvl5pPr marL="2286000" marR="0" indent="-317500" algn="l">
              <a:spcBef>
                <a:spcPts val="0"/>
              </a:spcBef>
              <a:spcAft>
                <a:spcPts val="0"/>
              </a:spcAft>
              <a:buClr>
                <a:srgbClr val="000000"/>
              </a:buClr>
              <a:buSzPts val="1400"/>
              <a:buFont typeface="Arial"/>
              <a:buChar char="»"/>
              <a:defRPr sz="1400" b="0" i="0" u="none" cap="none">
                <a:solidFill>
                  <a:srgbClr val="000000"/>
                </a:solidFill>
                <a:latin typeface="Arial"/>
                <a:ea typeface="Arial"/>
                <a:cs typeface="Arial"/>
              </a:defRPr>
            </a:lvl5pPr>
            <a:lvl6pPr marL="2743200" marR="0" indent="-228600" algn="l">
              <a:lnSpc>
                <a:spcPct val="100000"/>
              </a:lnSpc>
              <a:spcBef>
                <a:spcPts val="0"/>
              </a:spcBef>
              <a:spcAft>
                <a:spcPts val="0"/>
              </a:spcAft>
              <a:buSzPts val="1400"/>
              <a:buNone/>
              <a:defRPr sz="1400" b="0" i="0" u="none" cap="none">
                <a:solidFill>
                  <a:srgbClr val="000000"/>
                </a:solidFill>
                <a:latin typeface="Arial"/>
                <a:ea typeface="Arial"/>
                <a:cs typeface="Arial"/>
              </a:defRPr>
            </a:lvl6pPr>
            <a:lvl7pPr marL="3200400" marR="0" indent="-228600" algn="l">
              <a:lnSpc>
                <a:spcPct val="100000"/>
              </a:lnSpc>
              <a:spcBef>
                <a:spcPts val="0"/>
              </a:spcBef>
              <a:spcAft>
                <a:spcPts val="0"/>
              </a:spcAft>
              <a:buSzPts val="1400"/>
              <a:buNone/>
              <a:defRPr sz="1400" b="0" i="0" u="none" cap="none">
                <a:solidFill>
                  <a:srgbClr val="000000"/>
                </a:solidFill>
                <a:latin typeface="Arial"/>
                <a:ea typeface="Arial"/>
                <a:cs typeface="Arial"/>
              </a:defRPr>
            </a:lvl7pPr>
            <a:lvl8pPr marL="3657600" marR="0" indent="-228600" algn="l">
              <a:lnSpc>
                <a:spcPct val="100000"/>
              </a:lnSpc>
              <a:spcBef>
                <a:spcPts val="0"/>
              </a:spcBef>
              <a:spcAft>
                <a:spcPts val="0"/>
              </a:spcAft>
              <a:buSzPts val="1400"/>
              <a:buNone/>
              <a:defRPr sz="1400" b="0" i="0" u="none" cap="none">
                <a:solidFill>
                  <a:srgbClr val="000000"/>
                </a:solidFill>
                <a:latin typeface="Arial"/>
                <a:ea typeface="Arial"/>
                <a:cs typeface="Arial"/>
              </a:defRPr>
            </a:lvl8pPr>
            <a:lvl9pPr marL="4114800" marR="0" indent="-228600" algn="l">
              <a:lnSpc>
                <a:spcPct val="100000"/>
              </a:lnSpc>
              <a:spcBef>
                <a:spcPts val="0"/>
              </a:spcBef>
              <a:spcAft>
                <a:spcPts val="0"/>
              </a:spcAft>
              <a:buSzPts val="1400"/>
              <a:buNone/>
              <a:defRPr sz="1400" b="0" i="0" u="none" cap="none">
                <a:solidFill>
                  <a:srgbClr val="000000"/>
                </a:solidFill>
                <a:latin typeface="Arial"/>
                <a:ea typeface="Arial"/>
                <a:cs typeface="Arial"/>
              </a:defRPr>
            </a:lvl9pPr>
          </a:lstStyle>
          <a:p xmlns:a="http://schemas.openxmlformats.org/drawingml/2006/main">
            <a:endParaRPr/>
          </a:p>
        </p:txBody>
      </p:sp>
      <p:sp>
        <p:nvSpPr>
          <p:cNvPr id="48" name="Google Shape;48;p29">
            <a:extLst xmlns:a="http://schemas.openxmlformats.org/drawingml/2006/main">
              <a:ext uri="{FF2B5EF4-FFF2-40B4-BE49-F238E27FC236}">
                <a16:creationId xmlns:a16="http://schemas.microsoft.com/office/drawing/2014/main" id="{91134AD2-EDDF-48D7-92FE-6965C91C64E8}"/>
              </a:ext>
            </a:extLst>
          </p:cNvPr>
          <p:cNvSpPr>
            <a:spLocks xmlns:a="http://schemas.openxmlformats.org/drawingml/2006/main" noGrp="1"/>
          </p:cNvSpPr>
          <p:nvPr>
            <p:ph type="sldNum" idx="12"/>
          </p:nvPr>
        </p:nvSpPr>
        <p:spPr>
          <a:xfrm xmlns:a="http://schemas.openxmlformats.org/drawingml/2006/main">
            <a:off x="8472487" y="6218237"/>
            <a:ext cx="549275" cy="5238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1pPr>
            <a:lvl2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2pPr>
            <a:lvl3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3pPr>
            <a:lvl4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4pPr>
            <a:lvl5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5pPr>
            <a:lvl6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6pPr>
            <a:lvl7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7pPr>
            <a:lvl8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8pPr>
            <a:lvl9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9pPr>
          </a:lstStyle>
          <a:p xmlns:a="http://schemas.openxmlformats.org/drawingml/2006/main">
            <a:pPr marL="0" lvl="0" indent="0" algn="r">
              <a:spcBef>
                <a:spcPts val="0"/>
              </a:spcBef>
              <a:spcAft>
                <a:spcPts val="0"/>
              </a:spcAft>
              <a:buNone/>
            </a:pPr>
            <a:fld id="{00000000-1234-1234-1234-123412341234}" type="slidenum">
              <a:t>‹#›</a:t>
            </a:fld>
            <a:endParaRPr sz="1400">
              <a:solidFill>
                <a:srgbClr val="000000"/>
              </a:solidFill>
            </a:endParaRPr>
          </a:p>
        </p:txBody>
      </p:sp>
    </p:spTree>
  </p:cSld>
  <p:clrMap bg1="lt1" tx1="dk1" bg2="dk2" tx2="lt2" accent1="accent1" accent2="accent2" accent3="accent3" accent4="accent4" accent5="accent5" accent6="accent6" hlink="hlink" folHlink="folHlink"/>
  <p:sldLayoutIdLst>
    <p:sldLayoutId xmlns:r="http://schemas.openxmlformats.org/officeDocument/2006/relationships" id="2147483660" r:id="Rb9d05df839ce423a"/>
  </p:sldLayoutIdLst>
  <p:hf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otherStyle>
  </p:txStyles>
</p:sldMaster>
</file>

<file path=ppt/slideMasters/theme/theme2.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imple 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Masters/theme/theme3.xml><?xml version="1.0" encoding="utf-8"?>
<a:theme xmlns:a="http://schemas.openxmlformats.org/drawingml/2006/main" name="1_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imple 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a66aae3aa27444be" /><Relationship Type="http://schemas.openxmlformats.org/officeDocument/2006/relationships/image" Target="/ppt/media/image.png" Id="R62675511ce314524" /><Relationship Type="http://schemas.openxmlformats.org/officeDocument/2006/relationships/image" Target="/ppt/media/image2.png" Id="R413989225c534394" /><Relationship Type="http://schemas.openxmlformats.org/officeDocument/2006/relationships/notesSlide" Target="/ppt/notesSlides/notesSlide1.xml" Id="Rf0ec57f8134b4e67"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39d6763f0e3a4641" /><Relationship Type="http://schemas.openxmlformats.org/officeDocument/2006/relationships/notesSlide" Target="/ppt/notesSlides/notesSlide2.xml" Id="R5e671985da614a5e"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cbc96b7900a94676" /><Relationship Type="http://schemas.openxmlformats.org/officeDocument/2006/relationships/notesSlide" Target="/ppt/notesSlides/notesSlide3.xml" Id="R53440008879244c2"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c06a7f15e1d14d93" /><Relationship Type="http://schemas.openxmlformats.org/officeDocument/2006/relationships/notesSlide" Target="/ppt/notesSlides/notesSlide4.xml" Id="Radce1ec1872541ee"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5328bf262d144a46" /><Relationship Type="http://schemas.openxmlformats.org/officeDocument/2006/relationships/notesSlide" Target="/ppt/notesSlides/notesSlide5.xml" Id="R74b5f7c484ba4cab"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4d5eacaf309f4149" /><Relationship Type="http://schemas.openxmlformats.org/officeDocument/2006/relationships/notesSlide" Target="/ppt/notesSlides/notesSlide6.xml" Id="R6a84eaca973043ba" /></Relationships>
</file>

<file path=ppt/slides/_rels/slide7.xml.rels>&#65279;<?xml version="1.0" encoding="utf-8"?><Relationships xmlns="http://schemas.openxmlformats.org/package/2006/relationships"><Relationship Type="http://schemas.openxmlformats.org/officeDocument/2006/relationships/slideLayout" Target="/ppt/slideLayouts/slideLayout2.xml" Id="R1e0ff3e1b5524b50" /><Relationship Type="http://schemas.openxmlformats.org/officeDocument/2006/relationships/notesSlide" Target="/ppt/notesSlides/notesSlide7.xml" Id="R080e7ad089294abf" /></Relationships>
</file>

<file path=ppt/slides/_rels/slide8.xml.rels>&#65279;<?xml version="1.0" encoding="utf-8"?><Relationships xmlns="http://schemas.openxmlformats.org/package/2006/relationships"><Relationship Type="http://schemas.openxmlformats.org/officeDocument/2006/relationships/slideLayout" Target="/ppt/slideLayouts/slideLayout2.xml" Id="R4fba7eb57b12484c" /><Relationship Type="http://schemas.openxmlformats.org/officeDocument/2006/relationships/notesSlide" Target="/ppt/notesSlides/notesSlide8.xml" Id="R08c6bf4df09f4d2a" /></Relationships>
</file>

<file path=ppt/slides/_rels/slide9.xml.rels>&#65279;<?xml version="1.0" encoding="utf-8"?><Relationships xmlns="http://schemas.openxmlformats.org/package/2006/relationships"><Relationship Type="http://schemas.openxmlformats.org/officeDocument/2006/relationships/slideLayout" Target="/ppt/slideLayouts/slideLayout2.xml" Id="R8a4a3c241d714b45" /><Relationship Type="http://schemas.openxmlformats.org/officeDocument/2006/relationships/notesSlide" Target="/ppt/notesSlides/notesSlide9.xml" Id="R005e62fcdc4f4ce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xml" Id="Rd35c99a7849a4e07" /><Relationship Type="http://schemas.openxmlformats.org/officeDocument/2006/relationships/notesSlide" Target="/ppt/notesSlides/notesSlide10.xml" Id="R36f675d4007d490d" /></Relationships>
</file>

<file path=ppt/slides/_rels/slide11.xml.rels>&#65279;<?xml version="1.0" encoding="utf-8"?><Relationships xmlns="http://schemas.openxmlformats.org/package/2006/relationships"><Relationship Type="http://schemas.openxmlformats.org/officeDocument/2006/relationships/slideLayout" Target="/ppt/slideLayouts/slideLayout2.xml" Id="Raf114f5300ac4c64" /><Relationship Type="http://schemas.openxmlformats.org/officeDocument/2006/relationships/image" Target="/ppt/media/image3.png" Id="R0d41c4c203fa4693" /><Relationship Type="http://schemas.openxmlformats.org/officeDocument/2006/relationships/notesSlide" Target="/ppt/notesSlides/notesSlide11.xml" Id="R7b59b4f9192b40cc" /></Relationships>
</file>

<file path=ppt/slides/_rels/slide12.xml.rels>&#65279;<?xml version="1.0" encoding="utf-8"?><Relationships xmlns="http://schemas.openxmlformats.org/package/2006/relationships"><Relationship Type="http://schemas.openxmlformats.org/officeDocument/2006/relationships/slideLayout" Target="/ppt/slideLayouts/slideLayout2.xml" Id="Ra7490574f22d423d" /><Relationship Type="http://schemas.openxmlformats.org/officeDocument/2006/relationships/notesSlide" Target="/ppt/notesSlides/notesSlide12.xml" Id="R34c9d0d9dfa34d42" /></Relationships>
</file>

<file path=ppt/slides/_rels/slide13.xml.rels>&#65279;<?xml version="1.0" encoding="utf-8"?><Relationships xmlns="http://schemas.openxmlformats.org/package/2006/relationships"><Relationship Type="http://schemas.openxmlformats.org/officeDocument/2006/relationships/slideLayout" Target="/ppt/slideLayouts/slideLayout2.xml" Id="Rcfd5f37718d6499f" /><Relationship Type="http://schemas.openxmlformats.org/officeDocument/2006/relationships/chart" Target="/ppt/slides/charts/chart1.xml" Id="Rd60d6572a39a48be" /><Relationship Type="http://schemas.openxmlformats.org/officeDocument/2006/relationships/notesSlide" Target="/ppt/notesSlides/notesSlide13.xml" Id="R4323c64832ee427b" /></Relationships>
</file>

<file path=ppt/slides/_rels/slide14.xml.rels>&#65279;<?xml version="1.0" encoding="utf-8"?><Relationships xmlns="http://schemas.openxmlformats.org/package/2006/relationships"><Relationship Type="http://schemas.openxmlformats.org/officeDocument/2006/relationships/slideLayout" Target="/ppt/slideLayouts/slideLayout2.xml" Id="R14ec4d43a13e4b88" /><Relationship Type="http://schemas.openxmlformats.org/officeDocument/2006/relationships/chart" Target="/ppt/slides/charts/chart2.xml" Id="R09b2b07b715544ef" /><Relationship Type="http://schemas.openxmlformats.org/officeDocument/2006/relationships/notesSlide" Target="/ppt/notesSlides/notesSlide14.xml" Id="Ree52849ac8e44c22" /></Relationships>
</file>

<file path=ppt/slides/_rels/slide15.xml.rels>&#65279;<?xml version="1.0" encoding="utf-8"?><Relationships xmlns="http://schemas.openxmlformats.org/package/2006/relationships"><Relationship Type="http://schemas.openxmlformats.org/officeDocument/2006/relationships/slideLayout" Target="/ppt/slideLayouts/slideLayout2.xml" Id="R09b7eb19bd264fe9" /><Relationship Type="http://schemas.openxmlformats.org/officeDocument/2006/relationships/notesSlide" Target="/ppt/notesSlides/notesSlide15.xml" Id="R3cdda7213195443b" /></Relationships>
</file>

<file path=ppt/slides/_rels/slide16.xml.rels>&#65279;<?xml version="1.0" encoding="utf-8"?><Relationships xmlns="http://schemas.openxmlformats.org/package/2006/relationships"><Relationship Type="http://schemas.openxmlformats.org/officeDocument/2006/relationships/slideLayout" Target="/ppt/slideLayouts/slideLayout2.xml" Id="R7f421ef0d9954129" /><Relationship Type="http://schemas.openxmlformats.org/officeDocument/2006/relationships/notesSlide" Target="/ppt/notesSlides/notesSlide16.xml" Id="R5b363224d25e4363" /></Relationships>
</file>

<file path=ppt/slides/_rels/slide17.xml.rels>&#65279;<?xml version="1.0" encoding="utf-8"?><Relationships xmlns="http://schemas.openxmlformats.org/package/2006/relationships"><Relationship Type="http://schemas.openxmlformats.org/officeDocument/2006/relationships/slideLayout" Target="/ppt/slideLayouts/slideLayout2.xml" Id="Re3104b0629394c28" /><Relationship Type="http://schemas.openxmlformats.org/officeDocument/2006/relationships/notesSlide" Target="/ppt/notesSlides/notesSlide17.xml" Id="Rc56ef94fc9704b3b" /></Relationships>
</file>

<file path=ppt/slides/_rels/slide18.xml.rels>&#65279;<?xml version="1.0" encoding="utf-8"?><Relationships xmlns="http://schemas.openxmlformats.org/package/2006/relationships"><Relationship Type="http://schemas.openxmlformats.org/officeDocument/2006/relationships/slideLayout" Target="/ppt/slideLayouts/slideLayout2.xml" Id="R8c713a6c38ce43bb" /><Relationship Type="http://schemas.openxmlformats.org/officeDocument/2006/relationships/hyperlink" Target="https://doi.org/10.1016/j.egyr.2020.11.030" TargetMode="External" Id="Rd737e5893e8540a4" /><Relationship Type="http://schemas.openxmlformats.org/officeDocument/2006/relationships/hyperlink" Target="https://doi.org/10.1049/stg2.12151" TargetMode="External" Id="R34ca74e9ccdf49b4" /><Relationship Type="http://schemas.openxmlformats.org/officeDocument/2006/relationships/hyperlink" Target="https://doi.org/10.3390/app10072544" TargetMode="External" Id="Re4eb96f2dc964b81" /><Relationship Type="http://schemas.openxmlformats.org/officeDocument/2006/relationships/hyperlink" Target="https://doi.org/10.3390/electronics10070834" TargetMode="External" Id="Re4845a752dfe4fec" /><Relationship Type="http://schemas.openxmlformats.org/officeDocument/2006/relationships/hyperlink" Target="https://doi.org/10.3390/electronics10131562" TargetMode="External" Id="Ra828562cc419448d" /><Relationship Type="http://schemas.openxmlformats.org/officeDocument/2006/relationships/notesSlide" Target="/ppt/notesSlides/notesSlide18.xml" Id="R55f19c3cccac4ba8" /></Relationships>
</file>

<file path=ppt/slides/_rels/slide19.xml.rels>&#65279;<?xml version="1.0" encoding="utf-8"?><Relationships xmlns="http://schemas.openxmlformats.org/package/2006/relationships"><Relationship Type="http://schemas.openxmlformats.org/officeDocument/2006/relationships/slideLayout" Target="/ppt/slideLayouts/slideLayout2.xml" Id="Rc51855194f9f40b6" /><Relationship Type="http://schemas.openxmlformats.org/officeDocument/2006/relationships/hyperlink" Target="https://doi.org/10.35784/iapgos.5320" TargetMode="External" Id="Rdda19e9c0c464bb2" /><Relationship Type="http://schemas.openxmlformats.org/officeDocument/2006/relationships/hyperlink" Target="https://doi.org/10.3390/en16062912" TargetMode="External" Id="R6753a7b8c7d344f9" /><Relationship Type="http://schemas.openxmlformats.org/officeDocument/2006/relationships/hyperlink" Target="https://doi.org/10.1016/j.est.2023.109282" TargetMode="External" Id="Rf47e5d50b97645c8" /><Relationship Type="http://schemas.openxmlformats.org/officeDocument/2006/relationships/hyperlink" Target="https://doi.org/10.1016/j.solener.2023.01.027" TargetMode="External" Id="Rf8798ea3eaf74b10" /><Relationship Type="http://schemas.openxmlformats.org/officeDocument/2006/relationships/hyperlink" Target="https://doi.org/10.1016/j.segan.2023.101137" TargetMode="External" Id="Ra252715f8236492b" /><Relationship Type="http://schemas.openxmlformats.org/officeDocument/2006/relationships/notesSlide" Target="/ppt/notesSlides/notesSlide19.xml" Id="R737bbf3e709242b7" /></Relationships>
</file>

<file path=ppt/slides/_rels/slide20.xml.rels>&#65279;<?xml version="1.0" encoding="utf-8"?><Relationships xmlns="http://schemas.openxmlformats.org/package/2006/relationships"><Relationship Type="http://schemas.openxmlformats.org/officeDocument/2006/relationships/slideLayout" Target="/ppt/slideLayouts/slideLayout2.xml" Id="Rb751e37b5e6f412f" /><Relationship Type="http://schemas.openxmlformats.org/officeDocument/2006/relationships/hyperlink" Target="https://doi.org/10.3390/en14144074" TargetMode="External" Id="R699f115101b5499a" /><Relationship Type="http://schemas.openxmlformats.org/officeDocument/2006/relationships/hyperlink" Target="https://doi.org/10.1016/j.energy.2017.10.043" TargetMode="External" Id="R45df74bc08dd497b" /><Relationship Type="http://schemas.openxmlformats.org/officeDocument/2006/relationships/hyperlink" Target="https://doi.org/10.3390/en13071811" TargetMode="External" Id="R91908855b9854346" /><Relationship Type="http://schemas.openxmlformats.org/officeDocument/2006/relationships/hyperlink" Target="https://doi.org/10.3390/en14041054" TargetMode="External" Id="Rf9c6ab0bef4c4b0f" /><Relationship Type="http://schemas.openxmlformats.org/officeDocument/2006/relationships/hyperlink" Target="https://doi.org/10.3390/en14133733" TargetMode="External" Id="Ree2be5fb157a4d03" /><Relationship Type="http://schemas.openxmlformats.org/officeDocument/2006/relationships/notesSlide" Target="/ppt/notesSlides/notesSlide20.xml" Id="R5dbd376fa8094890" /></Relationships>
</file>

<file path=ppt/slides/_rels/slide21.xml.rels>&#65279;<?xml version="1.0" encoding="utf-8"?><Relationships xmlns="http://schemas.openxmlformats.org/package/2006/relationships"><Relationship Type="http://schemas.openxmlformats.org/officeDocument/2006/relationships/slideLayout" Target="/ppt/slideLayouts/slideLayout2.xml" Id="R75244bb0274e464f" /><Relationship Type="http://schemas.openxmlformats.org/officeDocument/2006/relationships/hyperlink" Target="https://doi.org/10.3390/en15218172" TargetMode="External" Id="R9e2c07a3e0eb4d35" /><Relationship Type="http://schemas.openxmlformats.org/officeDocument/2006/relationships/hyperlink" Target="https://doi.org/10.3390/en16145558" TargetMode="External" Id="Rd0f9c73f8c9e4d7e" /><Relationship Type="http://schemas.openxmlformats.org/officeDocument/2006/relationships/hyperlink" Target="https://doi.org/10.3390/batteries9010043" TargetMode="External" Id="R40cf97b48eb04469" /><Relationship Type="http://schemas.openxmlformats.org/officeDocument/2006/relationships/hyperlink" Target="https://doi.org/10.3390/electronics13214256" TargetMode="External" Id="R06a930165e824866" /><Relationship Type="http://schemas.openxmlformats.org/officeDocument/2006/relationships/hyperlink" Target="https://doi.org/10.18618/REP.e202521" TargetMode="External" Id="R8eda923f891a4530" /><Relationship Type="http://schemas.openxmlformats.org/officeDocument/2006/relationships/notesSlide" Target="/ppt/notesSlides/notesSlide21.xml" Id="R8bcfb3e990f945f6" /></Relationships>
</file>

<file path=ppt/slides/_rels/slide22.xml.rels>&#65279;<?xml version="1.0" encoding="utf-8"?><Relationships xmlns="http://schemas.openxmlformats.org/package/2006/relationships"><Relationship Type="http://schemas.openxmlformats.org/officeDocument/2006/relationships/slideLayout" Target="/ppt/slideLayouts/slideLayout2.xml" Id="Rf0e8b6662f474dde" /><Relationship Type="http://schemas.openxmlformats.org/officeDocument/2006/relationships/notesSlide" Target="/ppt/notesSlides/notesSlide22.xml" Id="R060b1760b2f0495d"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Both loads retained</c:v>
          </c:tx>
          <c:spPr>
            <a:solidFill xmlns:a="http://schemas.openxmlformats.org/drawingml/2006/main">
              <a:srgbClr val="8A8A8A"/>
            </a:solidFill>
          </c:spPr>
          <c:cat>
            <c:strRef>
              <c:f>'Chart Data'!$A$2:$A$3</c:f>
              <c:strCache>
                <c:ptCount val="2"/>
                <c:pt idx="0">
                  <c:v>Lamp service</c:v>
                </c:pt>
                <c:pt idx="1">
                  <c:v>Fan service</c:v>
                </c:pt>
              </c:strCache>
            </c:strRef>
          </c:cat>
          <c:val>
            <c:numRef>
              <c:f>'Chart Data'!$B$2:$B$3</c:f>
              <c:numCache>
                <c:formatCode>0.00</c:formatCode>
                <c:ptCount val="2"/>
                <c:pt idx="0">
                  <c:v>5.476389</c:v>
                </c:pt>
                <c:pt idx="1">
                  <c:v>5.476389</c:v>
                </c:pt>
              </c:numCache>
            </c:numRef>
          </c:val>
        </c:ser>
        <c:ser>
          <c:idx val="1"/>
          <c:order val="1"/>
          <c:tx>
            <c:v>Priority control</c:v>
          </c:tx>
          <c:spPr>
            <a:solidFill xmlns:a="http://schemas.openxmlformats.org/drawingml/2006/main">
              <a:srgbClr val="7030A0"/>
            </a:solidFill>
          </c:spPr>
          <c:cat>
            <c:strRef>
              <c:f>'Chart Data'!$C$2:$C$3</c:f>
              <c:strCache>
                <c:ptCount val="2"/>
                <c:pt idx="0">
                  <c:v>Lamp service</c:v>
                </c:pt>
                <c:pt idx="1">
                  <c:v>Fan service</c:v>
                </c:pt>
              </c:strCache>
            </c:strRef>
          </c:cat>
          <c:val>
            <c:numRef>
              <c:f>'Chart Data'!$D$2:$D$3</c:f>
              <c:numCache>
                <c:formatCode>0.00</c:formatCode>
                <c:ptCount val="2"/>
                <c:pt idx="0">
                  <c:v>7.883611</c:v>
                </c:pt>
                <c:pt idx="1">
                  <c:v>2.493611</c:v>
                </c:pt>
              </c:numCache>
            </c:numRef>
          </c:val>
        </c:ser>
        <c:dLbls>
          <c:txPr>
            <a:bodyPr xmlns:a="http://schemas.openxmlformats.org/drawingml/2006/main" anchorCtr="1"/>
            <a:lstStyle xmlns:a="http://schemas.openxmlformats.org/drawingml/2006/main"/>
            <a:p xmlns:a="http://schemas.openxmlformats.org/drawingml/2006/main">
              <a:pPr>
                <a:defRPr sz="1650">
                  <a:latin typeface="Times New Roman"/>
                  <a:ea typeface="Times New Roman"/>
                  <a:cs typeface="Times New Roman"/>
                </a:defRPr>
              </a:pPr>
            </a:p>
          </c:txPr>
          <c:dLblPos val="outEnd"/>
          <c:showLegendKey val="0"/>
          <c:showVal val="1"/>
          <c:showCatName val="0"/>
          <c:showSerName val="0"/>
          <c:showPercent val="0"/>
          <c:showBubbleSize val="0"/>
          <c:showLeaderLines val="0"/>
        </c:dLbls>
        <c:gapWidth val="11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666666"/>
                </a:solidFill>
                <a:latin typeface="Times New Roman"/>
                <a:ea typeface="Times New Roman"/>
                <a:cs typeface="Times New Roman"/>
              </a:defRPr>
            </a:pPr>
          </a:p>
        </c:txPr>
        <c:crossAx val="48672768"/>
      </c:catAx>
      <c:valAx>
        <c:axId val="48672768"/>
        <c:scaling>
          <c:orientation val="minMax"/>
          <c:max val="9"/>
          <c:min val="0"/>
        </c:scaling>
        <c:delete val="0"/>
        <c:axPos val="l"/>
        <c:majorGridlines>
          <c:spPr>
            <a:ln xmlns:a="http://schemas.openxmlformats.org/drawingml/2006/main" w="9525">
              <a:solidFill>
                <a:srgbClr val="DDDDDD"/>
              </a:solidFill>
            </a:ln>
          </c:spPr>
        </c:majorGridlines>
        <c:title>
          <c:tx>
            <c:rich>
              <a:bodyPr xmlns:a="http://schemas.openxmlformats.org/drawingml/2006/main"/>
              <a:lstStyle xmlns:a="http://schemas.openxmlformats.org/drawingml/2006/main"/>
              <a:p xmlns:a="http://schemas.openxmlformats.org/drawingml/2006/main">
                <a:r>
                  <a:rPr sz="1650">
                    <a:latin typeface="Times New Roman"/>
                    <a:ea typeface="Times New Roman"/>
                    <a:cs typeface="Times New Roman"/>
                  </a:rPr>
                  <a:t>Service time (h)</a:t>
                </a:r>
              </a:p>
            </c:rich>
          </c:tx>
          <c:overlay val="0"/>
          <c:txPr>
            <a:bodyPr xmlns:a="http://schemas.openxmlformats.org/drawingml/2006/main" anchorCtr="1"/>
            <a:lstStyle xmlns:a="http://schemas.openxmlformats.org/drawingml/2006/main"/>
            <a:p xmlns:a="http://schemas.openxmlformats.org/drawingml/2006/main">
              <a:pPr>
                <a:defRPr sz="1650">
                  <a:latin typeface="Times New Roman"/>
                  <a:ea typeface="Times New Roman"/>
                  <a:cs typeface="Times New Roman"/>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Times New Roman"/>
                <a:ea typeface="Times New Roman"/>
                <a:cs typeface="Times New Roman"/>
              </a:defRPr>
            </a:pPr>
          </a:p>
        </c:txPr>
        <c:crossAx val="48650112"/>
        <c:crossBetween val="between"/>
        <c:majorUnit val="1"/>
      </c:valAx>
    </c:plotArea>
    <c:legend>
      <c:legendPos val="b"/>
      <c:overlay val="0"/>
      <c:txPr>
        <a:bodyPr xmlns:a="http://schemas.openxmlformats.org/drawingml/2006/main" anchorCtr="1"/>
        <a:lstStyle xmlns:a="http://schemas.openxmlformats.org/drawingml/2006/main"/>
        <a:p xmlns:a="http://schemas.openxmlformats.org/drawingml/2006/main">
          <a:pPr>
            <a:defRPr sz="1575">
              <a:latin typeface="Times New Roman"/>
              <a:ea typeface="Times New Roman"/>
              <a:cs typeface="Times New Roman"/>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Common rail</c:v>
          </c:tx>
          <c:spPr>
            <a:solidFill xmlns:a="http://schemas.openxmlformats.org/drawingml/2006/main">
              <a:srgbClr val="23588C"/>
            </a:solidFill>
          </c:spPr>
          <c:cat>
            <c:strRef>
              <c:f>'Chart Data'!$A$2:$A$7</c:f>
              <c:strCache>
                <c:ptCount val="6"/>
                <c:pt idx="0">
                  <c:v>S1</c:v>
                </c:pt>
                <c:pt idx="1">
                  <c:v>S2</c:v>
                </c:pt>
                <c:pt idx="2">
                  <c:v>S3</c:v>
                </c:pt>
                <c:pt idx="3">
                  <c:v>S4</c:v>
                </c:pt>
                <c:pt idx="4">
                  <c:v>S5</c:v>
                </c:pt>
                <c:pt idx="5">
                  <c:v>S6</c:v>
                </c:pt>
              </c:strCache>
            </c:strRef>
          </c:cat>
          <c:val>
            <c:numRef>
              <c:f>'Chart Data'!$B$2:$B$7</c:f>
              <c:numCache>
                <c:formatCode>0.00</c:formatCode>
                <c:ptCount val="6"/>
                <c:pt idx="0">
                  <c:v>4.824746</c:v>
                </c:pt>
                <c:pt idx="1">
                  <c:v>4.756409</c:v>
                </c:pt>
                <c:pt idx="2">
                  <c:v>2.99466</c:v>
                </c:pt>
                <c:pt idx="3">
                  <c:v>2.99466</c:v>
                </c:pt>
                <c:pt idx="4">
                  <c:v>4.693761</c:v>
                </c:pt>
                <c:pt idx="5">
                  <c:v>4.790716</c:v>
                </c:pt>
              </c:numCache>
            </c:numRef>
          </c:val>
        </c:ser>
        <c:ser>
          <c:idx val="1"/>
          <c:order val="1"/>
          <c:tx>
            <c:v>Fan terminal</c:v>
          </c:tx>
          <c:spPr>
            <a:solidFill xmlns:a="http://schemas.openxmlformats.org/drawingml/2006/main">
              <a:srgbClr val="B96612"/>
            </a:solidFill>
          </c:spPr>
          <c:cat>
            <c:strRef>
              <c:f>'Chart Data'!$C$2:$C$7</c:f>
              <c:strCache>
                <c:ptCount val="6"/>
                <c:pt idx="0">
                  <c:v>S1</c:v>
                </c:pt>
                <c:pt idx="1">
                  <c:v>S2</c:v>
                </c:pt>
                <c:pt idx="2">
                  <c:v>S3</c:v>
                </c:pt>
                <c:pt idx="3">
                  <c:v>S4</c:v>
                </c:pt>
                <c:pt idx="4">
                  <c:v>S5</c:v>
                </c:pt>
                <c:pt idx="5">
                  <c:v>S6</c:v>
                </c:pt>
              </c:strCache>
            </c:strRef>
          </c:cat>
          <c:val>
            <c:numRef>
              <c:f>'Chart Data'!$D$2:$D$7</c:f>
              <c:numCache>
                <c:formatCode>0.00</c:formatCode>
                <c:ptCount val="6"/>
                <c:pt idx="0">
                  <c:v>4.677085</c:v>
                </c:pt>
                <c:pt idx="1">
                  <c:v>4.473916</c:v>
                </c:pt>
                <c:pt idx="2">
                  <c:v>2.735565</c:v>
                </c:pt>
                <c:pt idx="3">
                  <c:v>2.735565</c:v>
                </c:pt>
                <c:pt idx="4">
                  <c:v>4.287662</c:v>
                </c:pt>
                <c:pt idx="5">
                  <c:v>4.551236</c:v>
                </c:pt>
              </c:numCache>
            </c:numRef>
          </c:val>
        </c:ser>
        <c:dLbls>
          <c:txPr>
            <a:bodyPr xmlns:a="http://schemas.openxmlformats.org/drawingml/2006/main" anchorCtr="1"/>
            <a:lstStyle xmlns:a="http://schemas.openxmlformats.org/drawingml/2006/main"/>
            <a:p xmlns:a="http://schemas.openxmlformats.org/drawingml/2006/main">
              <a:pPr>
                <a:defRPr sz="1275">
                  <a:latin typeface="Times New Roman"/>
                  <a:ea typeface="Times New Roman"/>
                  <a:cs typeface="Times New Roman"/>
                </a:defRPr>
              </a:pPr>
            </a:p>
          </c:txPr>
          <c:dLblPos val="outEnd"/>
          <c:showLegendKey val="0"/>
          <c:showVal val="1"/>
          <c:showCatName val="0"/>
          <c:showSerName val="0"/>
          <c:showPercent val="0"/>
          <c:showBubbleSize val="0"/>
          <c:showLeaderLines val="0"/>
        </c:dLbls>
        <c:gapWidth val="7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666666"/>
                </a:solidFill>
                <a:latin typeface="Times New Roman"/>
                <a:ea typeface="Times New Roman"/>
                <a:cs typeface="Times New Roman"/>
              </a:defRPr>
            </a:pPr>
          </a:p>
        </c:txPr>
        <c:crossAx val="48672768"/>
      </c:catAx>
      <c:valAx>
        <c:axId val="48672768"/>
        <c:scaling>
          <c:orientation val="minMax"/>
          <c:max val="5.5"/>
          <c:min val="0"/>
        </c:scaling>
        <c:delete val="0"/>
        <c:axPos val="l"/>
        <c:majorGridlines>
          <c:spPr>
            <a:ln xmlns:a="http://schemas.openxmlformats.org/drawingml/2006/main" w="9525">
              <a:solidFill>
                <a:srgbClr val="DDDDDD"/>
              </a:solidFill>
            </a:ln>
          </c:spPr>
        </c:majorGridlines>
        <c:title>
          <c:tx>
            <c:rich>
              <a:bodyPr xmlns:a="http://schemas.openxmlformats.org/drawingml/2006/main"/>
              <a:lstStyle xmlns:a="http://schemas.openxmlformats.org/drawingml/2006/main"/>
              <a:p xmlns:a="http://schemas.openxmlformats.org/drawingml/2006/main">
                <a:r>
                  <a:rPr sz="1725">
                    <a:latin typeface="Times New Roman"/>
                    <a:ea typeface="Times New Roman"/>
                    <a:cs typeface="Times New Roman"/>
                  </a:rPr>
                  <a:t>Minimum voltage (V)</a:t>
                </a:r>
              </a:p>
            </c:rich>
          </c:tx>
          <c:overlay val="0"/>
          <c:txPr>
            <a:bodyPr xmlns:a="http://schemas.openxmlformats.org/drawingml/2006/main" anchorCtr="1"/>
            <a:lstStyle xmlns:a="http://schemas.openxmlformats.org/drawingml/2006/main"/>
            <a:p xmlns:a="http://schemas.openxmlformats.org/drawingml/2006/main">
              <a:pPr>
                <a:defRPr sz="1725">
                  <a:latin typeface="Times New Roman"/>
                  <a:ea typeface="Times New Roman"/>
                  <a:cs typeface="Times New Roman"/>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Times New Roman"/>
                <a:ea typeface="Times New Roman"/>
                <a:cs typeface="Times New Roman"/>
              </a:defRPr>
            </a:pPr>
          </a:p>
        </c:txPr>
        <c:crossAx val="48650112"/>
        <c:crossBetween val="between"/>
        <c:majorUnit val="1"/>
      </c:valAx>
    </c:plotArea>
    <c:legend>
      <c:legendPos val="b"/>
      <c:overlay val="0"/>
      <c:txPr>
        <a:bodyPr xmlns:a="http://schemas.openxmlformats.org/drawingml/2006/main" anchorCtr="1"/>
        <a:lstStyle xmlns:a="http://schemas.openxmlformats.org/drawingml/2006/main"/>
        <a:p xmlns:a="http://schemas.openxmlformats.org/drawingml/2006/main">
          <a:pPr>
            <a:defRPr sz="1725">
              <a:latin typeface="Times New Roman"/>
              <a:ea typeface="Times New Roman"/>
              <a:cs typeface="Times New Roman"/>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chemeClr val="lt1"/>
        </a:solidFill>
      </p:bgPr>
    </p:bg>
    <p:spTree>
      <p:nvGrpSpPr>
        <p:cNvPr id="1" name=""/>
        <p:cNvGrpSpPr/>
        <p:nvPr/>
      </p:nvGrpSpPr>
      <p:grpSpPr>
        <a:xfrm xmlns:a="http://schemas.openxmlformats.org/drawingml/2006/main"/>
      </p:grpSpPr>
      <p:sp>
        <p:nvSpPr>
          <p:cNvPr id="58" name="Google Shape;58;p1">
            <a:extLst xmlns:a="http://schemas.openxmlformats.org/drawingml/2006/main">
              <a:ext uri="{FF2B5EF4-FFF2-40B4-BE49-F238E27FC236}">
                <a16:creationId xmlns:a16="http://schemas.microsoft.com/office/drawing/2014/main" id="{7E9E3C45-F46A-4A07-99A3-57F113E1E1CB}"/>
              </a:ext>
            </a:extLst>
          </p:cNvPr>
          <p:cNvSpPr>
            <a:spLocks xmlns:a="http://schemas.openxmlformats.org/drawingml/2006/main" noGrp="1"/>
          </p:cNvSpPr>
          <p:nvPr/>
        </p:nvSpPr>
        <p:spPr>
          <a:xfrm xmlns:a="http://schemas.openxmlformats.org/drawingml/2006/main">
            <a:off x="0" y="0"/>
            <a:ext cx="9144000" cy="1293812"/>
          </a:xfrm>
          <a:prstGeom xmlns:a="http://schemas.openxmlformats.org/drawingml/2006/main" prst="rect">
            <a:avLst/>
          </a:prstGeom>
          <a:solidFill xmlns:a="http://schemas.openxmlformats.org/drawingml/2006/main">
            <a:srgbClr val="FFEED9"/>
          </a:solidFill>
          <a:ln xmlns:a="http://schemas.openxmlformats.org/drawingml/2006/main" w="9525" cmpd="sng">
            <a:solidFill>
              <a:schemeClr val="lt1"/>
            </a:solidFill>
            <a:prstDash val="solid"/>
            <a:headEnd type="none" w="sm" len="sm"/>
            <a:tailEnd type="none" w="sm" len="sm"/>
          </a:ln>
          <a:effectLst xmlns:a="http://schemas.openxmlformats.org/drawingml/2006/main">
            <a:outerShdw blurRad="63500" dist="23000" dir="5400000">
              <a:srgbClr val="000000">
                <a:alpha val="34902"/>
              </a:srgbClr>
            </a:outerShdw>
          </a:effectLst>
        </p:spPr>
        <p:txBody>
          <a:bodyPr xmlns:a="http://schemas.openxmlformats.org/drawingml/2006/main" spcFirstLastPara="1" wrap="square" lIns="47625" tIns="38100" rIns="47625" bIns="38100" anchor="ctr">
            <a:noAutofit/>
          </a:bodyPr>
          <a:lstStyle xmlns:a="http://schemas.openxmlformats.org/drawingml/2006/main"/>
          <a:p xmlns:a="http://schemas.openxmlformats.org/drawingml/2006/main">
            <a:pPr algn="ctr">
              <a:defRPr sz="2100" b="1">
                <a:solidFill>
                  <a:srgbClr val="000000"/>
                </a:solidFill>
                <a:latin typeface="Times New Roman"/>
                <a:ea typeface="Times New Roman"/>
                <a:cs typeface="Times New Roman"/>
              </a:defRPr>
            </a:pPr>
            <a:r>
              <a:rPr sz="2100" b="1">
                <a:solidFill>
                  <a:srgbClr val="000000"/>
                </a:solidFill>
                <a:latin typeface="Times New Roman"/>
                <a:ea typeface="Times New Roman"/>
                <a:cs typeface="Times New Roman"/>
              </a:rPr>
              <a:t>KJEI’s, Trinity Academy of Engineering</a:t>
            </a:r>
          </a:p>
          <a:p xmlns:a="http://schemas.openxmlformats.org/drawingml/2006/main">
            <a:pPr algn="ctr">
              <a:defRPr sz="2100" b="1">
                <a:solidFill>
                  <a:srgbClr val="000000"/>
                </a:solidFill>
                <a:latin typeface="Times New Roman"/>
                <a:ea typeface="Times New Roman"/>
                <a:cs typeface="Times New Roman"/>
              </a:defRPr>
            </a:pPr>
            <a:r>
              <a:rPr sz="2100" b="1">
                <a:solidFill>
                  <a:srgbClr val="000000"/>
                </a:solidFill>
                <a:latin typeface="Times New Roman"/>
                <a:ea typeface="Times New Roman"/>
                <a:cs typeface="Times New Roman"/>
              </a:rPr>
              <a:t>Department of Electronics and</a:t>
            </a:r>
          </a:p>
          <a:p xmlns:a="http://schemas.openxmlformats.org/drawingml/2006/main">
            <a:pPr algn="ctr">
              <a:defRPr sz="2100" b="1">
                <a:solidFill>
                  <a:srgbClr val="000000"/>
                </a:solidFill>
                <a:latin typeface="Times New Roman"/>
                <a:ea typeface="Times New Roman"/>
                <a:cs typeface="Times New Roman"/>
              </a:defRPr>
            </a:pPr>
            <a:r>
              <a:rPr sz="2100" b="1">
                <a:solidFill>
                  <a:srgbClr val="000000"/>
                </a:solidFill>
                <a:latin typeface="Times New Roman"/>
                <a:ea typeface="Times New Roman"/>
                <a:cs typeface="Times New Roman"/>
              </a:rPr>
              <a:t>Telecommunication Engineering</a:t>
            </a:r>
          </a:p>
        </p:txBody>
      </p:sp>
      <p:sp>
        <p:nvSpPr>
          <p:cNvPr id="59" name="Google Shape;59;p1">
            <a:extLst xmlns:a="http://schemas.openxmlformats.org/drawingml/2006/main">
              <a:ext uri="{FF2B5EF4-FFF2-40B4-BE49-F238E27FC236}">
                <a16:creationId xmlns:a16="http://schemas.microsoft.com/office/drawing/2014/main" id="{9FFC3C5B-4298-4F0D-B6F5-95C22E5E76FD}"/>
              </a:ext>
            </a:extLst>
          </p:cNvPr>
          <p:cNvSpPr>
            <a:spLocks xmlns:a="http://schemas.openxmlformats.org/drawingml/2006/main" noGrp="1"/>
          </p:cNvSpPr>
          <p:nvPr/>
        </p:nvSpPr>
        <p:spPr>
          <a:xfrm xmlns:a="http://schemas.openxmlformats.org/drawingml/2006/main">
            <a:off x="190500" y="1438275"/>
            <a:ext cx="8763000" cy="981075"/>
          </a:xfrm>
          <a:prstGeom xmlns:a="http://schemas.openxmlformats.org/drawingml/2006/main" prst="rect">
            <a:avLst/>
          </a:prstGeom>
          <a:noFill xmlns:a="http://schemas.openxmlformats.org/drawingml/2006/main"/>
          <a:ln xmlns:a="http://schemas.openxmlformats.org/drawingml/2006/main">
            <a:noFill/>
          </a:ln>
          <a:effectLst xmlns:a="http://schemas.openxmlformats.org/drawingml/2006/main">
            <a:outerShdw blurRad="63500" dist="23000" dir="5400000">
              <a:srgbClr val="000000">
                <a:alpha val="34902"/>
              </a:srgbClr>
            </a:outerShdw>
          </a:effectLst>
        </p:spPr>
        <p:txBody>
          <a:bodyPr xmlns:a="http://schemas.openxmlformats.org/drawingml/2006/main" spcFirstLastPara="1" wrap="square" lIns="47625" tIns="38100" rIns="47625" bIns="38100" anchor="t">
            <a:noAutofit/>
          </a:bodyPr>
          <a:lstStyle xmlns:a="http://schemas.openxmlformats.org/drawingml/2006/main"/>
          <a:p xmlns:a="http://schemas.openxmlformats.org/drawingml/2006/main">
            <a:pPr marL="60325" marR="0" lvl="0" indent="0" algn="ctr">
              <a:spcBef>
                <a:spcPts val="0"/>
              </a:spcBef>
              <a:spcAft>
                <a:spcPts val="0"/>
              </a:spcAft>
              <a:buClr>
                <a:srgbClr val="9F5900"/>
              </a:buClr>
              <a:buSzPts val="3600"/>
              <a:buFont typeface="Times New Roman"/>
              <a:buNone/>
              <a:defRPr sz="2700" b="1">
                <a:solidFill>
                  <a:srgbClr val="AA5500"/>
                </a:solidFill>
                <a:latin typeface="Times New Roman"/>
                <a:ea typeface="Times New Roman"/>
                <a:cs typeface="Times New Roman"/>
              </a:defRPr>
            </a:pPr>
            <a:r>
              <a:rPr sz="2700" b="1" i="0" u="none" cap="none">
                <a:solidFill>
                  <a:srgbClr val="AA5500"/>
                </a:solidFill>
                <a:latin typeface="Times New Roman"/>
                <a:ea typeface="Times New Roman"/>
                <a:cs typeface="Times New Roman"/>
              </a:rPr>
              <a:t>Academic Year 2026–27  Semester I</a:t>
            </a:r>
          </a:p>
          <a:p xmlns:a="http://schemas.openxmlformats.org/drawingml/2006/main">
            <a:pPr marL="60325" marR="0" lvl="0" indent="0" algn="ctr">
              <a:spcBef>
                <a:spcPts val="0"/>
              </a:spcBef>
              <a:spcAft>
                <a:spcPts val="0"/>
              </a:spcAft>
              <a:buClr>
                <a:srgbClr val="9F5900"/>
              </a:buClr>
              <a:buSzPts val="3600"/>
              <a:buFont typeface="Times New Roman"/>
              <a:buNone/>
              <a:defRPr sz="2700" b="1">
                <a:solidFill>
                  <a:srgbClr val="AA5500"/>
                </a:solidFill>
                <a:latin typeface="Times New Roman"/>
                <a:ea typeface="Times New Roman"/>
                <a:cs typeface="Times New Roman"/>
              </a:defRPr>
            </a:pPr>
            <a:r>
              <a:rPr sz="2700" b="1">
                <a:solidFill>
                  <a:srgbClr val="AA5500"/>
                </a:solidFill>
                <a:latin typeface="Times New Roman"/>
                <a:ea typeface="Times New Roman"/>
                <a:cs typeface="Times New Roman"/>
              </a:rPr>
              <a:t>Project Review 3</a:t>
            </a:r>
            <a:endParaRPr sz="3600" b="1" i="0" u="none" cap="none">
              <a:solidFill>
                <a:srgbClr val="9F5900"/>
              </a:solidFill>
              <a:latin typeface="Times New Roman"/>
              <a:ea typeface="Times New Roman"/>
              <a:cs typeface="Times New Roman"/>
            </a:endParaRPr>
          </a:p>
        </p:txBody>
      </p:sp>
      <p:sp>
        <p:nvSpPr>
          <p:cNvPr id="60" name="Google Shape;60;p1">
            <a:extLst xmlns:a="http://schemas.openxmlformats.org/drawingml/2006/main">
              <a:ext uri="{FF2B5EF4-FFF2-40B4-BE49-F238E27FC236}">
                <a16:creationId xmlns:a16="http://schemas.microsoft.com/office/drawing/2014/main" id="{7BBD47FB-4FBF-4F6B-81C1-1C51106239EF}"/>
              </a:ext>
            </a:extLst>
          </p:cNvPr>
          <p:cNvSpPr>
            <a:spLocks xmlns:a="http://schemas.openxmlformats.org/drawingml/2006/main" noGrp="1"/>
          </p:cNvSpPr>
          <p:nvPr/>
        </p:nvSpPr>
        <p:spPr>
          <a:xfrm xmlns:a="http://schemas.openxmlformats.org/drawingml/2006/main">
            <a:off x="8472487" y="6218237"/>
            <a:ext cx="549275" cy="5238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7625" tIns="38100" rIns="47625" bIns="38100"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595959"/>
              </a:buClr>
              <a:buSzPts val="1000"/>
              <a:buFont typeface="Arial"/>
              <a:buNone/>
              <a:defRPr sz="975" b="0">
                <a:solidFill>
                  <a:srgbClr val="595959"/>
                </a:solidFill>
                <a:latin typeface="Arial"/>
                <a:ea typeface="Arial"/>
                <a:cs typeface="Arial"/>
              </a:defRPr>
            </a:pPr>
            <a:fld id="{AD75FED6-38D0-DE9C-92C0-6E7FA635581C}" type="slidenum">
              <a:rPr sz="975" b="0" i="0" u="none">
                <a:solidFill>
                  <a:srgbClr val="595959"/>
                </a:solidFill>
                <a:latin typeface="Arial"/>
                <a:ea typeface="Arial"/>
                <a:cs typeface="Arial"/>
              </a:rPr>
              <a:t>1</a:t>
            </a:fld>
            <a:endParaRPr/>
          </a:p>
        </p:txBody>
      </p:sp>
      <p:sp>
        <p:nvSpPr>
          <p:cNvPr id="61" name="Google Shape;61;p1">
            <a:extLst xmlns:a="http://schemas.openxmlformats.org/drawingml/2006/main">
              <a:ext uri="{FF2B5EF4-FFF2-40B4-BE49-F238E27FC236}">
                <a16:creationId xmlns:a16="http://schemas.microsoft.com/office/drawing/2014/main" id="{32DF1D20-C3CC-4682-8439-D2FC933D6E95}"/>
              </a:ext>
            </a:extLst>
          </p:cNvPr>
          <p:cNvSpPr>
            <a:spLocks xmlns:a="http://schemas.openxmlformats.org/drawingml/2006/main" noGrp="1"/>
          </p:cNvSpPr>
          <p:nvPr/>
        </p:nvSpPr>
        <p:spPr>
          <a:xfrm xmlns:a="http://schemas.openxmlformats.org/drawingml/2006/main">
            <a:off x="419100" y="4295775"/>
            <a:ext cx="4762500" cy="2834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7625" tIns="38100" rIns="47625" bIns="38100" anchor="t">
            <a:noAutofit/>
          </a:bodyPr>
          <a:lstStyle xmlns:a="http://schemas.openxmlformats.org/drawingml/2006/main"/>
          <a:p xmlns:a="http://schemas.openxmlformats.org/drawingml/2006/main">
            <a:pPr marL="0" marR="0" lvl="2" indent="0" algn="l">
              <a:lnSpc>
                <a:spcPct val="150000"/>
              </a:lnSpc>
              <a:spcBef>
                <a:spcPts val="0"/>
              </a:spcBef>
              <a:spcAft>
                <a:spcPts val="0"/>
              </a:spcAft>
              <a:buClr>
                <a:schemeClr val="dk1"/>
              </a:buClr>
              <a:buSzPts val="2800"/>
              <a:buFont typeface="Times New Roman"/>
              <a:buNone/>
              <a:defRPr sz="2025" b="0">
                <a:solidFill>
                  <a:srgbClr val="000000"/>
                </a:solidFill>
                <a:latin typeface="Times New Roman"/>
                <a:ea typeface="Times New Roman"/>
                <a:cs typeface="Times New Roman"/>
              </a:defRPr>
            </a:pPr>
            <a:r>
              <a:rPr sz="2025" b="0" i="0" u="none" cap="none">
                <a:solidFill>
                  <a:srgbClr val="000000"/>
                </a:solidFill>
                <a:latin typeface="Times New Roman"/>
                <a:ea typeface="Times New Roman"/>
                <a:cs typeface="Times New Roman"/>
              </a:rPr>
              <a:t>Students                         Roll No.</a:t>
            </a:r>
            <a:endParaRPr/>
          </a:p>
          <a:p xmlns:a="http://schemas.openxmlformats.org/drawingml/2006/main">
            <a:pPr marL="0" marR="0" lvl="2" indent="0" algn="l">
              <a:lnSpc>
                <a:spcPct val="100000"/>
              </a:lnSpc>
              <a:spcBef>
                <a:spcPts val="0"/>
              </a:spcBef>
              <a:spcAft>
                <a:spcPts val="0"/>
              </a:spcAft>
              <a:buClr>
                <a:schemeClr val="dk1"/>
              </a:buClr>
              <a:buSzPts val="2400"/>
              <a:buFont typeface="Times New Roman"/>
              <a:buNone/>
              <a:defRPr sz="2025" b="0">
                <a:solidFill>
                  <a:srgbClr val="000000"/>
                </a:solidFill>
                <a:latin typeface="Times New Roman"/>
                <a:ea typeface="Times New Roman"/>
                <a:cs typeface="Times New Roman"/>
              </a:defRPr>
            </a:pPr>
            <a:r>
              <a:rPr sz="2025" b="0" i="0" u="none" cap="none">
                <a:solidFill>
                  <a:srgbClr val="000000"/>
                </a:solidFill>
                <a:latin typeface="Times New Roman"/>
                <a:ea typeface="Times New Roman"/>
                <a:cs typeface="Times New Roman"/>
              </a:rPr>
              <a:t>Dhanesh Chaudhari             4114</a:t>
            </a:r>
            <a:endParaRPr/>
          </a:p>
          <a:p xmlns:a="http://schemas.openxmlformats.org/drawingml/2006/main">
            <a:pPr marL="0" marR="0" lvl="2" indent="0" algn="l">
              <a:lnSpc>
                <a:spcPct val="100000"/>
              </a:lnSpc>
              <a:spcBef>
                <a:spcPts val="0"/>
              </a:spcBef>
              <a:spcAft>
                <a:spcPts val="0"/>
              </a:spcAft>
              <a:buClr>
                <a:schemeClr val="dk1"/>
              </a:buClr>
              <a:buSzPts val="2400"/>
              <a:buFont typeface="Times New Roman"/>
              <a:buNone/>
              <a:defRPr sz="2025" b="0">
                <a:solidFill>
                  <a:srgbClr val="000000"/>
                </a:solidFill>
                <a:latin typeface="Times New Roman"/>
                <a:ea typeface="Times New Roman"/>
                <a:cs typeface="Times New Roman"/>
              </a:defRPr>
            </a:pPr>
            <a:r>
              <a:rPr sz="2025" b="0" i="0" u="none" cap="none">
                <a:solidFill>
                  <a:srgbClr val="000000"/>
                </a:solidFill>
                <a:latin typeface="Times New Roman"/>
                <a:ea typeface="Times New Roman"/>
                <a:cs typeface="Times New Roman"/>
              </a:rPr>
              <a:t>Yash Ahire                          4101</a:t>
            </a:r>
            <a:endParaRPr/>
          </a:p>
          <a:p xmlns:a="http://schemas.openxmlformats.org/drawingml/2006/main">
            <a:pPr marL="0" marR="0" lvl="2" indent="0" algn="l">
              <a:lnSpc>
                <a:spcPct val="100000"/>
              </a:lnSpc>
              <a:spcBef>
                <a:spcPts val="0"/>
              </a:spcBef>
              <a:spcAft>
                <a:spcPts val="0"/>
              </a:spcAft>
              <a:buClr>
                <a:schemeClr val="dk1"/>
              </a:buClr>
              <a:buSzPts val="2400"/>
              <a:buFont typeface="Times New Roman"/>
              <a:buNone/>
              <a:defRPr sz="2025" b="0">
                <a:solidFill>
                  <a:srgbClr val="000000"/>
                </a:solidFill>
                <a:latin typeface="Times New Roman"/>
                <a:ea typeface="Times New Roman"/>
                <a:cs typeface="Times New Roman"/>
              </a:defRPr>
            </a:pPr>
            <a:r>
              <a:rPr sz="2025" b="0" i="0" u="none" cap="none">
                <a:solidFill>
                  <a:srgbClr val="000000"/>
                </a:solidFill>
                <a:latin typeface="Times New Roman"/>
                <a:ea typeface="Times New Roman"/>
                <a:cs typeface="Times New Roman"/>
              </a:rPr>
              <a:t>Mrudula Pagar                    4114*</a:t>
            </a:r>
            <a:endParaRPr/>
          </a:p>
          <a:p xmlns:a="http://schemas.openxmlformats.org/drawingml/2006/main">
            <a:pPr marL="0" marR="0" lvl="2" indent="0" algn="l">
              <a:lnSpc>
                <a:spcPct val="100000"/>
              </a:lnSpc>
              <a:spcBef>
                <a:spcPts val="0"/>
              </a:spcBef>
              <a:spcAft>
                <a:spcPts val="0"/>
              </a:spcAft>
              <a:buClr>
                <a:schemeClr val="dk1"/>
              </a:buClr>
              <a:buSzPts val="2400"/>
              <a:buFont typeface="Times New Roman"/>
              <a:buNone/>
              <a:defRPr sz="2025" b="0">
                <a:solidFill>
                  <a:srgbClr val="000000"/>
                </a:solidFill>
                <a:latin typeface="Times New Roman"/>
                <a:ea typeface="Times New Roman"/>
                <a:cs typeface="Times New Roman"/>
              </a:defRPr>
            </a:pPr>
            <a:r>
              <a:rPr sz="2025" b="0" i="0" u="none" cap="none">
                <a:solidFill>
                  <a:srgbClr val="000000"/>
                </a:solidFill>
                <a:latin typeface="Times New Roman"/>
                <a:ea typeface="Times New Roman"/>
                <a:cs typeface="Times New Roman"/>
              </a:rPr>
              <a:t>Ujjwal Kshirsagar                4101*</a:t>
            </a:r>
            <a:endParaRPr/>
          </a:p>
        </p:txBody>
      </p:sp>
      <p:sp>
        <p:nvSpPr>
          <p:cNvPr id="62" name="Google Shape;62;p1">
            <a:extLst xmlns:a="http://schemas.openxmlformats.org/drawingml/2006/main">
              <a:ext uri="{FF2B5EF4-FFF2-40B4-BE49-F238E27FC236}">
                <a16:creationId xmlns:a16="http://schemas.microsoft.com/office/drawing/2014/main" id="{947186F4-E7DF-4A14-BB19-2EDA69B0F32D}"/>
              </a:ext>
            </a:extLst>
          </p:cNvPr>
          <p:cNvSpPr>
            <a:spLocks xmlns:a="http://schemas.openxmlformats.org/drawingml/2006/main" noGrp="1"/>
          </p:cNvSpPr>
          <p:nvPr/>
        </p:nvSpPr>
        <p:spPr>
          <a:xfrm xmlns:a="http://schemas.openxmlformats.org/drawingml/2006/main">
            <a:off x="5372100" y="4667250"/>
            <a:ext cx="3333750" cy="1920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7625" tIns="38100" rIns="47625" bIns="38100" anchor="t">
            <a:noAutofit/>
          </a:bodyPr>
          <a:lstStyle xmlns:a="http://schemas.openxmlformats.org/drawingml/2006/main"/>
          <a:p xmlns:a="http://schemas.openxmlformats.org/drawingml/2006/main">
            <a:pPr marL="0" marR="0" lvl="2" indent="0" algn="ctr">
              <a:lnSpc>
                <a:spcPct val="150000"/>
              </a:lnSpc>
              <a:spcBef>
                <a:spcPts val="0"/>
              </a:spcBef>
              <a:spcAft>
                <a:spcPts val="0"/>
              </a:spcAft>
              <a:buClr>
                <a:schemeClr val="dk1"/>
              </a:buClr>
              <a:buSzPts val="2800"/>
              <a:buFont typeface="Times New Roman"/>
              <a:buNone/>
              <a:defRPr sz="2100" b="0">
                <a:solidFill>
                  <a:srgbClr val="000000"/>
                </a:solidFill>
                <a:latin typeface="Times New Roman"/>
                <a:ea typeface="Times New Roman"/>
                <a:cs typeface="Times New Roman"/>
              </a:defRPr>
            </a:pPr>
            <a:r>
              <a:rPr sz="2100" b="0" i="0" u="none" cap="none">
                <a:solidFill>
                  <a:srgbClr val="000000"/>
                </a:solidFill>
                <a:latin typeface="Times New Roman"/>
                <a:ea typeface="Times New Roman"/>
                <a:cs typeface="Times New Roman"/>
              </a:rPr>
              <a:t>Under the guidance of</a:t>
            </a:r>
            <a:endParaRPr/>
          </a:p>
          <a:p xmlns:a="http://schemas.openxmlformats.org/drawingml/2006/main">
            <a:pPr marL="0" marR="0" lvl="0" indent="0" algn="ctr">
              <a:lnSpc>
                <a:spcPct val="150000"/>
              </a:lnSpc>
              <a:spcBef>
                <a:spcPts val="0"/>
              </a:spcBef>
              <a:spcAft>
                <a:spcPts val="0"/>
              </a:spcAft>
              <a:buClr>
                <a:schemeClr val="dk1"/>
              </a:buClr>
              <a:buSzPts val="2400"/>
              <a:buFont typeface="Times New Roman"/>
              <a:buNone/>
              <a:defRPr sz="2100" b="0">
                <a:solidFill>
                  <a:srgbClr val="000000"/>
                </a:solidFill>
                <a:latin typeface="Times New Roman"/>
                <a:ea typeface="Times New Roman"/>
                <a:cs typeface="Times New Roman"/>
              </a:defRPr>
            </a:pPr>
            <a:r>
              <a:rPr sz="2100" b="0" i="0" u="none">
                <a:solidFill>
                  <a:srgbClr val="000000"/>
                </a:solidFill>
                <a:latin typeface="Times New Roman"/>
                <a:ea typeface="Times New Roman"/>
                <a:cs typeface="Times New Roman"/>
              </a:rPr>
              <a:t>Prof. Chetna Jain†</a:t>
            </a:r>
            <a:endParaRPr/>
          </a:p>
        </p:txBody>
      </p:sp>
      <p:sp>
        <p:nvSpPr>
          <p:cNvPr id="63" name="Google Shape;63;p1">
            <a:extLst xmlns:a="http://schemas.openxmlformats.org/drawingml/2006/main">
              <a:ext uri="{FF2B5EF4-FFF2-40B4-BE49-F238E27FC236}">
                <a16:creationId xmlns:a16="http://schemas.microsoft.com/office/drawing/2014/main" id="{58FD97A0-BE88-4746-9044-AD39CE29F311}"/>
              </a:ext>
            </a:extLst>
          </p:cNvPr>
          <p:cNvSpPr>
            <a:spLocks xmlns:a="http://schemas.openxmlformats.org/drawingml/2006/main" noGrp="1"/>
          </p:cNvSpPr>
          <p:nvPr/>
        </p:nvSpPr>
        <p:spPr>
          <a:xfrm xmlns:a="http://schemas.openxmlformats.org/drawingml/2006/main">
            <a:off x="7678737" y="265112"/>
            <a:ext cx="1343032" cy="763581"/>
          </a:xfrm>
          <a:custGeom xmlns:a="http://schemas.openxmlformats.org/drawingml/2006/main">
            <a:rect l="l" t="t" r="r" b="b"/>
            <a:pathLst>
              <a:path w="2354453" h="1591818">
                <a:moveTo>
                  <a:pt x="0" y="0"/>
                </a:moveTo>
                <a:lnTo>
                  <a:pt x="2354453" y="0"/>
                </a:lnTo>
                <a:lnTo>
                  <a:pt x="2354453" y="1591818"/>
                </a:lnTo>
                <a:lnTo>
                  <a:pt x="0" y="1591818"/>
                </a:lnTo>
                <a:lnTo>
                  <a:pt x="0" y="0"/>
                </a:lnTo>
                <a:close/>
              </a:path>
            </a:pathLst>
          </a:custGeom>
          <a:blipFill xmlns:a="http://schemas.openxmlformats.org/drawingml/2006/main" rotWithShape="1">
            <a:blip xmlns:r="http://schemas.openxmlformats.org/officeDocument/2006/relationships" r:embed="R62675511ce314524">
              <a:alphaModFix/>
            </a:blip>
            <a:stretch>
              <a:fillRect l="0" t="-4120" r="0" b="-4121"/>
            </a:stretch>
          </a:blipFill>
          <a:ln xmlns:a="http://schemas.openxmlformats.org/drawingml/2006/main">
            <a:noFill/>
          </a:ln>
        </p:spPr>
      </p:sp>
      <p:sp>
        <p:nvSpPr>
          <p:cNvPr id="64" name="Google Shape;64;p1">
            <a:extLst xmlns:a="http://schemas.openxmlformats.org/drawingml/2006/main">
              <a:ext uri="{FF2B5EF4-FFF2-40B4-BE49-F238E27FC236}">
                <a16:creationId xmlns:a16="http://schemas.microsoft.com/office/drawing/2014/main" id="{F19A6ECD-343D-4AF7-90BC-37F8AC231D3F}"/>
              </a:ext>
            </a:extLst>
          </p:cNvPr>
          <p:cNvSpPr>
            <a:spLocks xmlns:a="http://schemas.openxmlformats.org/drawingml/2006/main" noGrp="1"/>
          </p:cNvSpPr>
          <p:nvPr/>
        </p:nvSpPr>
        <p:spPr>
          <a:xfrm xmlns:a="http://schemas.openxmlformats.org/drawingml/2006/main">
            <a:off x="136525" y="117475"/>
            <a:ext cx="841375" cy="1163637"/>
          </a:xfrm>
          <a:custGeom xmlns:a="http://schemas.openxmlformats.org/drawingml/2006/main">
            <a:rect l="l" t="t" r="r" b="b"/>
            <a:pathLst>
              <a:path w="1288321" h="1683367">
                <a:moveTo>
                  <a:pt x="0" y="0"/>
                </a:moveTo>
                <a:lnTo>
                  <a:pt x="1288322" y="0"/>
                </a:lnTo>
                <a:lnTo>
                  <a:pt x="1288322" y="1683367"/>
                </a:lnTo>
                <a:lnTo>
                  <a:pt x="0" y="1683367"/>
                </a:lnTo>
                <a:lnTo>
                  <a:pt x="0" y="0"/>
                </a:lnTo>
                <a:close/>
              </a:path>
            </a:pathLst>
          </a:custGeom>
          <a:blipFill xmlns:a="http://schemas.openxmlformats.org/drawingml/2006/main" rotWithShape="1">
            <a:blip xmlns:r="http://schemas.openxmlformats.org/officeDocument/2006/relationships" r:embed="R413989225c534394">
              <a:alphaModFix/>
            </a:blip>
            <a:stretch>
              <a:fillRect l="0" t="0" r="0" b="0"/>
            </a:stretch>
          </a:blip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None/>
            </a:pPr>
            <a:endParaRPr sz="1400" b="0" i="0" u="none">
              <a:solidFill>
                <a:srgbClr val="000000"/>
              </a:solidFill>
              <a:latin typeface="Arial"/>
              <a:ea typeface="Arial"/>
              <a:cs typeface="Arial"/>
            </a:endParaRPr>
          </a:p>
        </p:txBody>
      </p:sp>
      <p:sp>
        <p:nvSpPr>
          <p:cNvPr id="65" name="Google Shape;65;p1">
            <a:extLst xmlns:a="http://schemas.openxmlformats.org/drawingml/2006/main">
              <a:ext uri="{FF2B5EF4-FFF2-40B4-BE49-F238E27FC236}">
                <a16:creationId xmlns:a16="http://schemas.microsoft.com/office/drawing/2014/main" id="{2910CB55-616B-4891-BDFF-D3D3E9BBCD0F}"/>
              </a:ext>
            </a:extLst>
          </p:cNvPr>
          <p:cNvSpPr>
            <a:spLocks xmlns:a="http://schemas.openxmlformats.org/drawingml/2006/main" noGrp="1"/>
          </p:cNvSpPr>
          <p:nvPr/>
        </p:nvSpPr>
        <p:spPr>
          <a:xfrm xmlns:a="http://schemas.openxmlformats.org/drawingml/2006/main">
            <a:off x="2381250" y="3600450"/>
            <a:ext cx="4381500" cy="640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7625" tIns="38100" rIns="47625" bIns="38100" anchor="t">
            <a:noAutofit/>
          </a:bodyPr>
          <a:lstStyle xmlns:a="http://schemas.openxmlformats.org/drawingml/2006/main"/>
          <a:p xmlns:a="http://schemas.openxmlformats.org/drawingml/2006/main">
            <a:pPr marL="60325" marR="0" lvl="0" indent="0" algn="ctr">
              <a:lnSpc>
                <a:spcPct val="150000"/>
              </a:lnSpc>
              <a:spcBef>
                <a:spcPts val="0"/>
              </a:spcBef>
              <a:spcAft>
                <a:spcPts val="0"/>
              </a:spcAft>
              <a:buClr>
                <a:srgbClr val="C00000"/>
              </a:buClr>
              <a:buSzPts val="2400"/>
              <a:buFont typeface="Times New Roman"/>
              <a:buNone/>
              <a:defRPr sz="2100" b="1">
                <a:solidFill>
                  <a:srgbClr val="B00000"/>
                </a:solidFill>
                <a:latin typeface="Times New Roman"/>
                <a:ea typeface="Times New Roman"/>
                <a:cs typeface="Times New Roman"/>
              </a:defRPr>
            </a:pPr>
            <a:r>
              <a:rPr sz="2100" b="1" i="0" u="none">
                <a:solidFill>
                  <a:srgbClr val="B00000"/>
                </a:solidFill>
                <a:latin typeface="Times New Roman"/>
                <a:ea typeface="Times New Roman"/>
                <a:cs typeface="Times New Roman"/>
              </a:rPr>
              <a:t>Date: 3 October 2026</a:t>
            </a:r>
            <a:endParaRPr/>
          </a:p>
        </p:txBody>
      </p:sp>
      <p:sp>
        <p:nvSpPr>
          <p:cNvPr id="10" name="Google Shape;59;p1">
            <a:extLst xmlns:a="http://schemas.openxmlformats.org/drawingml/2006/main">
              <a:ext uri="{FF2B5EF4-FFF2-40B4-BE49-F238E27FC236}">
                <a16:creationId xmlns:a16="http://schemas.microsoft.com/office/drawing/2014/main" id="{510787C0-7D82-4125-994C-B7F06B8C263A}"/>
              </a:ext>
            </a:extLst>
          </p:cNvPr>
          <p:cNvSpPr>
            <a:spLocks xmlns:a="http://schemas.openxmlformats.org/drawingml/2006/main" noGrp="1"/>
          </p:cNvSpPr>
          <p:nvPr/>
        </p:nvSpPr>
        <p:spPr>
          <a:xfrm xmlns:a="http://schemas.openxmlformats.org/drawingml/2006/main">
            <a:off x="190500" y="2562225"/>
            <a:ext cx="8763000" cy="1028700"/>
          </a:xfrm>
          <a:prstGeom xmlns:a="http://schemas.openxmlformats.org/drawingml/2006/main" prst="rect">
            <a:avLst/>
          </a:prstGeom>
          <a:noFill xmlns:a="http://schemas.openxmlformats.org/drawingml/2006/main"/>
          <a:ln xmlns:a="http://schemas.openxmlformats.org/drawingml/2006/main">
            <a:noFill/>
          </a:ln>
          <a:effectLst xmlns:a="http://schemas.openxmlformats.org/drawingml/2006/main">
            <a:outerShdw blurRad="63500" dist="23000" dir="5400000">
              <a:srgbClr val="000000">
                <a:alpha val="34902"/>
              </a:srgbClr>
            </a:outerShdw>
          </a:effectLst>
        </p:spPr>
        <p:txBody>
          <a:bodyPr xmlns:a="http://schemas.openxmlformats.org/drawingml/2006/main" spcFirstLastPara="1" wrap="square" lIns="47625" tIns="38100" rIns="47625" bIns="38100" anchor="t">
            <a:noAutofit/>
          </a:bodyPr>
          <a:lstStyle xmlns:a="http://schemas.openxmlformats.org/drawingml/2006/main"/>
          <a:p xmlns:a="http://schemas.openxmlformats.org/drawingml/2006/main">
            <a:pPr marL="60325" marR="0" lvl="0" indent="0" algn="ctr">
              <a:lnSpc>
                <a:spcPct val="100000"/>
              </a:lnSpc>
              <a:spcBef>
                <a:spcPts val="0"/>
              </a:spcBef>
              <a:spcAft>
                <a:spcPts val="0"/>
              </a:spcAft>
              <a:buClr>
                <a:srgbClr val="7030A0"/>
              </a:buClr>
              <a:buSzPts val="3200"/>
              <a:buFont typeface="Times New Roman"/>
              <a:buNone/>
              <a:defRPr sz="2550" b="1">
                <a:solidFill>
                  <a:srgbClr val="7030A0"/>
                </a:solidFill>
                <a:latin typeface="Times New Roman"/>
                <a:ea typeface="Times New Roman"/>
                <a:cs typeface="Times New Roman"/>
              </a:defRPr>
            </a:pPr>
            <a:r>
              <a:rPr sz="2550" b="1" i="0" u="none" cap="none">
                <a:solidFill>
                  <a:srgbClr val="7030A0"/>
                </a:solidFill>
                <a:latin typeface="Times New Roman"/>
                <a:ea typeface="Times New Roman"/>
                <a:cs typeface="Times New Roman"/>
              </a:rPr>
              <a:t>WattSense</a:t>
            </a:r>
            <a:endParaRPr sz="3200" b="1" i="0" u="none">
              <a:solidFill>
                <a:srgbClr val="7030A0"/>
              </a:solidFill>
              <a:latin typeface="Times New Roman"/>
              <a:ea typeface="Times New Roman"/>
              <a:cs typeface="Times New Roman"/>
            </a:endParaRPr>
          </a:p>
          <a:p xmlns:a="http://schemas.openxmlformats.org/drawingml/2006/main">
            <a:pPr marL="60325" marR="0" lvl="0" indent="0" algn="ctr">
              <a:lnSpc>
                <a:spcPct val="100000"/>
              </a:lnSpc>
              <a:spcBef>
                <a:spcPts val="0"/>
              </a:spcBef>
              <a:spcAft>
                <a:spcPts val="0"/>
              </a:spcAft>
              <a:buClr>
                <a:srgbClr val="7030A0"/>
              </a:buClr>
              <a:buSzPts val="3200"/>
              <a:buFont typeface="Times New Roman"/>
              <a:buNone/>
              <a:defRPr sz="2550" b="1">
                <a:solidFill>
                  <a:srgbClr val="7030A0"/>
                </a:solidFill>
                <a:latin typeface="Times New Roman"/>
                <a:ea typeface="Times New Roman"/>
                <a:cs typeface="Times New Roman"/>
              </a:defRPr>
            </a:pPr>
            <a:r>
              <a:rPr sz="2550" b="1" i="0" u="none" cap="none">
                <a:solidFill>
                  <a:srgbClr val="7030A0"/>
                </a:solidFill>
                <a:latin typeface="Times New Roman"/>
                <a:ea typeface="Times New Roman"/>
                <a:cs typeface="Times New Roman"/>
              </a:rPr>
              <a:t>Battery Monitoring and Priority Load Control</a:t>
            </a:r>
            <a:endParaRPr sz="3200" b="1" i="0" u="none">
              <a:solidFill>
                <a:srgbClr val="7030A0"/>
              </a:solidFill>
              <a:latin typeface="Times New Roman"/>
              <a:ea typeface="Times New Roman"/>
              <a:cs typeface="Times New Roman"/>
            </a:endParaRPr>
          </a:p>
        </p:txBody>
      </p:sp>
      <p:sp>
        <p:nvSpPr>
          <p:cNvPr id="66" name="Details to confirm">
            <a:extLst xmlns:a="http://schemas.openxmlformats.org/drawingml/2006/main">
              <a:ext uri="{FF2B5EF4-FFF2-40B4-BE49-F238E27FC236}">
                <a16:creationId xmlns:a16="http://schemas.microsoft.com/office/drawing/2014/main" id="{3FD81C2F-9FCE-4BF4-A834-9FC1B5613FF5}"/>
              </a:ext>
            </a:extLst>
          </p:cNvPr>
          <p:cNvSpPr>
            <a:spLocks xmlns:a="http://schemas.openxmlformats.org/drawingml/2006/main" noGrp="1"/>
          </p:cNvSpPr>
          <p:nvPr/>
        </p:nvSpPr>
        <p:spPr>
          <a:xfrm xmlns:a="http://schemas.openxmlformats.org/drawingml/2006/main">
            <a:off x="523875" y="6296025"/>
            <a:ext cx="781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l">
              <a:defRPr sz="1350" b="0">
                <a:solidFill>
                  <a:srgbClr val="666666"/>
                </a:solidFill>
                <a:latin typeface="Times New Roman"/>
                <a:ea typeface="Times New Roman"/>
                <a:cs typeface="Times New Roman"/>
              </a:defRPr>
            </a:pPr>
            <a:r>
              <a:rPr sz="1350" b="0">
                <a:solidFill>
                  <a:srgbClr val="666666"/>
                </a:solidFill>
                <a:latin typeface="Times New Roman"/>
                <a:ea typeface="Times New Roman"/>
                <a:cs typeface="Times New Roman"/>
              </a:rPr>
              <a:t>* Temporary roll numbers.  † Guide name to confirm.</a:t>
            </a:r>
          </a:p>
        </p:txBody>
      </p:sp>
    </p:spTree>
    <p:extLst>
      <p:ext uri="{BB962C8B-B14F-4D97-AF65-F5344CB8AC3E}">
        <p14:creationId xmlns:p14="http://schemas.microsoft.com/office/powerpoint/2010/main" val="1963163100"/>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70" name="Google Shape;70;p2">
            <a:extLst xmlns:a="http://schemas.openxmlformats.org/drawingml/2006/main">
              <a:ext uri="{FF2B5EF4-FFF2-40B4-BE49-F238E27FC236}">
                <a16:creationId xmlns:a16="http://schemas.microsoft.com/office/drawing/2014/main" id="{992CAAB7-A82F-421A-856F-5E2F0932DFC8}"/>
              </a:ext>
            </a:extLst>
          </p:cNvPr>
          <p:cNvSpPr>
            <a:spLocks xmlns:a="http://schemas.openxmlformats.org/drawingml/2006/main" noGrp="1"/>
          </p:cNvSpPr>
          <p:nvPr/>
        </p:nvSpPr>
        <p:spPr>
          <a:xfrm xmlns:a="http://schemas.openxmlformats.org/drawingml/2006/main">
            <a:off x="8472487" y="6218237"/>
            <a:ext cx="549275" cy="5238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7625" tIns="38100" rIns="47625" bIns="38100"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595959"/>
              </a:buClr>
              <a:buSzPts val="1000"/>
              <a:buFont typeface="Arial"/>
              <a:buNone/>
              <a:defRPr sz="975" b="0">
                <a:solidFill>
                  <a:srgbClr val="595959"/>
                </a:solidFill>
                <a:latin typeface="Arial"/>
                <a:ea typeface="Arial"/>
                <a:cs typeface="Arial"/>
              </a:defRPr>
            </a:pPr>
            <a:fld id="{E2598689-54C9-18A7-3A19-ED76AA08988F}" type="slidenum">
              <a:rPr sz="975" b="0" i="0" u="none">
                <a:solidFill>
                  <a:srgbClr val="595959"/>
                </a:solidFill>
                <a:latin typeface="Arial"/>
                <a:ea typeface="Arial"/>
                <a:cs typeface="Arial"/>
              </a:rPr>
              <a:t>2</a:t>
            </a:fld>
            <a:endParaRPr/>
          </a:p>
        </p:txBody>
      </p:sp>
      <p:sp>
        <p:nvSpPr>
          <p:cNvPr id="71" name="Google Shape;71;p2">
            <a:extLst xmlns:a="http://schemas.openxmlformats.org/drawingml/2006/main">
              <a:ext uri="{FF2B5EF4-FFF2-40B4-BE49-F238E27FC236}">
                <a16:creationId xmlns:a16="http://schemas.microsoft.com/office/drawing/2014/main" id="{CF87A3EF-983C-4D5E-8120-C666AFEC8D83}"/>
              </a:ext>
            </a:extLst>
          </p:cNvPr>
          <p:cNvSpPr>
            <a:spLocks xmlns:a="http://schemas.openxmlformats.org/drawingml/2006/main" noGrp="1"/>
          </p:cNvSpPr>
          <p:nvPr/>
        </p:nvSpPr>
        <p:spPr>
          <a:xfrm xmlns:a="http://schemas.openxmlformats.org/drawingml/2006/main">
            <a:off x="1371600" y="209550"/>
            <a:ext cx="6429375" cy="571500"/>
          </a:xfrm>
          <a:prstGeom xmlns:a="http://schemas.openxmlformats.org/drawingml/2006/main" prst="rect">
            <a:avLst/>
          </a:prstGeom>
          <a:solidFill xmlns:a="http://schemas.openxmlformats.org/drawingml/2006/main">
            <a:srgbClr val="FFEED9"/>
          </a:solidFill>
          <a:ln xmlns:a="http://schemas.openxmlformats.org/drawingml/2006/main" w="9525" cmpd="sng">
            <a:solidFill>
              <a:schemeClr val="dk1"/>
            </a:solidFill>
            <a:prstDash val="solid"/>
            <a:headEnd type="none" w="sm" len="sm"/>
            <a:tailEnd type="none" w="sm" len="sm"/>
          </a:ln>
        </p:spPr>
        <p:txBody>
          <a:bodyPr xmlns:a="http://schemas.openxmlformats.org/drawingml/2006/main" spcFirstLastPara="1" wrap="square" lIns="47625" tIns="38100" rIns="47625" bIns="38100" anchor="ctr">
            <a:noAutofit/>
          </a:bodyPr>
          <a:lstStyle xmlns:a="http://schemas.openxmlformats.org/drawingml/2006/main"/>
          <a:p xmlns:a="http://schemas.openxmlformats.org/drawingml/2006/main">
            <a:pPr marL="257175" lvl="0" indent="-257175" algn="ctr">
              <a:buClr>
                <a:schemeClr val="dk1"/>
              </a:buClr>
              <a:buSzPts val="2800"/>
              <a:buNone/>
              <a:defRPr sz="2550" b="1">
                <a:solidFill>
                  <a:srgbClr val="000000"/>
                </a:solidFill>
                <a:latin typeface="Times New Roman"/>
                <a:ea typeface="Times New Roman"/>
                <a:cs typeface="Times New Roman"/>
              </a:defRPr>
            </a:pPr>
            <a:r>
              <a:rPr sz="2550" b="1">
                <a:solidFill>
                  <a:srgbClr val="000000"/>
                </a:solidFill>
                <a:latin typeface="Times New Roman"/>
                <a:ea typeface="Times New Roman"/>
                <a:cs typeface="Times New Roman"/>
              </a:rPr>
              <a:t>Introduction and Topic Overview</a:t>
            </a:r>
            <a:endParaRPr/>
          </a:p>
        </p:txBody>
      </p:sp>
      <p:sp>
        <p:nvSpPr>
          <p:cNvPr id="72" name="Introduction">
            <a:extLst xmlns:a="http://schemas.openxmlformats.org/drawingml/2006/main">
              <a:ext uri="{FF2B5EF4-FFF2-40B4-BE49-F238E27FC236}">
                <a16:creationId xmlns:a16="http://schemas.microsoft.com/office/drawing/2014/main" id="{F55D921C-A261-4B0E-AEEC-17721D5870B7}"/>
              </a:ext>
            </a:extLst>
          </p:cNvPr>
          <p:cNvSpPr>
            <a:spLocks xmlns:a="http://schemas.openxmlformats.org/drawingml/2006/main" noGrp="1"/>
          </p:cNvSpPr>
          <p:nvPr/>
        </p:nvSpPr>
        <p:spPr>
          <a:xfrm xmlns:a="http://schemas.openxmlformats.org/drawingml/2006/main">
            <a:off x="933450" y="1371600"/>
            <a:ext cx="7381875" cy="3695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38100" rIns="38100" bIns="38100" anchor="t">
            <a:noAutofit/>
          </a:bodyPr>
          <a:lstStyle xmlns:a="http://schemas.openxmlformats.org/drawingml/2006/main"/>
          <a:p xmlns:a="http://schemas.openxmlformats.org/drawingml/2006/main">
            <a:pPr marL="228600" indent="-114300" algn="l">
              <a:spcAft>
                <a:spcPts val="1200"/>
              </a:spcAft>
              <a:buChar char="•"/>
              <a:defRPr sz="2100" b="0">
                <a:solidFill>
                  <a:srgbClr val="000000"/>
                </a:solidFill>
                <a:latin typeface="Times New Roman"/>
                <a:ea typeface="Times New Roman"/>
                <a:cs typeface="Times New Roman"/>
              </a:defRPr>
            </a:pPr>
            <a:r>
              <a:rPr sz="2100" b="0">
                <a:solidFill>
                  <a:srgbClr val="000000"/>
                </a:solidFill>
                <a:latin typeface="Times New Roman"/>
                <a:ea typeface="Times New Roman"/>
                <a:cs typeface="Times New Roman"/>
              </a:rPr>
              <a:t>A battery powers a 5 V lamp and an optional fan through a converter.</a:t>
            </a:r>
          </a:p>
          <a:p xmlns:a="http://schemas.openxmlformats.org/drawingml/2006/main">
            <a:pPr marL="228600" indent="-114300" algn="l">
              <a:spcAft>
                <a:spcPts val="1200"/>
              </a:spcAft>
              <a:buChar char="•"/>
              <a:defRPr sz="2100" b="0">
                <a:solidFill>
                  <a:srgbClr val="000000"/>
                </a:solidFill>
                <a:latin typeface="Times New Roman"/>
                <a:ea typeface="Times New Roman"/>
                <a:cs typeface="Times New Roman"/>
              </a:defRPr>
            </a:pPr>
            <a:r>
              <a:rPr sz="2100" b="0">
                <a:solidFill>
                  <a:srgbClr val="000000"/>
                </a:solidFill>
                <a:latin typeface="Times New Roman"/>
                <a:ea typeface="Times New Roman"/>
                <a:cs typeface="Times New Roman"/>
              </a:rPr>
              <a:t>Keeping both loads on can shorten the service available to the lamp.</a:t>
            </a:r>
          </a:p>
          <a:p xmlns:a="http://schemas.openxmlformats.org/drawingml/2006/main">
            <a:pPr marL="228600" indent="-114300" algn="l">
              <a:spcAft>
                <a:spcPts val="1200"/>
              </a:spcAft>
              <a:buChar char="•"/>
              <a:defRPr sz="2100" b="0">
                <a:solidFill>
                  <a:srgbClr val="000000"/>
                </a:solidFill>
                <a:latin typeface="Times New Roman"/>
                <a:ea typeface="Times New Roman"/>
                <a:cs typeface="Times New Roman"/>
              </a:defRPr>
            </a:pPr>
            <a:r>
              <a:rPr sz="2100" b="0">
                <a:solidFill>
                  <a:srgbClr val="000000"/>
                </a:solidFill>
                <a:latin typeface="Times New Roman"/>
                <a:ea typeface="Times New Roman"/>
                <a:cs typeface="Times New Roman"/>
              </a:rPr>
              <a:t>WattSense estimates remaining charge and sheds the fan when backup becomes limited.</a:t>
            </a:r>
          </a:p>
          <a:p xmlns:a="http://schemas.openxmlformats.org/drawingml/2006/main">
            <a:pPr marL="228600" indent="-114300" algn="l">
              <a:spcAft>
                <a:spcPts val="1200"/>
              </a:spcAft>
              <a:buChar char="•"/>
              <a:defRPr sz="2100" b="0">
                <a:solidFill>
                  <a:srgbClr val="000000"/>
                </a:solidFill>
                <a:latin typeface="Times New Roman"/>
                <a:ea typeface="Times New Roman"/>
                <a:cs typeface="Times New Roman"/>
              </a:defRPr>
            </a:pPr>
            <a:r>
              <a:rPr sz="2100" b="0">
                <a:solidFill>
                  <a:srgbClr val="000000"/>
                </a:solidFill>
                <a:latin typeface="Times New Roman"/>
                <a:ea typeface="Times New Roman"/>
                <a:cs typeface="Times New Roman"/>
              </a:rPr>
              <a:t>A purchased BMS protects the cells. Our board measures current and controls load priority.</a:t>
            </a:r>
          </a:p>
          <a:p xmlns:a="http://schemas.openxmlformats.org/drawingml/2006/main">
            <a:pPr marL="228600" indent="-114300" algn="l">
              <a:spcAft>
                <a:spcPts val="1200"/>
              </a:spcAft>
              <a:buChar char="•"/>
              <a:defRPr sz="2100" b="0">
                <a:solidFill>
                  <a:srgbClr val="000000"/>
                </a:solidFill>
                <a:latin typeface="Times New Roman"/>
                <a:ea typeface="Times New Roman"/>
                <a:cs typeface="Times New Roman"/>
              </a:defRPr>
            </a:pPr>
            <a:r>
              <a:rPr sz="2100" b="0">
                <a:solidFill>
                  <a:srgbClr val="000000"/>
                </a:solidFill>
                <a:latin typeface="Times New Roman"/>
                <a:ea typeface="Times New Roman"/>
                <a:cs typeface="Times New Roman"/>
              </a:rPr>
              <a:t>Intended use: a small DC backup demonstrator for lighting and ventilation.</a:t>
            </a:r>
          </a:p>
        </p:txBody>
      </p:sp>
      <p:sp>
        <p:nvSpPr>
          <p:cNvPr id="73" name="Present scope">
            <a:extLst xmlns:a="http://schemas.openxmlformats.org/drawingml/2006/main">
              <a:ext uri="{FF2B5EF4-FFF2-40B4-BE49-F238E27FC236}">
                <a16:creationId xmlns:a16="http://schemas.microsoft.com/office/drawing/2014/main" id="{51FDCE6B-50E3-41BC-87BB-794F99EE8BA4}"/>
              </a:ext>
            </a:extLst>
          </p:cNvPr>
          <p:cNvSpPr>
            <a:spLocks xmlns:a="http://schemas.openxmlformats.org/drawingml/2006/main" noGrp="1"/>
          </p:cNvSpPr>
          <p:nvPr/>
        </p:nvSpPr>
        <p:spPr>
          <a:xfrm xmlns:a="http://schemas.openxmlformats.org/drawingml/2006/main">
            <a:off x="962025" y="5429250"/>
            <a:ext cx="74295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l">
              <a:defRPr sz="1875" b="1">
                <a:solidFill>
                  <a:srgbClr val="7030A0"/>
                </a:solidFill>
                <a:latin typeface="Times New Roman"/>
                <a:ea typeface="Times New Roman"/>
                <a:cs typeface="Times New Roman"/>
              </a:defRPr>
            </a:pPr>
            <a:r>
              <a:rPr sz="1875" b="1">
                <a:solidFill>
                  <a:srgbClr val="7030A0"/>
                </a:solidFill>
                <a:latin typeface="Times New Roman"/>
                <a:ea typeface="Times New Roman"/>
                <a:cs typeface="Times New Roman"/>
              </a:rPr>
              <a:t>Review 3 status: software, PCB design and simulation evidence.</a:t>
            </a:r>
          </a:p>
          <a:p xmlns:a="http://schemas.openxmlformats.org/drawingml/2006/main">
            <a:pPr algn="l">
              <a:defRPr sz="1875" b="1">
                <a:solidFill>
                  <a:srgbClr val="7030A0"/>
                </a:solidFill>
                <a:latin typeface="Times New Roman"/>
                <a:ea typeface="Times New Roman"/>
                <a:cs typeface="Times New Roman"/>
              </a:defRPr>
            </a:pPr>
            <a:r>
              <a:rPr sz="1875" b="1">
                <a:solidFill>
                  <a:srgbClr val="7030A0"/>
                </a:solidFill>
                <a:latin typeface="Times New Roman"/>
                <a:ea typeface="Times New Roman"/>
                <a:cs typeface="Times New Roman"/>
              </a:rPr>
              <a:t>Hardware measurements and solar tests remain pending.</a:t>
            </a:r>
          </a:p>
        </p:txBody>
      </p:sp>
    </p:spTree>
    <p:extLst>
      <p:ext uri="{BB962C8B-B14F-4D97-AF65-F5344CB8AC3E}">
        <p14:creationId xmlns:p14="http://schemas.microsoft.com/office/powerpoint/2010/main" val="371709722"/>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79" name="Google Shape;79;p3">
            <a:extLst xmlns:a="http://schemas.openxmlformats.org/drawingml/2006/main">
              <a:ext uri="{FF2B5EF4-FFF2-40B4-BE49-F238E27FC236}">
                <a16:creationId xmlns:a16="http://schemas.microsoft.com/office/drawing/2014/main" id="{7A1BE2A6-50C8-41FB-A0AA-627ED4BC8C43}"/>
              </a:ext>
            </a:extLst>
          </p:cNvPr>
          <p:cNvSpPr>
            <a:spLocks xmlns:a="http://schemas.openxmlformats.org/drawingml/2006/main" noGrp="1"/>
          </p:cNvSpPr>
          <p:nvPr/>
        </p:nvSpPr>
        <p:spPr>
          <a:xfrm xmlns:a="http://schemas.openxmlformats.org/drawingml/2006/main">
            <a:off x="8472487" y="6218237"/>
            <a:ext cx="549275" cy="5238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7625" tIns="38100" rIns="47625" bIns="38100"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595959"/>
              </a:buClr>
              <a:buSzPts val="1000"/>
              <a:buFont typeface="Arial"/>
              <a:buNone/>
              <a:defRPr sz="975" b="0">
                <a:solidFill>
                  <a:srgbClr val="595959"/>
                </a:solidFill>
                <a:latin typeface="Arial"/>
                <a:ea typeface="Arial"/>
                <a:cs typeface="Arial"/>
              </a:defRPr>
            </a:pPr>
            <a:fld id="{202359C0-8A7A-196E-DD58-8E6569619F09}" type="slidenum">
              <a:rPr sz="975" b="0" i="0" u="none">
                <a:solidFill>
                  <a:srgbClr val="595959"/>
                </a:solidFill>
                <a:latin typeface="Arial"/>
                <a:ea typeface="Arial"/>
                <a:cs typeface="Arial"/>
              </a:rPr>
              <a:t>3</a:t>
            </a:fld>
            <a:endParaRPr/>
          </a:p>
        </p:txBody>
      </p:sp>
      <p:sp>
        <p:nvSpPr>
          <p:cNvPr id="80" name="Google Shape;80;p3">
            <a:extLst xmlns:a="http://schemas.openxmlformats.org/drawingml/2006/main">
              <a:ext uri="{FF2B5EF4-FFF2-40B4-BE49-F238E27FC236}">
                <a16:creationId xmlns:a16="http://schemas.microsoft.com/office/drawing/2014/main" id="{ACFF07B8-549D-469E-9854-12693CDDCE6B}"/>
              </a:ext>
            </a:extLst>
          </p:cNvPr>
          <p:cNvSpPr>
            <a:spLocks xmlns:a="http://schemas.openxmlformats.org/drawingml/2006/main" noGrp="1"/>
          </p:cNvSpPr>
          <p:nvPr/>
        </p:nvSpPr>
        <p:spPr>
          <a:xfrm xmlns:a="http://schemas.openxmlformats.org/drawingml/2006/main">
            <a:off x="1371600" y="209550"/>
            <a:ext cx="6429375" cy="571500"/>
          </a:xfrm>
          <a:prstGeom xmlns:a="http://schemas.openxmlformats.org/drawingml/2006/main" prst="rect">
            <a:avLst/>
          </a:prstGeom>
          <a:solidFill xmlns:a="http://schemas.openxmlformats.org/drawingml/2006/main">
            <a:srgbClr val="FFEED9"/>
          </a:solidFill>
          <a:ln xmlns:a="http://schemas.openxmlformats.org/drawingml/2006/main" w="9525" cmpd="sng">
            <a:solidFill>
              <a:schemeClr val="dk1"/>
            </a:solidFill>
            <a:prstDash val="solid"/>
            <a:headEnd type="none" w="sm" len="sm"/>
            <a:tailEnd type="none" w="sm" len="sm"/>
          </a:ln>
        </p:spPr>
        <p:txBody>
          <a:bodyPr xmlns:a="http://schemas.openxmlformats.org/drawingml/2006/main" spcFirstLastPara="1" wrap="square" lIns="47625" tIns="38100" rIns="47625" bIns="38100" anchor="ctr">
            <a:noAutofit/>
          </a:bodyPr>
          <a:lstStyle xmlns:a="http://schemas.openxmlformats.org/drawingml/2006/main"/>
          <a:p xmlns:a="http://schemas.openxmlformats.org/drawingml/2006/main">
            <a:pPr marL="257175" lvl="0" indent="-257175" algn="ctr">
              <a:buClr>
                <a:schemeClr val="dk1"/>
              </a:buClr>
              <a:buSzPts val="2800"/>
              <a:buNone/>
              <a:defRPr sz="2550" b="1">
                <a:solidFill>
                  <a:srgbClr val="000000"/>
                </a:solidFill>
                <a:latin typeface="Times New Roman"/>
                <a:ea typeface="Times New Roman"/>
                <a:cs typeface="Times New Roman"/>
              </a:defRPr>
            </a:pPr>
            <a:r>
              <a:rPr sz="2550" b="1">
                <a:solidFill>
                  <a:srgbClr val="000000"/>
                </a:solidFill>
                <a:latin typeface="Times New Roman"/>
                <a:ea typeface="Times New Roman"/>
                <a:cs typeface="Times New Roman"/>
              </a:rPr>
              <a:t>Literature Survey 1 of 4</a:t>
            </a:r>
            <a:endParaRPr/>
          </a:p>
        </p:txBody>
      </p:sp>
      <p:graphicFrame>
        <p:nvGraphicFramePr>
          <p:cNvPr id="85" name="Table 2"/>
          <p:cNvGraphicFramePr/>
          <p:nvPr/>
        </p:nvGraphicFramePr>
        <p:xfrm>
          <a:off xmlns:a="http://schemas.openxmlformats.org/drawingml/2006/main" x="285750" y="1133475"/>
          <a:ext xmlns:a="http://schemas.openxmlformats.org/drawingml/2006/main" cx="8524875" cy="4924425"/>
        </p:xfrm>
        <a:graphic xmlns:a="http://schemas.openxmlformats.org/drawingml/2006/main">
          <a:graphicData uri="http://schemas.openxmlformats.org/drawingml/2006/table">
            <a:tbl>
              <a:tblPr/>
              <a:tblGrid>
                <a:gridCol w="400050"/>
                <a:gridCol w="1400175"/>
                <a:gridCol w="1247775"/>
                <a:gridCol w="1323975"/>
                <a:gridCol w="1304925"/>
                <a:gridCol w="1514475"/>
                <a:gridCol w="1333500"/>
              </a:tblGrid>
              <a:tr h="495300">
                <a:tc>
                  <a:txBody>
                    <a:bodyPr>
                      <a:noAutofit/>
                    </a:bodyPr>
                    <a:lstStyle/>
                    <a:p>
                      <a:pPr algn="ctr">
                        <a:buNone/>
                      </a:pPr>
                      <a:r>
                        <a:rPr sz="1500" b="1">
                          <a:solidFill>
                            <a:srgbClr val="000000"/>
                          </a:solidFill>
                          <a:latin typeface="Times New Roman"/>
                          <a:ea typeface="Times New Roman"/>
                          <a:cs typeface="Times New Roman"/>
                        </a:rPr>
                        <a:t>No</a:t>
                      </a: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c>
                  <a:txBody>
                    <a:bodyPr>
                      <a:noAutofit/>
                    </a:bodyPr>
                    <a:lstStyle/>
                    <a:p>
                      <a:pPr algn="l">
                        <a:buNone/>
                      </a:pPr>
                      <a:r>
                        <a:rPr sz="1500" b="1">
                          <a:solidFill>
                            <a:srgbClr val="000000"/>
                          </a:solidFill>
                          <a:latin typeface="Times New Roman"/>
                          <a:ea typeface="Times New Roman"/>
                          <a:cs typeface="Times New Roman"/>
                        </a:rPr>
                        <a:t>Author, Year</a:t>
                      </a: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c>
                  <a:txBody>
                    <a:bodyPr>
                      <a:noAutofit/>
                    </a:bodyPr>
                    <a:lstStyle/>
                    <a:p>
                      <a:pPr algn="l">
                        <a:buNone/>
                      </a:pPr>
                      <a:r>
                        <a:rPr sz="1500" b="1">
                          <a:solidFill>
                            <a:srgbClr val="000000"/>
                          </a:solidFill>
                          <a:latin typeface="Times New Roman"/>
                          <a:ea typeface="Times New Roman"/>
                          <a:cs typeface="Times New Roman"/>
                        </a:rPr>
                        <a:t>Problem</a:t>
                      </a: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c>
                  <a:txBody>
                    <a:bodyPr>
                      <a:noAutofit/>
                    </a:bodyPr>
                    <a:lstStyle/>
                    <a:p>
                      <a:pPr algn="l">
                        <a:buNone/>
                      </a:pPr>
                      <a:r>
                        <a:rPr sz="1500" b="1">
                          <a:solidFill>
                            <a:srgbClr val="000000"/>
                          </a:solidFill>
                          <a:latin typeface="Times New Roman"/>
                          <a:ea typeface="Times New Roman"/>
                          <a:cs typeface="Times New Roman"/>
                        </a:rPr>
                        <a:t>Method</a:t>
                      </a: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c>
                  <a:txBody>
                    <a:bodyPr>
                      <a:noAutofit/>
                    </a:bodyPr>
                    <a:lstStyle/>
                    <a:p>
                      <a:pPr algn="l">
                        <a:buNone/>
                      </a:pPr>
                      <a:r>
                        <a:rPr sz="1500" b="1">
                          <a:solidFill>
                            <a:srgbClr val="000000"/>
                          </a:solidFill>
                          <a:latin typeface="Times New Roman"/>
                          <a:ea typeface="Times New Roman"/>
                          <a:cs typeface="Times New Roman"/>
                        </a:rPr>
                        <a:t>Data / tests</a:t>
                      </a: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c>
                  <a:txBody>
                    <a:bodyPr>
                      <a:noAutofit/>
                    </a:bodyPr>
                    <a:lstStyle/>
                    <a:p>
                      <a:pPr algn="l">
                        <a:buNone/>
                      </a:pPr>
                      <a:r>
                        <a:rPr sz="1500" b="1">
                          <a:solidFill>
                            <a:srgbClr val="000000"/>
                          </a:solidFill>
                          <a:latin typeface="Times New Roman"/>
                          <a:ea typeface="Times New Roman"/>
                          <a:cs typeface="Times New Roman"/>
                        </a:rPr>
                        <a:t>Finding</a:t>
                      </a: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c>
                  <a:txBody>
                    <a:bodyPr>
                      <a:noAutofit/>
                    </a:bodyPr>
                    <a:lstStyle/>
                    <a:p>
                      <a:pPr algn="l">
                        <a:buNone/>
                      </a:pPr>
                      <a:r>
                        <a:rPr sz="1500" b="1">
                          <a:solidFill>
                            <a:srgbClr val="000000"/>
                          </a:solidFill>
                          <a:latin typeface="Times New Roman"/>
                          <a:ea typeface="Times New Roman"/>
                          <a:cs typeface="Times New Roman"/>
                        </a:rPr>
                        <a:t>Scope limit</a:t>
                      </a: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r>
              <a:tr h="885825">
                <a:tc>
                  <a:txBody>
                    <a:bodyPr>
                      <a:noAutofit/>
                    </a:bodyPr>
                    <a:lstStyle/>
                    <a:p>
                      <a:pPr algn="ctr">
                        <a:buNone/>
                      </a:pPr>
                      <a:r>
                        <a:rPr sz="1425" b="0">
                          <a:solidFill>
                            <a:srgbClr val="000000"/>
                          </a:solidFill>
                          <a:latin typeface="Times New Roman"/>
                          <a:ea typeface="Times New Roman"/>
                          <a:cs typeface="Times New Roman"/>
                        </a:rPr>
                        <a:t>1</a:t>
                      </a: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Marahatta et al.</a:t>
                      </a:r>
                    </a:p>
                    <a:p>
                      <a:pPr algn="l"/>
                      <a:r>
                        <a:rPr sz="1425" b="0">
                          <a:solidFill>
                            <a:srgbClr val="000000"/>
                          </a:solidFill>
                          <a:latin typeface="Times New Roman"/>
                          <a:ea typeface="Times New Roman"/>
                          <a:cs typeface="Times New Roman"/>
                        </a:rPr>
                        <a:t>2021</a:t>
                      </a: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Limited rural energy supply</a:t>
                      </a: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Priority switching + SCADA</a:t>
                      </a: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Laboratory solar-battery microgrid</a:t>
                      </a: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Maintains essential-load service</a:t>
                      </a: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Three-level solar system</a:t>
                      </a: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885825">
                <a:tc>
                  <a:txBody>
                    <a:bodyPr>
                      <a:noAutofit/>
                    </a:bodyPr>
                    <a:lstStyle/>
                    <a:p>
                      <a:pPr algn="ctr">
                        <a:buNone/>
                      </a:pPr>
                      <a:r>
                        <a:rPr sz="1425" b="0">
                          <a:solidFill>
                            <a:srgbClr val="000000"/>
                          </a:solidFill>
                          <a:latin typeface="Times New Roman"/>
                          <a:ea typeface="Times New Roman"/>
                          <a:cs typeface="Times New Roman"/>
                        </a:rPr>
                        <a:t>2</a:t>
                      </a: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Rajbhandari et al.</a:t>
                      </a:r>
                      <a:endParaRPr sz="1400">
                        <a:latin typeface="Cambria"/>
                        <a:ea typeface="Cambria"/>
                        <a:cs typeface="Cambria"/>
                      </a:endParaRPr>
                    </a:p>
                    <a:p>
                      <a:pPr algn="l"/>
                      <a:r>
                        <a:rPr sz="1425" b="0">
                          <a:solidFill>
                            <a:srgbClr val="000000"/>
                          </a:solidFill>
                          <a:latin typeface="Times New Roman"/>
                          <a:ea typeface="Times New Roman"/>
                          <a:cs typeface="Times New Roman"/>
                        </a:rPr>
                        <a:t>2024</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Variable solar energy availability</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Day-ahead forecasts + PSO</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Stochastic generation/load simulations</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Improves priority-load continuity</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Requires forecasts and optimisation</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885825">
                <a:tc>
                  <a:txBody>
                    <a:bodyPr>
                      <a:noAutofit/>
                    </a:bodyPr>
                    <a:lstStyle/>
                    <a:p>
                      <a:pPr algn="ctr">
                        <a:buNone/>
                      </a:pPr>
                      <a:r>
                        <a:rPr sz="1425" b="0">
                          <a:solidFill>
                            <a:srgbClr val="000000"/>
                          </a:solidFill>
                          <a:latin typeface="Times New Roman"/>
                          <a:ea typeface="Times New Roman"/>
                          <a:cs typeface="Times New Roman"/>
                        </a:rPr>
                        <a:t>3</a:t>
                      </a: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Bai et al.</a:t>
                      </a:r>
                      <a:endParaRPr>
                        <a:latin typeface="Cambria"/>
                        <a:ea typeface="Cambria"/>
                        <a:cs typeface="Cambria"/>
                      </a:endParaRPr>
                    </a:p>
                    <a:p>
                      <a:pPr algn="l"/>
                      <a:r>
                        <a:rPr sz="1425" b="0">
                          <a:solidFill>
                            <a:srgbClr val="000000"/>
                          </a:solidFill>
                          <a:latin typeface="Times New Roman"/>
                          <a:ea typeface="Times New Roman"/>
                          <a:cs typeface="Times New Roman"/>
                        </a:rPr>
                        <a:t>2020</a:t>
                      </a:r>
                      <a:endParaRPr>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Power imbalance and load priorities</a:t>
                      </a:r>
                      <a:endParaRPr>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Rule control + MILP shedding</a:t>
                      </a:r>
                      <a:endParaRPr>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Simulink day-long model</a:t>
                      </a:r>
                      <a:endParaRPr>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Balances power across operating modes</a:t>
                      </a:r>
                      <a:endParaRPr>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Converter efficiency omitted</a:t>
                      </a:r>
                      <a:endParaRPr>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885825">
                <a:tc>
                  <a:txBody>
                    <a:bodyPr>
                      <a:noAutofit/>
                    </a:bodyPr>
                    <a:lstStyle/>
                    <a:p>
                      <a:pPr algn="ctr">
                        <a:buNone/>
                      </a:pPr>
                      <a:r>
                        <a:rPr sz="1425" b="0">
                          <a:solidFill>
                            <a:srgbClr val="000000"/>
                          </a:solidFill>
                          <a:latin typeface="Times New Roman"/>
                          <a:ea typeface="Times New Roman"/>
                          <a:cs typeface="Times New Roman"/>
                        </a:rPr>
                        <a:t>4</a:t>
                      </a: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Lv et al.</a:t>
                      </a:r>
                      <a:endParaRPr sz="1400">
                        <a:latin typeface="Cambria"/>
                        <a:ea typeface="Cambria"/>
                        <a:cs typeface="Cambria"/>
                      </a:endParaRPr>
                    </a:p>
                    <a:p>
                      <a:pPr algn="l"/>
                      <a:r>
                        <a:rPr sz="1425" b="0">
                          <a:solidFill>
                            <a:srgbClr val="000000"/>
                          </a:solidFill>
                          <a:latin typeface="Times New Roman"/>
                          <a:ea typeface="Times New Roman"/>
                          <a:cs typeface="Times New Roman"/>
                        </a:rPr>
                        <a:t>2021</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Battery imbalance and bus fluctuations</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Adaptive droop + SOC modes</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Simulink with two stores</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Balances SOC and bus power</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450 V simulated microgrid</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885825">
                <a:tc>
                  <a:txBody>
                    <a:bodyPr>
                      <a:noAutofit/>
                    </a:bodyPr>
                    <a:lstStyle/>
                    <a:p>
                      <a:pPr algn="ctr">
                        <a:buNone/>
                      </a:pPr>
                      <a:r>
                        <a:rPr sz="1425" b="0">
                          <a:solidFill>
                            <a:srgbClr val="000000"/>
                          </a:solidFill>
                          <a:latin typeface="Times New Roman"/>
                          <a:ea typeface="Times New Roman"/>
                          <a:cs typeface="Times New Roman"/>
                        </a:rPr>
                        <a:t>5</a:t>
                      </a: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Guo &amp; Kors</a:t>
                      </a:r>
                      <a:endParaRPr sz="1400">
                        <a:latin typeface="Cambria"/>
                        <a:ea typeface="Cambria"/>
                        <a:cs typeface="Cambria"/>
                      </a:endParaRPr>
                    </a:p>
                    <a:p>
                      <a:pPr algn="l"/>
                      <a:r>
                        <a:rPr sz="1425" b="0">
                          <a:solidFill>
                            <a:srgbClr val="000000"/>
                          </a:solidFill>
                          <a:latin typeface="Times New Roman"/>
                          <a:ea typeface="Times New Roman"/>
                          <a:cs typeface="Times New Roman"/>
                        </a:rPr>
                        <a:t>2021</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Renewable energy teaching</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Sensors, Raspberry Pi, SCADA</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Outdoor rig + student tests</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Demonstrates integrated teaching platform</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No load-runtime comparison</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bl>
          </a:graphicData>
        </a:graphic>
      </p:graphicFrame>
      <p:sp>
        <p:nvSpPr>
          <p:cNvPr id="82" name="Evidence scope">
            <a:extLst xmlns:a="http://schemas.openxmlformats.org/drawingml/2006/main">
              <a:ext uri="{FF2B5EF4-FFF2-40B4-BE49-F238E27FC236}">
                <a16:creationId xmlns:a16="http://schemas.microsoft.com/office/drawing/2014/main" id="{F99D6F5D-9E9D-4338-87F5-F4BC3E14A12E}"/>
              </a:ext>
            </a:extLst>
          </p:cNvPr>
          <p:cNvSpPr>
            <a:spLocks xmlns:a="http://schemas.openxmlformats.org/drawingml/2006/main" noGrp="1"/>
          </p:cNvSpPr>
          <p:nvPr/>
        </p:nvSpPr>
        <p:spPr>
          <a:xfrm xmlns:a="http://schemas.openxmlformats.org/drawingml/2006/main">
            <a:off x="457200" y="6238875"/>
            <a:ext cx="80200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l">
              <a:defRPr sz="1350" b="0">
                <a:solidFill>
                  <a:srgbClr val="595959"/>
                </a:solidFill>
                <a:latin typeface="Times New Roman"/>
                <a:ea typeface="Times New Roman"/>
                <a:cs typeface="Times New Roman"/>
              </a:defRPr>
            </a:pPr>
            <a:r>
              <a:rPr sz="1350" b="0">
                <a:solidFill>
                  <a:srgbClr val="595959"/>
                </a:solidFill>
                <a:latin typeface="Times New Roman"/>
                <a:ea typeface="Times New Roman"/>
                <a:cs typeface="Times New Roman"/>
              </a:rPr>
              <a:t>DC microgrid and load-management studies</a:t>
            </a:r>
          </a:p>
        </p:txBody>
      </p:sp>
    </p:spTree>
    <p:extLst>
      <p:ext uri="{BB962C8B-B14F-4D97-AF65-F5344CB8AC3E}">
        <p14:creationId xmlns:p14="http://schemas.microsoft.com/office/powerpoint/2010/main" val="1445793897"/>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79" name="Google Shape;79;p3">
            <a:extLst xmlns:a="http://schemas.openxmlformats.org/drawingml/2006/main">
              <a:ext uri="{FF2B5EF4-FFF2-40B4-BE49-F238E27FC236}">
                <a16:creationId xmlns:a16="http://schemas.microsoft.com/office/drawing/2014/main" id="{9836F3D9-5427-461A-AFE3-A5B36BFCE46E}"/>
              </a:ext>
            </a:extLst>
          </p:cNvPr>
          <p:cNvSpPr>
            <a:spLocks xmlns:a="http://schemas.openxmlformats.org/drawingml/2006/main" noGrp="1"/>
          </p:cNvSpPr>
          <p:nvPr/>
        </p:nvSpPr>
        <p:spPr>
          <a:xfrm xmlns:a="http://schemas.openxmlformats.org/drawingml/2006/main">
            <a:off x="8472487" y="6218237"/>
            <a:ext cx="549275" cy="5238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7625" tIns="38100" rIns="47625" bIns="38100"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595959"/>
              </a:buClr>
              <a:buSzPts val="1000"/>
              <a:buFont typeface="Arial"/>
              <a:buNone/>
              <a:defRPr sz="975" b="0">
                <a:solidFill>
                  <a:srgbClr val="595959"/>
                </a:solidFill>
                <a:latin typeface="Arial"/>
                <a:ea typeface="Arial"/>
                <a:cs typeface="Arial"/>
              </a:defRPr>
            </a:pPr>
            <a:fld id="{EFD6AB9A-5F9E-5F59-51AB-3C8734130965}" type="slidenum">
              <a:rPr sz="975" b="0" i="0" u="none">
                <a:solidFill>
                  <a:srgbClr val="595959"/>
                </a:solidFill>
                <a:latin typeface="Arial"/>
                <a:ea typeface="Arial"/>
                <a:cs typeface="Arial"/>
              </a:rPr>
              <a:t>4</a:t>
            </a:fld>
            <a:endParaRPr/>
          </a:p>
        </p:txBody>
      </p:sp>
      <p:sp>
        <p:nvSpPr>
          <p:cNvPr id="80" name="Google Shape;80;p3">
            <a:extLst xmlns:a="http://schemas.openxmlformats.org/drawingml/2006/main">
              <a:ext uri="{FF2B5EF4-FFF2-40B4-BE49-F238E27FC236}">
                <a16:creationId xmlns:a16="http://schemas.microsoft.com/office/drawing/2014/main" id="{2EDA53B7-428E-4ACF-821A-4B8A9CA7F17E}"/>
              </a:ext>
            </a:extLst>
          </p:cNvPr>
          <p:cNvSpPr>
            <a:spLocks xmlns:a="http://schemas.openxmlformats.org/drawingml/2006/main" noGrp="1"/>
          </p:cNvSpPr>
          <p:nvPr/>
        </p:nvSpPr>
        <p:spPr>
          <a:xfrm xmlns:a="http://schemas.openxmlformats.org/drawingml/2006/main">
            <a:off x="1371600" y="209550"/>
            <a:ext cx="6429375" cy="571500"/>
          </a:xfrm>
          <a:prstGeom xmlns:a="http://schemas.openxmlformats.org/drawingml/2006/main" prst="rect">
            <a:avLst/>
          </a:prstGeom>
          <a:solidFill xmlns:a="http://schemas.openxmlformats.org/drawingml/2006/main">
            <a:srgbClr val="FFEED9"/>
          </a:solidFill>
          <a:ln xmlns:a="http://schemas.openxmlformats.org/drawingml/2006/main" w="9525" cmpd="sng">
            <a:solidFill>
              <a:schemeClr val="dk1"/>
            </a:solidFill>
            <a:prstDash val="solid"/>
            <a:headEnd type="none" w="sm" len="sm"/>
            <a:tailEnd type="none" w="sm" len="sm"/>
          </a:ln>
        </p:spPr>
        <p:txBody>
          <a:bodyPr xmlns:a="http://schemas.openxmlformats.org/drawingml/2006/main" spcFirstLastPara="1" wrap="square" lIns="47625" tIns="38100" rIns="47625" bIns="38100" anchor="ctr">
            <a:noAutofit/>
          </a:bodyPr>
          <a:lstStyle xmlns:a="http://schemas.openxmlformats.org/drawingml/2006/main"/>
          <a:p xmlns:a="http://schemas.openxmlformats.org/drawingml/2006/main">
            <a:pPr marL="257175" lvl="0" indent="-257175" algn="ctr">
              <a:buClr>
                <a:schemeClr val="dk1"/>
              </a:buClr>
              <a:buSzPts val="2800"/>
              <a:buNone/>
              <a:defRPr sz="2550" b="1">
                <a:solidFill>
                  <a:srgbClr val="000000"/>
                </a:solidFill>
                <a:latin typeface="Times New Roman"/>
                <a:ea typeface="Times New Roman"/>
                <a:cs typeface="Times New Roman"/>
              </a:defRPr>
            </a:pPr>
            <a:r>
              <a:rPr sz="2550" b="1">
                <a:solidFill>
                  <a:srgbClr val="000000"/>
                </a:solidFill>
                <a:latin typeface="Times New Roman"/>
                <a:ea typeface="Times New Roman"/>
                <a:cs typeface="Times New Roman"/>
              </a:rPr>
              <a:t>Literature Survey 2 of 4</a:t>
            </a:r>
            <a:endParaRPr/>
          </a:p>
        </p:txBody>
      </p:sp>
      <p:graphicFrame>
        <p:nvGraphicFramePr>
          <p:cNvPr id="85" name="Table 2"/>
          <p:cNvGraphicFramePr/>
          <p:nvPr/>
        </p:nvGraphicFramePr>
        <p:xfrm>
          <a:off xmlns:a="http://schemas.openxmlformats.org/drawingml/2006/main" x="285750" y="1133475"/>
          <a:ext xmlns:a="http://schemas.openxmlformats.org/drawingml/2006/main" cx="8524875" cy="4924425"/>
        </p:xfrm>
        <a:graphic xmlns:a="http://schemas.openxmlformats.org/drawingml/2006/main">
          <a:graphicData uri="http://schemas.openxmlformats.org/drawingml/2006/table">
            <a:tbl>
              <a:tblPr/>
              <a:tblGrid>
                <a:gridCol w="400050"/>
                <a:gridCol w="1400175"/>
                <a:gridCol w="1247775"/>
                <a:gridCol w="1323975"/>
                <a:gridCol w="1304925"/>
                <a:gridCol w="1514475"/>
                <a:gridCol w="1333500"/>
              </a:tblGrid>
              <a:tr h="495300">
                <a:tc>
                  <a:txBody>
                    <a:bodyPr>
                      <a:noAutofit/>
                    </a:bodyPr>
                    <a:lstStyle/>
                    <a:p>
                      <a:pPr algn="ctr">
                        <a:buNone/>
                      </a:pPr>
                      <a:r>
                        <a:rPr sz="1500" b="1">
                          <a:solidFill>
                            <a:srgbClr val="000000"/>
                          </a:solidFill>
                          <a:latin typeface="Times New Roman"/>
                          <a:ea typeface="Times New Roman"/>
                          <a:cs typeface="Times New Roman"/>
                        </a:rPr>
                        <a:t>No</a:t>
                      </a: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c>
                  <a:txBody>
                    <a:bodyPr>
                      <a:noAutofit/>
                    </a:bodyPr>
                    <a:lstStyle/>
                    <a:p>
                      <a:pPr algn="l">
                        <a:buNone/>
                      </a:pPr>
                      <a:r>
                        <a:rPr sz="1500" b="1">
                          <a:solidFill>
                            <a:srgbClr val="000000"/>
                          </a:solidFill>
                          <a:latin typeface="Times New Roman"/>
                          <a:ea typeface="Times New Roman"/>
                          <a:cs typeface="Times New Roman"/>
                        </a:rPr>
                        <a:t>Author, Year</a:t>
                      </a: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c>
                  <a:txBody>
                    <a:bodyPr>
                      <a:noAutofit/>
                    </a:bodyPr>
                    <a:lstStyle/>
                    <a:p>
                      <a:pPr algn="l">
                        <a:buNone/>
                      </a:pPr>
                      <a:r>
                        <a:rPr sz="1500" b="1">
                          <a:solidFill>
                            <a:srgbClr val="000000"/>
                          </a:solidFill>
                          <a:latin typeface="Times New Roman"/>
                          <a:ea typeface="Times New Roman"/>
                          <a:cs typeface="Times New Roman"/>
                        </a:rPr>
                        <a:t>Problem</a:t>
                      </a: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c>
                  <a:txBody>
                    <a:bodyPr>
                      <a:noAutofit/>
                    </a:bodyPr>
                    <a:lstStyle/>
                    <a:p>
                      <a:pPr algn="l">
                        <a:buNone/>
                      </a:pPr>
                      <a:r>
                        <a:rPr sz="1500" b="1">
                          <a:solidFill>
                            <a:srgbClr val="000000"/>
                          </a:solidFill>
                          <a:latin typeface="Times New Roman"/>
                          <a:ea typeface="Times New Roman"/>
                          <a:cs typeface="Times New Roman"/>
                        </a:rPr>
                        <a:t>Method</a:t>
                      </a: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c>
                  <a:txBody>
                    <a:bodyPr>
                      <a:noAutofit/>
                    </a:bodyPr>
                    <a:lstStyle/>
                    <a:p>
                      <a:pPr algn="l">
                        <a:buNone/>
                      </a:pPr>
                      <a:r>
                        <a:rPr sz="1500" b="1">
                          <a:solidFill>
                            <a:srgbClr val="000000"/>
                          </a:solidFill>
                          <a:latin typeface="Times New Roman"/>
                          <a:ea typeface="Times New Roman"/>
                          <a:cs typeface="Times New Roman"/>
                        </a:rPr>
                        <a:t>Data / tests</a:t>
                      </a: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c>
                  <a:txBody>
                    <a:bodyPr>
                      <a:noAutofit/>
                    </a:bodyPr>
                    <a:lstStyle/>
                    <a:p>
                      <a:pPr algn="l">
                        <a:buNone/>
                      </a:pPr>
                      <a:r>
                        <a:rPr sz="1500" b="1">
                          <a:solidFill>
                            <a:srgbClr val="000000"/>
                          </a:solidFill>
                          <a:latin typeface="Times New Roman"/>
                          <a:ea typeface="Times New Roman"/>
                          <a:cs typeface="Times New Roman"/>
                        </a:rPr>
                        <a:t>Finding</a:t>
                      </a: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c>
                  <a:txBody>
                    <a:bodyPr>
                      <a:noAutofit/>
                    </a:bodyPr>
                    <a:lstStyle/>
                    <a:p>
                      <a:pPr algn="l">
                        <a:buNone/>
                      </a:pPr>
                      <a:r>
                        <a:rPr sz="1500" b="1">
                          <a:solidFill>
                            <a:srgbClr val="000000"/>
                          </a:solidFill>
                          <a:latin typeface="Times New Roman"/>
                          <a:ea typeface="Times New Roman"/>
                          <a:cs typeface="Times New Roman"/>
                        </a:rPr>
                        <a:t>Scope limit</a:t>
                      </a: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r>
              <a:tr h="885825">
                <a:tc>
                  <a:txBody>
                    <a:bodyPr>
                      <a:noAutofit/>
                    </a:bodyPr>
                    <a:lstStyle/>
                    <a:p>
                      <a:pPr algn="ctr">
                        <a:buNone/>
                      </a:pPr>
                      <a:r>
                        <a:rPr sz="1425" b="0">
                          <a:solidFill>
                            <a:srgbClr val="000000"/>
                          </a:solidFill>
                          <a:latin typeface="Times New Roman"/>
                          <a:ea typeface="Times New Roman"/>
                          <a:cs typeface="Times New Roman"/>
                        </a:rPr>
                        <a:t>6</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Yusubov &amp; Bekirova</a:t>
                      </a:r>
                      <a:endParaRPr sz="1400">
                        <a:latin typeface="Cambria"/>
                        <a:ea typeface="Cambria"/>
                        <a:cs typeface="Cambria"/>
                      </a:endParaRPr>
                    </a:p>
                    <a:p>
                      <a:pPr algn="l"/>
                      <a:r>
                        <a:rPr sz="1425" b="0">
                          <a:solidFill>
                            <a:srgbClr val="000000"/>
                          </a:solidFill>
                          <a:latin typeface="Times New Roman"/>
                          <a:ea typeface="Times New Roman"/>
                          <a:cs typeface="Times New Roman"/>
                        </a:rPr>
                        <a:t>2023</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Variable PV output and demand</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Power/SOC rules + load shedding</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Standalone DC microgrid simulations</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Coordinates loads within SOC bounds</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No physical validation reported</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885825">
                <a:tc>
                  <a:txBody>
                    <a:bodyPr>
                      <a:noAutofit/>
                    </a:bodyPr>
                    <a:lstStyle/>
                    <a:p>
                      <a:pPr algn="ctr">
                        <a:buNone/>
                      </a:pPr>
                      <a:r>
                        <a:rPr sz="1425" b="0">
                          <a:solidFill>
                            <a:srgbClr val="000000"/>
                          </a:solidFill>
                          <a:latin typeface="Times New Roman"/>
                          <a:ea typeface="Times New Roman"/>
                          <a:cs typeface="Times New Roman"/>
                        </a:rPr>
                        <a:t>7</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Basantes et al.</a:t>
                      </a:r>
                      <a:endParaRPr sz="1400">
                        <a:latin typeface="Cambria"/>
                        <a:ea typeface="Cambria"/>
                        <a:cs typeface="Cambria"/>
                      </a:endParaRPr>
                    </a:p>
                    <a:p>
                      <a:pPr algn="l"/>
                      <a:r>
                        <a:rPr sz="1425" b="0">
                          <a:solidFill>
                            <a:srgbClr val="000000"/>
                          </a:solidFill>
                          <a:latin typeface="Times New Roman"/>
                          <a:ea typeface="Times New Roman"/>
                          <a:cs typeface="Times New Roman"/>
                        </a:rPr>
                        <a:t>2023</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Dispatch cost and battery limits</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Hierarchical control + predictive optimisation</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Simulink + FICO Xpress scenarios</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Reduces simulated operating cost</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Battery degradation model deferred</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885825">
                <a:tc>
                  <a:txBody>
                    <a:bodyPr>
                      <a:noAutofit/>
                    </a:bodyPr>
                    <a:lstStyle/>
                    <a:p>
                      <a:pPr algn="ctr">
                        <a:buNone/>
                      </a:pPr>
                      <a:r>
                        <a:rPr sz="1425" b="0">
                          <a:solidFill>
                            <a:srgbClr val="000000"/>
                          </a:solidFill>
                          <a:latin typeface="Times New Roman"/>
                          <a:ea typeface="Times New Roman"/>
                          <a:cs typeface="Times New Roman"/>
                        </a:rPr>
                        <a:t>8</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Sepehrzad et al.</a:t>
                      </a:r>
                      <a:endParaRPr>
                        <a:latin typeface="Cambria"/>
                        <a:ea typeface="Cambria"/>
                        <a:cs typeface="Cambria"/>
                      </a:endParaRPr>
                    </a:p>
                    <a:p>
                      <a:pPr algn="l"/>
                      <a:r>
                        <a:rPr sz="1425" b="0">
                          <a:solidFill>
                            <a:srgbClr val="000000"/>
                          </a:solidFill>
                          <a:latin typeface="Times New Roman"/>
                          <a:ea typeface="Times New Roman"/>
                          <a:cs typeface="Times New Roman"/>
                        </a:rPr>
                        <a:t>2023</a:t>
                      </a:r>
                      <a:endParaRPr>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Converter fluctuations and power sharing</a:t>
                      </a:r>
                      <a:endParaRPr>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Distributed MDMPC</a:t>
                      </a:r>
                      <a:endParaRPr>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Simulation, HIL and experiment</a:t>
                      </a:r>
                      <a:endParaRPr>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Reduces converter fluctuations</a:t>
                      </a:r>
                      <a:endParaRPr>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Complex converter control</a:t>
                      </a:r>
                      <a:endParaRPr>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885825">
                <a:tc>
                  <a:txBody>
                    <a:bodyPr>
                      <a:noAutofit/>
                    </a:bodyPr>
                    <a:lstStyle/>
                    <a:p>
                      <a:pPr algn="ctr">
                        <a:buNone/>
                      </a:pPr>
                      <a:r>
                        <a:rPr sz="1425" b="0">
                          <a:solidFill>
                            <a:srgbClr val="000000"/>
                          </a:solidFill>
                          <a:latin typeface="Times New Roman"/>
                          <a:ea typeface="Times New Roman"/>
                          <a:cs typeface="Times New Roman"/>
                        </a:rPr>
                        <a:t>9</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Khawaja et al.</a:t>
                      </a:r>
                      <a:endParaRPr sz="1400">
                        <a:latin typeface="Cambria"/>
                        <a:ea typeface="Cambria"/>
                        <a:cs typeface="Cambria"/>
                      </a:endParaRPr>
                    </a:p>
                    <a:p>
                      <a:pPr algn="l"/>
                      <a:r>
                        <a:rPr sz="1425" b="0">
                          <a:solidFill>
                            <a:srgbClr val="000000"/>
                          </a:solidFill>
                          <a:latin typeface="Times New Roman"/>
                          <a:ea typeface="Times New Roman"/>
                          <a:cs typeface="Times New Roman"/>
                        </a:rPr>
                        <a:t>2023</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PV / battery / diesel cost</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Economic sizing + Q-learning</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MATLAB with Amman profiles</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Lowers cost and diesel use</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Training and profile data required</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885825">
                <a:tc>
                  <a:txBody>
                    <a:bodyPr>
                      <a:noAutofit/>
                    </a:bodyPr>
                    <a:lstStyle/>
                    <a:p>
                      <a:pPr algn="ctr">
                        <a:buNone/>
                      </a:pPr>
                      <a:r>
                        <a:rPr sz="1425" b="0">
                          <a:solidFill>
                            <a:srgbClr val="000000"/>
                          </a:solidFill>
                          <a:latin typeface="Times New Roman"/>
                          <a:ea typeface="Times New Roman"/>
                          <a:cs typeface="Times New Roman"/>
                        </a:rPr>
                        <a:t>10</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Singh &amp; Maulik</a:t>
                      </a:r>
                      <a:endParaRPr sz="1400">
                        <a:latin typeface="Cambria"/>
                        <a:ea typeface="Cambria"/>
                        <a:cs typeface="Cambria"/>
                      </a:endParaRPr>
                    </a:p>
                    <a:p>
                      <a:pPr algn="l"/>
                      <a:r>
                        <a:rPr sz="1425" b="0">
                          <a:solidFill>
                            <a:srgbClr val="000000"/>
                          </a:solidFill>
                          <a:latin typeface="Times New Roman"/>
                          <a:ea typeface="Times New Roman"/>
                          <a:cs typeface="Times New Roman"/>
                        </a:rPr>
                        <a:t>2023</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Correlated load and supply</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Probabilistic optimisation</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Ten-bus DC network simulations</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Reduces expected cost and losses</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Grid-connected study</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bl>
          </a:graphicData>
        </a:graphic>
      </p:graphicFrame>
      <p:sp>
        <p:nvSpPr>
          <p:cNvPr id="82" name="Evidence scope">
            <a:extLst xmlns:a="http://schemas.openxmlformats.org/drawingml/2006/main">
              <a:ext uri="{FF2B5EF4-FFF2-40B4-BE49-F238E27FC236}">
                <a16:creationId xmlns:a16="http://schemas.microsoft.com/office/drawing/2014/main" id="{BDED1A39-4E25-4465-B6F3-26AB6592DC43}"/>
              </a:ext>
            </a:extLst>
          </p:cNvPr>
          <p:cNvSpPr>
            <a:spLocks xmlns:a="http://schemas.openxmlformats.org/drawingml/2006/main" noGrp="1"/>
          </p:cNvSpPr>
          <p:nvPr/>
        </p:nvSpPr>
        <p:spPr>
          <a:xfrm xmlns:a="http://schemas.openxmlformats.org/drawingml/2006/main">
            <a:off x="457200" y="6238875"/>
            <a:ext cx="80200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l">
              <a:defRPr sz="1350" b="0">
                <a:solidFill>
                  <a:srgbClr val="595959"/>
                </a:solidFill>
                <a:latin typeface="Times New Roman"/>
                <a:ea typeface="Times New Roman"/>
                <a:cs typeface="Times New Roman"/>
              </a:defRPr>
            </a:pPr>
            <a:r>
              <a:rPr sz="1350" b="0">
                <a:solidFill>
                  <a:srgbClr val="595959"/>
                </a:solidFill>
                <a:latin typeface="Times New Roman"/>
                <a:ea typeface="Times New Roman"/>
                <a:cs typeface="Times New Roman"/>
              </a:rPr>
              <a:t>DC microgrid and load-management studies</a:t>
            </a:r>
          </a:p>
        </p:txBody>
      </p:sp>
    </p:spTree>
    <p:extLst>
      <p:ext uri="{BB962C8B-B14F-4D97-AF65-F5344CB8AC3E}">
        <p14:creationId xmlns:p14="http://schemas.microsoft.com/office/powerpoint/2010/main" val="1099787315"/>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79" name="Google Shape;79;p3">
            <a:extLst xmlns:a="http://schemas.openxmlformats.org/drawingml/2006/main">
              <a:ext uri="{FF2B5EF4-FFF2-40B4-BE49-F238E27FC236}">
                <a16:creationId xmlns:a16="http://schemas.microsoft.com/office/drawing/2014/main" id="{C38E6B01-8F83-4264-BA53-E42407A8A08C}"/>
              </a:ext>
            </a:extLst>
          </p:cNvPr>
          <p:cNvSpPr>
            <a:spLocks xmlns:a="http://schemas.openxmlformats.org/drawingml/2006/main" noGrp="1"/>
          </p:cNvSpPr>
          <p:nvPr/>
        </p:nvSpPr>
        <p:spPr>
          <a:xfrm xmlns:a="http://schemas.openxmlformats.org/drawingml/2006/main">
            <a:off x="8472487" y="6218237"/>
            <a:ext cx="549275" cy="5238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7625" tIns="38100" rIns="47625" bIns="38100"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595959"/>
              </a:buClr>
              <a:buSzPts val="1000"/>
              <a:buFont typeface="Arial"/>
              <a:buNone/>
              <a:defRPr sz="975" b="0">
                <a:solidFill>
                  <a:srgbClr val="595959"/>
                </a:solidFill>
                <a:latin typeface="Arial"/>
                <a:ea typeface="Arial"/>
                <a:cs typeface="Arial"/>
              </a:defRPr>
            </a:pPr>
            <a:fld id="{EE5B3003-2C54-13C6-9832-7637201064DE}" type="slidenum">
              <a:rPr sz="975" b="0" i="0" u="none">
                <a:solidFill>
                  <a:srgbClr val="595959"/>
                </a:solidFill>
                <a:latin typeface="Arial"/>
                <a:ea typeface="Arial"/>
                <a:cs typeface="Arial"/>
              </a:rPr>
              <a:t>5</a:t>
            </a:fld>
            <a:endParaRPr/>
          </a:p>
        </p:txBody>
      </p:sp>
      <p:sp>
        <p:nvSpPr>
          <p:cNvPr id="80" name="Google Shape;80;p3">
            <a:extLst xmlns:a="http://schemas.openxmlformats.org/drawingml/2006/main">
              <a:ext uri="{FF2B5EF4-FFF2-40B4-BE49-F238E27FC236}">
                <a16:creationId xmlns:a16="http://schemas.microsoft.com/office/drawing/2014/main" id="{037AA1B9-F23A-4F11-A9A3-B9036C69E1F3}"/>
              </a:ext>
            </a:extLst>
          </p:cNvPr>
          <p:cNvSpPr>
            <a:spLocks xmlns:a="http://schemas.openxmlformats.org/drawingml/2006/main" noGrp="1"/>
          </p:cNvSpPr>
          <p:nvPr/>
        </p:nvSpPr>
        <p:spPr>
          <a:xfrm xmlns:a="http://schemas.openxmlformats.org/drawingml/2006/main">
            <a:off x="1371600" y="209550"/>
            <a:ext cx="6429375" cy="571500"/>
          </a:xfrm>
          <a:prstGeom xmlns:a="http://schemas.openxmlformats.org/drawingml/2006/main" prst="rect">
            <a:avLst/>
          </a:prstGeom>
          <a:solidFill xmlns:a="http://schemas.openxmlformats.org/drawingml/2006/main">
            <a:srgbClr val="FFEED9"/>
          </a:solidFill>
          <a:ln xmlns:a="http://schemas.openxmlformats.org/drawingml/2006/main" w="9525" cmpd="sng">
            <a:solidFill>
              <a:schemeClr val="dk1"/>
            </a:solidFill>
            <a:prstDash val="solid"/>
            <a:headEnd type="none" w="sm" len="sm"/>
            <a:tailEnd type="none" w="sm" len="sm"/>
          </a:ln>
        </p:spPr>
        <p:txBody>
          <a:bodyPr xmlns:a="http://schemas.openxmlformats.org/drawingml/2006/main" spcFirstLastPara="1" wrap="square" lIns="47625" tIns="38100" rIns="47625" bIns="38100" anchor="ctr">
            <a:noAutofit/>
          </a:bodyPr>
          <a:lstStyle xmlns:a="http://schemas.openxmlformats.org/drawingml/2006/main"/>
          <a:p xmlns:a="http://schemas.openxmlformats.org/drawingml/2006/main">
            <a:pPr marL="257175" lvl="0" indent="-257175" algn="ctr">
              <a:buClr>
                <a:schemeClr val="dk1"/>
              </a:buClr>
              <a:buSzPts val="2800"/>
              <a:buNone/>
              <a:defRPr sz="2550" b="1">
                <a:solidFill>
                  <a:srgbClr val="000000"/>
                </a:solidFill>
                <a:latin typeface="Times New Roman"/>
                <a:ea typeface="Times New Roman"/>
                <a:cs typeface="Times New Roman"/>
              </a:defRPr>
            </a:pPr>
            <a:r>
              <a:rPr sz="2550" b="1">
                <a:solidFill>
                  <a:srgbClr val="000000"/>
                </a:solidFill>
                <a:latin typeface="Times New Roman"/>
                <a:ea typeface="Times New Roman"/>
                <a:cs typeface="Times New Roman"/>
              </a:rPr>
              <a:t>Literature Survey 3 of 4</a:t>
            </a:r>
            <a:endParaRPr/>
          </a:p>
        </p:txBody>
      </p:sp>
      <p:graphicFrame>
        <p:nvGraphicFramePr>
          <p:cNvPr id="85" name="Table 2"/>
          <p:cNvGraphicFramePr/>
          <p:nvPr/>
        </p:nvGraphicFramePr>
        <p:xfrm>
          <a:off xmlns:a="http://schemas.openxmlformats.org/drawingml/2006/main" x="285750" y="1133475"/>
          <a:ext xmlns:a="http://schemas.openxmlformats.org/drawingml/2006/main" cx="8524875" cy="4924425"/>
        </p:xfrm>
        <a:graphic xmlns:a="http://schemas.openxmlformats.org/drawingml/2006/main">
          <a:graphicData uri="http://schemas.openxmlformats.org/drawingml/2006/table">
            <a:tbl>
              <a:tblPr/>
              <a:tblGrid>
                <a:gridCol w="400050"/>
                <a:gridCol w="1400175"/>
                <a:gridCol w="1247775"/>
                <a:gridCol w="1323975"/>
                <a:gridCol w="1304925"/>
                <a:gridCol w="1514475"/>
                <a:gridCol w="1333500"/>
              </a:tblGrid>
              <a:tr h="495300">
                <a:tc>
                  <a:txBody>
                    <a:bodyPr>
                      <a:noAutofit/>
                    </a:bodyPr>
                    <a:lstStyle/>
                    <a:p>
                      <a:pPr algn="ctr">
                        <a:buNone/>
                      </a:pPr>
                      <a:r>
                        <a:rPr sz="1500" b="1">
                          <a:solidFill>
                            <a:srgbClr val="000000"/>
                          </a:solidFill>
                          <a:latin typeface="Times New Roman"/>
                          <a:ea typeface="Times New Roman"/>
                          <a:cs typeface="Times New Roman"/>
                        </a:rPr>
                        <a:t>No</a:t>
                      </a: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c>
                  <a:txBody>
                    <a:bodyPr>
                      <a:noAutofit/>
                    </a:bodyPr>
                    <a:lstStyle/>
                    <a:p>
                      <a:pPr algn="l">
                        <a:buNone/>
                      </a:pPr>
                      <a:r>
                        <a:rPr sz="1500" b="1">
                          <a:solidFill>
                            <a:srgbClr val="000000"/>
                          </a:solidFill>
                          <a:latin typeface="Times New Roman"/>
                          <a:ea typeface="Times New Roman"/>
                          <a:cs typeface="Times New Roman"/>
                        </a:rPr>
                        <a:t>Author, Year</a:t>
                      </a: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c>
                  <a:txBody>
                    <a:bodyPr>
                      <a:noAutofit/>
                    </a:bodyPr>
                    <a:lstStyle/>
                    <a:p>
                      <a:pPr algn="l">
                        <a:buNone/>
                      </a:pPr>
                      <a:r>
                        <a:rPr sz="1500" b="1">
                          <a:solidFill>
                            <a:srgbClr val="000000"/>
                          </a:solidFill>
                          <a:latin typeface="Times New Roman"/>
                          <a:ea typeface="Times New Roman"/>
                          <a:cs typeface="Times New Roman"/>
                        </a:rPr>
                        <a:t>Problem</a:t>
                      </a: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c>
                  <a:txBody>
                    <a:bodyPr>
                      <a:noAutofit/>
                    </a:bodyPr>
                    <a:lstStyle/>
                    <a:p>
                      <a:pPr algn="l">
                        <a:buNone/>
                      </a:pPr>
                      <a:r>
                        <a:rPr sz="1500" b="1">
                          <a:solidFill>
                            <a:srgbClr val="000000"/>
                          </a:solidFill>
                          <a:latin typeface="Times New Roman"/>
                          <a:ea typeface="Times New Roman"/>
                          <a:cs typeface="Times New Roman"/>
                        </a:rPr>
                        <a:t>Method</a:t>
                      </a: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c>
                  <a:txBody>
                    <a:bodyPr>
                      <a:noAutofit/>
                    </a:bodyPr>
                    <a:lstStyle/>
                    <a:p>
                      <a:pPr algn="l">
                        <a:buNone/>
                      </a:pPr>
                      <a:r>
                        <a:rPr sz="1500" b="1">
                          <a:solidFill>
                            <a:srgbClr val="000000"/>
                          </a:solidFill>
                          <a:latin typeface="Times New Roman"/>
                          <a:ea typeface="Times New Roman"/>
                          <a:cs typeface="Times New Roman"/>
                        </a:rPr>
                        <a:t>Data / tests</a:t>
                      </a: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c>
                  <a:txBody>
                    <a:bodyPr>
                      <a:noAutofit/>
                    </a:bodyPr>
                    <a:lstStyle/>
                    <a:p>
                      <a:pPr algn="l">
                        <a:buNone/>
                      </a:pPr>
                      <a:r>
                        <a:rPr sz="1500" b="1">
                          <a:solidFill>
                            <a:srgbClr val="000000"/>
                          </a:solidFill>
                          <a:latin typeface="Times New Roman"/>
                          <a:ea typeface="Times New Roman"/>
                          <a:cs typeface="Times New Roman"/>
                        </a:rPr>
                        <a:t>Finding</a:t>
                      </a: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c>
                  <a:txBody>
                    <a:bodyPr>
                      <a:noAutofit/>
                    </a:bodyPr>
                    <a:lstStyle/>
                    <a:p>
                      <a:pPr algn="l">
                        <a:buNone/>
                      </a:pPr>
                      <a:r>
                        <a:rPr sz="1500" b="1">
                          <a:solidFill>
                            <a:srgbClr val="000000"/>
                          </a:solidFill>
                          <a:latin typeface="Times New Roman"/>
                          <a:ea typeface="Times New Roman"/>
                          <a:cs typeface="Times New Roman"/>
                        </a:rPr>
                        <a:t>Scope limit</a:t>
                      </a: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r>
              <a:tr h="885825">
                <a:tc>
                  <a:txBody>
                    <a:bodyPr>
                      <a:noAutofit/>
                    </a:bodyPr>
                    <a:lstStyle/>
                    <a:p>
                      <a:pPr algn="ctr">
                        <a:buNone/>
                      </a:pPr>
                      <a:r>
                        <a:rPr sz="1425" b="0">
                          <a:solidFill>
                            <a:srgbClr val="000000"/>
                          </a:solidFill>
                          <a:latin typeface="Times New Roman"/>
                          <a:ea typeface="Times New Roman"/>
                          <a:cs typeface="Times New Roman"/>
                        </a:rPr>
                        <a:t>11</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Movassagh et al.</a:t>
                      </a:r>
                      <a:endParaRPr sz="1400">
                        <a:latin typeface="Cambria"/>
                        <a:ea typeface="Cambria"/>
                        <a:cs typeface="Cambria"/>
                      </a:endParaRPr>
                    </a:p>
                    <a:p>
                      <a:pPr algn="l"/>
                      <a:r>
                        <a:rPr sz="1425" b="0">
                          <a:solidFill>
                            <a:srgbClr val="000000"/>
                          </a:solidFill>
                          <a:latin typeface="Times New Roman"/>
                          <a:ea typeface="Times New Roman"/>
                          <a:cs typeface="Times New Roman"/>
                        </a:rPr>
                        <a:t>2021</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Accumulated SOC error</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Analytical error decomposition</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Error models and simulations</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Four error sources quantified</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Current and initial-SOC errors</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885825">
                <a:tc>
                  <a:txBody>
                    <a:bodyPr>
                      <a:noAutofit/>
                    </a:bodyPr>
                    <a:lstStyle/>
                    <a:p>
                      <a:pPr algn="ctr">
                        <a:buNone/>
                      </a:pPr>
                      <a:r>
                        <a:rPr sz="1425" b="0">
                          <a:solidFill>
                            <a:srgbClr val="000000"/>
                          </a:solidFill>
                          <a:latin typeface="Times New Roman"/>
                          <a:ea typeface="Times New Roman"/>
                          <a:cs typeface="Times New Roman"/>
                        </a:rPr>
                        <a:t>12</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Zhang et al.</a:t>
                      </a:r>
                      <a:endParaRPr sz="1400">
                        <a:latin typeface="Cambria"/>
                        <a:ea typeface="Cambria"/>
                        <a:cs typeface="Cambria"/>
                      </a:endParaRPr>
                    </a:p>
                    <a:p>
                      <a:pPr algn="l"/>
                      <a:r>
                        <a:rPr sz="1425" b="0">
                          <a:solidFill>
                            <a:srgbClr val="000000"/>
                          </a:solidFill>
                          <a:latin typeface="Times New Roman"/>
                          <a:ea typeface="Times New Roman"/>
                          <a:cs typeface="Times New Roman"/>
                        </a:rPr>
                        <a:t>2018</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Changing battery model parameters</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Decoupled weighted RLS</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Lithium-ion cell measurements</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Separates fast / slow dynamics</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Characterize our actual pack first</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885825">
                <a:tc>
                  <a:txBody>
                    <a:bodyPr>
                      <a:noAutofit/>
                    </a:bodyPr>
                    <a:lstStyle/>
                    <a:p>
                      <a:pPr algn="ctr">
                        <a:buNone/>
                      </a:pPr>
                      <a:r>
                        <a:rPr sz="1425" b="0">
                          <a:solidFill>
                            <a:srgbClr val="000000"/>
                          </a:solidFill>
                          <a:latin typeface="Times New Roman"/>
                          <a:ea typeface="Times New Roman"/>
                          <a:cs typeface="Times New Roman"/>
                        </a:rPr>
                        <a:t>13</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Gismero et al.</a:t>
                      </a:r>
                      <a:endParaRPr>
                        <a:latin typeface="Cambria"/>
                        <a:ea typeface="Cambria"/>
                        <a:cs typeface="Cambria"/>
                      </a:endParaRPr>
                    </a:p>
                    <a:p>
                      <a:pPr algn="l"/>
                      <a:r>
                        <a:rPr sz="1425" b="0">
                          <a:solidFill>
                            <a:srgbClr val="000000"/>
                          </a:solidFill>
                          <a:latin typeface="Times New Roman"/>
                          <a:ea typeface="Times New Roman"/>
                          <a:cs typeface="Times New Roman"/>
                        </a:rPr>
                        <a:t>2020</a:t>
                      </a:r>
                      <a:endParaRPr>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Charge drift and capacity aging</a:t>
                      </a:r>
                      <a:endParaRPr>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Coulomb counting, OCV reset, RLS</a:t>
                      </a:r>
                      <a:endParaRPr>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Aged NMC cells; dynamic loads</a:t>
                      </a:r>
                      <a:endParaRPr>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OCV resets limit accumulated drift</a:t>
                      </a:r>
                      <a:endParaRPr>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Rest time and chemistry matter</a:t>
                      </a:r>
                      <a:endParaRPr>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885825">
                <a:tc>
                  <a:txBody>
                    <a:bodyPr>
                      <a:noAutofit/>
                    </a:bodyPr>
                    <a:lstStyle/>
                    <a:p>
                      <a:pPr algn="ctr">
                        <a:buNone/>
                      </a:pPr>
                      <a:r>
                        <a:rPr sz="1425" b="0">
                          <a:solidFill>
                            <a:srgbClr val="000000"/>
                          </a:solidFill>
                          <a:latin typeface="Times New Roman"/>
                          <a:ea typeface="Times New Roman"/>
                          <a:cs typeface="Times New Roman"/>
                        </a:rPr>
                        <a:t>14</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Yang et al.</a:t>
                      </a:r>
                      <a:endParaRPr sz="1400">
                        <a:latin typeface="Cambria"/>
                        <a:ea typeface="Cambria"/>
                        <a:cs typeface="Cambria"/>
                      </a:endParaRPr>
                    </a:p>
                    <a:p>
                      <a:pPr algn="l"/>
                      <a:r>
                        <a:rPr sz="1425" b="0">
                          <a:solidFill>
                            <a:srgbClr val="000000"/>
                          </a:solidFill>
                          <a:latin typeface="Times New Roman"/>
                          <a:ea typeface="Times New Roman"/>
                          <a:cs typeface="Times New Roman"/>
                        </a:rPr>
                        <a:t>2021</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SOC and parameter coupling</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Separated RLS + EKF</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18650 data at varied temperature</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Lower error than conventional RLS</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Needs characterized model and data</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885825">
                <a:tc>
                  <a:txBody>
                    <a:bodyPr>
                      <a:noAutofit/>
                    </a:bodyPr>
                    <a:lstStyle/>
                    <a:p>
                      <a:pPr algn="ctr">
                        <a:buNone/>
                      </a:pPr>
                      <a:r>
                        <a:rPr sz="1425" b="0">
                          <a:solidFill>
                            <a:srgbClr val="000000"/>
                          </a:solidFill>
                          <a:latin typeface="Times New Roman"/>
                          <a:ea typeface="Times New Roman"/>
                          <a:cs typeface="Times New Roman"/>
                        </a:rPr>
                        <a:t>15</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Rzepka et al.</a:t>
                      </a:r>
                      <a:endParaRPr sz="1400">
                        <a:latin typeface="Cambria"/>
                        <a:ea typeface="Cambria"/>
                        <a:cs typeface="Cambria"/>
                      </a:endParaRPr>
                    </a:p>
                    <a:p>
                      <a:pPr algn="l"/>
                      <a:r>
                        <a:rPr sz="1425" b="0">
                          <a:solidFill>
                            <a:srgbClr val="000000"/>
                          </a:solidFill>
                          <a:latin typeface="Times New Roman"/>
                          <a:ea typeface="Times New Roman"/>
                          <a:cs typeface="Times New Roman"/>
                        </a:rPr>
                        <a:t>2021</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Empirical tuning and sensor noise</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ECM + hysteresis + EKF tuning</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Cell estimator experiment</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Tuning improves estimator stability</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Needs noise estimates</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bl>
          </a:graphicData>
        </a:graphic>
      </p:graphicFrame>
      <p:sp>
        <p:nvSpPr>
          <p:cNvPr id="82" name="Evidence scope">
            <a:extLst xmlns:a="http://schemas.openxmlformats.org/drawingml/2006/main">
              <a:ext uri="{FF2B5EF4-FFF2-40B4-BE49-F238E27FC236}">
                <a16:creationId xmlns:a16="http://schemas.microsoft.com/office/drawing/2014/main" id="{5286CFEA-EE18-4EEF-8CFD-AC8339622F09}"/>
              </a:ext>
            </a:extLst>
          </p:cNvPr>
          <p:cNvSpPr>
            <a:spLocks xmlns:a="http://schemas.openxmlformats.org/drawingml/2006/main" noGrp="1"/>
          </p:cNvSpPr>
          <p:nvPr/>
        </p:nvSpPr>
        <p:spPr>
          <a:xfrm xmlns:a="http://schemas.openxmlformats.org/drawingml/2006/main">
            <a:off x="457200" y="6238875"/>
            <a:ext cx="80200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l">
              <a:defRPr sz="1350" b="0">
                <a:solidFill>
                  <a:srgbClr val="595959"/>
                </a:solidFill>
                <a:latin typeface="Times New Roman"/>
                <a:ea typeface="Times New Roman"/>
                <a:cs typeface="Times New Roman"/>
              </a:defRPr>
            </a:pPr>
            <a:r>
              <a:rPr sz="1350" b="0">
                <a:solidFill>
                  <a:srgbClr val="595959"/>
                </a:solidFill>
                <a:latin typeface="Times New Roman"/>
                <a:ea typeface="Times New Roman"/>
                <a:cs typeface="Times New Roman"/>
              </a:rPr>
              <a:t>Battery estimation and measurement studies</a:t>
            </a:r>
          </a:p>
        </p:txBody>
      </p:sp>
    </p:spTree>
    <p:extLst>
      <p:ext uri="{BB962C8B-B14F-4D97-AF65-F5344CB8AC3E}">
        <p14:creationId xmlns:p14="http://schemas.microsoft.com/office/powerpoint/2010/main" val="1051589790"/>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79" name="Google Shape;79;p3">
            <a:extLst xmlns:a="http://schemas.openxmlformats.org/drawingml/2006/main">
              <a:ext uri="{FF2B5EF4-FFF2-40B4-BE49-F238E27FC236}">
                <a16:creationId xmlns:a16="http://schemas.microsoft.com/office/drawing/2014/main" id="{9BCE2991-2AE3-4209-B36B-C15D92C86B2E}"/>
              </a:ext>
            </a:extLst>
          </p:cNvPr>
          <p:cNvSpPr>
            <a:spLocks xmlns:a="http://schemas.openxmlformats.org/drawingml/2006/main" noGrp="1"/>
          </p:cNvSpPr>
          <p:nvPr/>
        </p:nvSpPr>
        <p:spPr>
          <a:xfrm xmlns:a="http://schemas.openxmlformats.org/drawingml/2006/main">
            <a:off x="8472487" y="6218237"/>
            <a:ext cx="549275" cy="5238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7625" tIns="38100" rIns="47625" bIns="38100"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595959"/>
              </a:buClr>
              <a:buSzPts val="1000"/>
              <a:buFont typeface="Arial"/>
              <a:buNone/>
              <a:defRPr sz="975" b="0">
                <a:solidFill>
                  <a:srgbClr val="595959"/>
                </a:solidFill>
                <a:latin typeface="Arial"/>
                <a:ea typeface="Arial"/>
                <a:cs typeface="Arial"/>
              </a:defRPr>
            </a:pPr>
            <a:fld id="{8C630A04-5A25-9E0C-9436-126091DB86B3}" type="slidenum">
              <a:rPr sz="975" b="0" i="0" u="none">
                <a:solidFill>
                  <a:srgbClr val="595959"/>
                </a:solidFill>
                <a:latin typeface="Arial"/>
                <a:ea typeface="Arial"/>
                <a:cs typeface="Arial"/>
              </a:rPr>
              <a:t>6</a:t>
            </a:fld>
            <a:endParaRPr/>
          </a:p>
        </p:txBody>
      </p:sp>
      <p:sp>
        <p:nvSpPr>
          <p:cNvPr id="80" name="Google Shape;80;p3">
            <a:extLst xmlns:a="http://schemas.openxmlformats.org/drawingml/2006/main">
              <a:ext uri="{FF2B5EF4-FFF2-40B4-BE49-F238E27FC236}">
                <a16:creationId xmlns:a16="http://schemas.microsoft.com/office/drawing/2014/main" id="{D457AF82-F73A-4986-9130-E448D76A050F}"/>
              </a:ext>
            </a:extLst>
          </p:cNvPr>
          <p:cNvSpPr>
            <a:spLocks xmlns:a="http://schemas.openxmlformats.org/drawingml/2006/main" noGrp="1"/>
          </p:cNvSpPr>
          <p:nvPr/>
        </p:nvSpPr>
        <p:spPr>
          <a:xfrm xmlns:a="http://schemas.openxmlformats.org/drawingml/2006/main">
            <a:off x="1371600" y="209550"/>
            <a:ext cx="6429375" cy="571500"/>
          </a:xfrm>
          <a:prstGeom xmlns:a="http://schemas.openxmlformats.org/drawingml/2006/main" prst="rect">
            <a:avLst/>
          </a:prstGeom>
          <a:solidFill xmlns:a="http://schemas.openxmlformats.org/drawingml/2006/main">
            <a:srgbClr val="FFEED9"/>
          </a:solidFill>
          <a:ln xmlns:a="http://schemas.openxmlformats.org/drawingml/2006/main" w="9525" cmpd="sng">
            <a:solidFill>
              <a:schemeClr val="dk1"/>
            </a:solidFill>
            <a:prstDash val="solid"/>
            <a:headEnd type="none" w="sm" len="sm"/>
            <a:tailEnd type="none" w="sm" len="sm"/>
          </a:ln>
        </p:spPr>
        <p:txBody>
          <a:bodyPr xmlns:a="http://schemas.openxmlformats.org/drawingml/2006/main" spcFirstLastPara="1" wrap="square" lIns="47625" tIns="38100" rIns="47625" bIns="38100" anchor="ctr">
            <a:noAutofit/>
          </a:bodyPr>
          <a:lstStyle xmlns:a="http://schemas.openxmlformats.org/drawingml/2006/main"/>
          <a:p xmlns:a="http://schemas.openxmlformats.org/drawingml/2006/main">
            <a:pPr marL="257175" lvl="0" indent="-257175" algn="ctr">
              <a:buClr>
                <a:schemeClr val="dk1"/>
              </a:buClr>
              <a:buSzPts val="2800"/>
              <a:buNone/>
              <a:defRPr sz="2550" b="1">
                <a:solidFill>
                  <a:srgbClr val="000000"/>
                </a:solidFill>
                <a:latin typeface="Times New Roman"/>
                <a:ea typeface="Times New Roman"/>
                <a:cs typeface="Times New Roman"/>
              </a:defRPr>
            </a:pPr>
            <a:r>
              <a:rPr sz="2550" b="1">
                <a:solidFill>
                  <a:srgbClr val="000000"/>
                </a:solidFill>
                <a:latin typeface="Times New Roman"/>
                <a:ea typeface="Times New Roman"/>
                <a:cs typeface="Times New Roman"/>
              </a:rPr>
              <a:t>Literature Survey 4 of 4</a:t>
            </a:r>
            <a:endParaRPr/>
          </a:p>
        </p:txBody>
      </p:sp>
      <p:graphicFrame>
        <p:nvGraphicFramePr>
          <p:cNvPr id="85" name="Table 2"/>
          <p:cNvGraphicFramePr/>
          <p:nvPr/>
        </p:nvGraphicFramePr>
        <p:xfrm>
          <a:off xmlns:a="http://schemas.openxmlformats.org/drawingml/2006/main" x="285750" y="1133475"/>
          <a:ext xmlns:a="http://schemas.openxmlformats.org/drawingml/2006/main" cx="8524875" cy="4924425"/>
        </p:xfrm>
        <a:graphic xmlns:a="http://schemas.openxmlformats.org/drawingml/2006/main">
          <a:graphicData uri="http://schemas.openxmlformats.org/drawingml/2006/table">
            <a:tbl>
              <a:tblPr/>
              <a:tblGrid>
                <a:gridCol w="400050"/>
                <a:gridCol w="1400175"/>
                <a:gridCol w="1247775"/>
                <a:gridCol w="1323975"/>
                <a:gridCol w="1304925"/>
                <a:gridCol w="1514475"/>
                <a:gridCol w="1333500"/>
              </a:tblGrid>
              <a:tr h="495300">
                <a:tc>
                  <a:txBody>
                    <a:bodyPr>
                      <a:noAutofit/>
                    </a:bodyPr>
                    <a:lstStyle/>
                    <a:p>
                      <a:pPr algn="ctr">
                        <a:buNone/>
                      </a:pPr>
                      <a:r>
                        <a:rPr sz="1500" b="1">
                          <a:solidFill>
                            <a:srgbClr val="000000"/>
                          </a:solidFill>
                          <a:latin typeface="Times New Roman"/>
                          <a:ea typeface="Times New Roman"/>
                          <a:cs typeface="Times New Roman"/>
                        </a:rPr>
                        <a:t>No</a:t>
                      </a: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c>
                  <a:txBody>
                    <a:bodyPr>
                      <a:noAutofit/>
                    </a:bodyPr>
                    <a:lstStyle/>
                    <a:p>
                      <a:pPr algn="l">
                        <a:buNone/>
                      </a:pPr>
                      <a:r>
                        <a:rPr sz="1500" b="1">
                          <a:solidFill>
                            <a:srgbClr val="000000"/>
                          </a:solidFill>
                          <a:latin typeface="Times New Roman"/>
                          <a:ea typeface="Times New Roman"/>
                          <a:cs typeface="Times New Roman"/>
                        </a:rPr>
                        <a:t>Author, Year</a:t>
                      </a: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c>
                  <a:txBody>
                    <a:bodyPr>
                      <a:noAutofit/>
                    </a:bodyPr>
                    <a:lstStyle/>
                    <a:p>
                      <a:pPr algn="l">
                        <a:buNone/>
                      </a:pPr>
                      <a:r>
                        <a:rPr sz="1500" b="1">
                          <a:solidFill>
                            <a:srgbClr val="000000"/>
                          </a:solidFill>
                          <a:latin typeface="Times New Roman"/>
                          <a:ea typeface="Times New Roman"/>
                          <a:cs typeface="Times New Roman"/>
                        </a:rPr>
                        <a:t>Problem</a:t>
                      </a: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c>
                  <a:txBody>
                    <a:bodyPr>
                      <a:noAutofit/>
                    </a:bodyPr>
                    <a:lstStyle/>
                    <a:p>
                      <a:pPr algn="l">
                        <a:buNone/>
                      </a:pPr>
                      <a:r>
                        <a:rPr sz="1500" b="1">
                          <a:solidFill>
                            <a:srgbClr val="000000"/>
                          </a:solidFill>
                          <a:latin typeface="Times New Roman"/>
                          <a:ea typeface="Times New Roman"/>
                          <a:cs typeface="Times New Roman"/>
                        </a:rPr>
                        <a:t>Method</a:t>
                      </a: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c>
                  <a:txBody>
                    <a:bodyPr>
                      <a:noAutofit/>
                    </a:bodyPr>
                    <a:lstStyle/>
                    <a:p>
                      <a:pPr algn="l">
                        <a:buNone/>
                      </a:pPr>
                      <a:r>
                        <a:rPr sz="1500" b="1">
                          <a:solidFill>
                            <a:srgbClr val="000000"/>
                          </a:solidFill>
                          <a:latin typeface="Times New Roman"/>
                          <a:ea typeface="Times New Roman"/>
                          <a:cs typeface="Times New Roman"/>
                        </a:rPr>
                        <a:t>Data / tests</a:t>
                      </a: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c>
                  <a:txBody>
                    <a:bodyPr>
                      <a:noAutofit/>
                    </a:bodyPr>
                    <a:lstStyle/>
                    <a:p>
                      <a:pPr algn="l">
                        <a:buNone/>
                      </a:pPr>
                      <a:r>
                        <a:rPr sz="1500" b="1">
                          <a:solidFill>
                            <a:srgbClr val="000000"/>
                          </a:solidFill>
                          <a:latin typeface="Times New Roman"/>
                          <a:ea typeface="Times New Roman"/>
                          <a:cs typeface="Times New Roman"/>
                        </a:rPr>
                        <a:t>Finding</a:t>
                      </a: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c>
                  <a:txBody>
                    <a:bodyPr>
                      <a:noAutofit/>
                    </a:bodyPr>
                    <a:lstStyle/>
                    <a:p>
                      <a:pPr algn="l">
                        <a:buNone/>
                      </a:pPr>
                      <a:r>
                        <a:rPr sz="1500" b="1">
                          <a:solidFill>
                            <a:srgbClr val="000000"/>
                          </a:solidFill>
                          <a:latin typeface="Times New Roman"/>
                          <a:ea typeface="Times New Roman"/>
                          <a:cs typeface="Times New Roman"/>
                        </a:rPr>
                        <a:t>Scope limit</a:t>
                      </a: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r>
              <a:tr h="885825">
                <a:tc>
                  <a:txBody>
                    <a:bodyPr>
                      <a:noAutofit/>
                    </a:bodyPr>
                    <a:lstStyle/>
                    <a:p>
                      <a:pPr algn="ctr">
                        <a:buNone/>
                      </a:pPr>
                      <a:r>
                        <a:rPr sz="1425" b="0">
                          <a:solidFill>
                            <a:srgbClr val="000000"/>
                          </a:solidFill>
                          <a:latin typeface="Times New Roman"/>
                          <a:ea typeface="Times New Roman"/>
                          <a:cs typeface="Times New Roman"/>
                        </a:rPr>
                        <a:t>16</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Zine et al.</a:t>
                      </a:r>
                      <a:endParaRPr sz="1400">
                        <a:latin typeface="Cambria"/>
                        <a:ea typeface="Cambria"/>
                        <a:cs typeface="Cambria"/>
                      </a:endParaRPr>
                    </a:p>
                    <a:p>
                      <a:pPr algn="l"/>
                      <a:r>
                        <a:rPr sz="1425" b="0">
                          <a:solidFill>
                            <a:srgbClr val="000000"/>
                          </a:solidFill>
                          <a:latin typeface="Times New Roman"/>
                          <a:ea typeface="Times New Roman"/>
                          <a:cs typeface="Times New Roman"/>
                        </a:rPr>
                        <a:t>2022</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Simple real-time SOC estimation</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Current integration</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Lead-acid bench tests</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Bench SOC workflow</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LFP tests still needed</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885825">
                <a:tc>
                  <a:txBody>
                    <a:bodyPr>
                      <a:noAutofit/>
                    </a:bodyPr>
                    <a:lstStyle/>
                    <a:p>
                      <a:pPr algn="ctr">
                        <a:buNone/>
                      </a:pPr>
                      <a:r>
                        <a:rPr sz="1425" b="0">
                          <a:solidFill>
                            <a:srgbClr val="000000"/>
                          </a:solidFill>
                          <a:latin typeface="Times New Roman"/>
                          <a:ea typeface="Times New Roman"/>
                          <a:cs typeface="Times New Roman"/>
                        </a:rPr>
                        <a:t>17</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Fahmy et al.</a:t>
                      </a:r>
                      <a:endParaRPr sz="1400">
                        <a:latin typeface="Cambria"/>
                        <a:ea typeface="Cambria"/>
                        <a:cs typeface="Cambria"/>
                      </a:endParaRPr>
                    </a:p>
                    <a:p>
                      <a:pPr algn="l"/>
                      <a:r>
                        <a:rPr sz="1425" b="0">
                          <a:solidFill>
                            <a:srgbClr val="000000"/>
                          </a:solidFill>
                          <a:latin typeface="Times New Roman"/>
                          <a:ea typeface="Times New Roman"/>
                          <a:cs typeface="Times New Roman"/>
                        </a:rPr>
                        <a:t>2023</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SOC under changing battery conditions</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Coulomb counting plus adaptive UKF</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2.6 Ah Panasonic simulations</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Lower simulated error in comparisons</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Numerical results only</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885825">
                <a:tc>
                  <a:txBody>
                    <a:bodyPr>
                      <a:noAutofit/>
                    </a:bodyPr>
                    <a:lstStyle/>
                    <a:p>
                      <a:pPr algn="ctr">
                        <a:buNone/>
                      </a:pPr>
                      <a:r>
                        <a:rPr sz="1425" b="0">
                          <a:solidFill>
                            <a:srgbClr val="000000"/>
                          </a:solidFill>
                          <a:latin typeface="Times New Roman"/>
                          <a:ea typeface="Times New Roman"/>
                          <a:cs typeface="Times New Roman"/>
                        </a:rPr>
                        <a:t>18</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Wang et al.</a:t>
                      </a:r>
                      <a:endParaRPr>
                        <a:latin typeface="Cambria"/>
                        <a:ea typeface="Cambria"/>
                        <a:cs typeface="Cambria"/>
                      </a:endParaRPr>
                    </a:p>
                    <a:p>
                      <a:pPr algn="l"/>
                      <a:r>
                        <a:rPr sz="1425" b="0">
                          <a:solidFill>
                            <a:srgbClr val="000000"/>
                          </a:solidFill>
                          <a:latin typeface="Times New Roman"/>
                          <a:ea typeface="Times New Roman"/>
                          <a:cs typeface="Times New Roman"/>
                        </a:rPr>
                        <a:t>2023</a:t>
                      </a:r>
                      <a:endParaRPr>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Voltage plateau and temperature variation</a:t>
                      </a:r>
                      <a:endParaRPr>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Temperature ECM; improved EKF</a:t>
                      </a:r>
                      <a:endParaRPr>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LFP chamber / load tests</a:t>
                      </a:r>
                      <a:endParaRPr>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Temperature-aware estimate</a:t>
                      </a:r>
                      <a:endParaRPr>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Needs pack-specific data</a:t>
                      </a:r>
                      <a:endParaRPr>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885825">
                <a:tc>
                  <a:txBody>
                    <a:bodyPr>
                      <a:noAutofit/>
                    </a:bodyPr>
                    <a:lstStyle/>
                    <a:p>
                      <a:pPr algn="ctr">
                        <a:buNone/>
                      </a:pPr>
                      <a:r>
                        <a:rPr sz="1425" b="0">
                          <a:solidFill>
                            <a:srgbClr val="000000"/>
                          </a:solidFill>
                          <a:latin typeface="Times New Roman"/>
                          <a:ea typeface="Times New Roman"/>
                          <a:cs typeface="Times New Roman"/>
                        </a:rPr>
                        <a:t>19</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Turkmanović et al.</a:t>
                      </a:r>
                      <a:endParaRPr sz="1400">
                        <a:latin typeface="Cambria"/>
                        <a:ea typeface="Cambria"/>
                        <a:cs typeface="Cambria"/>
                      </a:endParaRPr>
                    </a:p>
                    <a:p>
                      <a:pPr algn="l"/>
                      <a:r>
                        <a:rPr sz="1425" b="0">
                          <a:solidFill>
                            <a:srgbClr val="000000"/>
                          </a:solidFill>
                          <a:latin typeface="Times New Roman"/>
                          <a:ea typeface="Times New Roman"/>
                          <a:cs typeface="Times New Roman"/>
                        </a:rPr>
                        <a:t>2024</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Estimator energy versus accuracy</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Two EKFs at varied rates</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PC accuracy + STM32H7 timing</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Sample-rate trade-off</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ESP32 timing unknown</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885825">
                <a:tc>
                  <a:txBody>
                    <a:bodyPr>
                      <a:noAutofit/>
                    </a:bodyPr>
                    <a:lstStyle/>
                    <a:p>
                      <a:pPr algn="ctr">
                        <a:buNone/>
                      </a:pPr>
                      <a:r>
                        <a:rPr sz="1425" b="0">
                          <a:solidFill>
                            <a:srgbClr val="000000"/>
                          </a:solidFill>
                          <a:latin typeface="Times New Roman"/>
                          <a:ea typeface="Times New Roman"/>
                          <a:cs typeface="Times New Roman"/>
                        </a:rPr>
                        <a:t>20</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Bampi et al.</a:t>
                      </a:r>
                      <a:endParaRPr sz="1400">
                        <a:latin typeface="Cambria"/>
                        <a:ea typeface="Cambria"/>
                        <a:cs typeface="Cambria"/>
                      </a:endParaRPr>
                    </a:p>
                    <a:p>
                      <a:pPr algn="l"/>
                      <a:r>
                        <a:rPr sz="1425" b="0">
                          <a:solidFill>
                            <a:srgbClr val="000000"/>
                          </a:solidFill>
                          <a:latin typeface="Times New Roman"/>
                          <a:ea typeface="Times New Roman"/>
                          <a:cs typeface="Times New Roman"/>
                        </a:rPr>
                        <a:t>2025</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Battery parameter testing</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Electronic load + ECM / EKF</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LTO cell + ESP32 rig</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Parameter and SOC estimates</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Different test rig</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bl>
          </a:graphicData>
        </a:graphic>
      </p:graphicFrame>
      <p:sp>
        <p:nvSpPr>
          <p:cNvPr id="82" name="Evidence scope">
            <a:extLst xmlns:a="http://schemas.openxmlformats.org/drawingml/2006/main">
              <a:ext uri="{FF2B5EF4-FFF2-40B4-BE49-F238E27FC236}">
                <a16:creationId xmlns:a16="http://schemas.microsoft.com/office/drawing/2014/main" id="{010D4199-39A8-40D1-92DB-7193960F6DB5}"/>
              </a:ext>
            </a:extLst>
          </p:cNvPr>
          <p:cNvSpPr>
            <a:spLocks xmlns:a="http://schemas.openxmlformats.org/drawingml/2006/main" noGrp="1"/>
          </p:cNvSpPr>
          <p:nvPr/>
        </p:nvSpPr>
        <p:spPr>
          <a:xfrm xmlns:a="http://schemas.openxmlformats.org/drawingml/2006/main">
            <a:off x="457200" y="6238875"/>
            <a:ext cx="80200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l">
              <a:defRPr sz="1350" b="0">
                <a:solidFill>
                  <a:srgbClr val="595959"/>
                </a:solidFill>
                <a:latin typeface="Times New Roman"/>
                <a:ea typeface="Times New Roman"/>
                <a:cs typeface="Times New Roman"/>
              </a:defRPr>
            </a:pPr>
            <a:r>
              <a:rPr sz="1350" b="0">
                <a:solidFill>
                  <a:srgbClr val="595959"/>
                </a:solidFill>
                <a:latin typeface="Times New Roman"/>
                <a:ea typeface="Times New Roman"/>
                <a:cs typeface="Times New Roman"/>
              </a:rPr>
              <a:t>Battery estimation and measurement studies</a:t>
            </a:r>
          </a:p>
        </p:txBody>
      </p:sp>
    </p:spTree>
    <p:extLst>
      <p:ext uri="{BB962C8B-B14F-4D97-AF65-F5344CB8AC3E}">
        <p14:creationId xmlns:p14="http://schemas.microsoft.com/office/powerpoint/2010/main" val="3091772551"/>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79" name="Google Shape;79;p3">
            <a:extLst xmlns:a="http://schemas.openxmlformats.org/drawingml/2006/main">
              <a:ext uri="{FF2B5EF4-FFF2-40B4-BE49-F238E27FC236}">
                <a16:creationId xmlns:a16="http://schemas.microsoft.com/office/drawing/2014/main" id="{C4C79C32-5F0E-4E41-8F05-AAF87407D451}"/>
              </a:ext>
            </a:extLst>
          </p:cNvPr>
          <p:cNvSpPr>
            <a:spLocks xmlns:a="http://schemas.openxmlformats.org/drawingml/2006/main" noGrp="1"/>
          </p:cNvSpPr>
          <p:nvPr/>
        </p:nvSpPr>
        <p:spPr>
          <a:xfrm xmlns:a="http://schemas.openxmlformats.org/drawingml/2006/main">
            <a:off x="8472487" y="6218237"/>
            <a:ext cx="549275" cy="5238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7625" tIns="38100" rIns="47625" bIns="38100"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595959"/>
              </a:buClr>
              <a:buSzPts val="1000"/>
              <a:buFont typeface="Arial"/>
              <a:buNone/>
              <a:defRPr sz="975" b="0">
                <a:solidFill>
                  <a:srgbClr val="595959"/>
                </a:solidFill>
                <a:latin typeface="Arial"/>
                <a:ea typeface="Arial"/>
                <a:cs typeface="Arial"/>
              </a:defRPr>
            </a:pPr>
            <a:fld id="{D3D7D1C8-AE23-AA48-DF65-C742588DBE47}" type="slidenum">
              <a:rPr sz="975" b="0" i="0" u="none">
                <a:solidFill>
                  <a:srgbClr val="595959"/>
                </a:solidFill>
                <a:latin typeface="Arial"/>
                <a:ea typeface="Arial"/>
                <a:cs typeface="Arial"/>
              </a:rPr>
              <a:t>7</a:t>
            </a:fld>
            <a:endParaRPr/>
          </a:p>
        </p:txBody>
      </p:sp>
      <p:sp>
        <p:nvSpPr>
          <p:cNvPr id="80" name="Google Shape;80;p3">
            <a:extLst xmlns:a="http://schemas.openxmlformats.org/drawingml/2006/main">
              <a:ext uri="{FF2B5EF4-FFF2-40B4-BE49-F238E27FC236}">
                <a16:creationId xmlns:a16="http://schemas.microsoft.com/office/drawing/2014/main" id="{ED331416-3DC5-4D6C-A278-0E9FDF9364D3}"/>
              </a:ext>
            </a:extLst>
          </p:cNvPr>
          <p:cNvSpPr>
            <a:spLocks xmlns:a="http://schemas.openxmlformats.org/drawingml/2006/main" noGrp="1"/>
          </p:cNvSpPr>
          <p:nvPr/>
        </p:nvSpPr>
        <p:spPr>
          <a:xfrm xmlns:a="http://schemas.openxmlformats.org/drawingml/2006/main">
            <a:off x="1371600" y="209550"/>
            <a:ext cx="6429375" cy="571500"/>
          </a:xfrm>
          <a:prstGeom xmlns:a="http://schemas.openxmlformats.org/drawingml/2006/main" prst="rect">
            <a:avLst/>
          </a:prstGeom>
          <a:solidFill xmlns:a="http://schemas.openxmlformats.org/drawingml/2006/main">
            <a:srgbClr val="FFEED9"/>
          </a:solidFill>
          <a:ln xmlns:a="http://schemas.openxmlformats.org/drawingml/2006/main" w="9525" cmpd="sng">
            <a:solidFill>
              <a:schemeClr val="dk1"/>
            </a:solidFill>
            <a:prstDash val="solid"/>
            <a:headEnd type="none" w="sm" len="sm"/>
            <a:tailEnd type="none" w="sm" len="sm"/>
          </a:ln>
        </p:spPr>
        <p:txBody>
          <a:bodyPr xmlns:a="http://schemas.openxmlformats.org/drawingml/2006/main" spcFirstLastPara="1" wrap="square" lIns="47625" tIns="38100" rIns="47625" bIns="38100" anchor="ctr">
            <a:noAutofit/>
          </a:bodyPr>
          <a:lstStyle xmlns:a="http://schemas.openxmlformats.org/drawingml/2006/main"/>
          <a:p xmlns:a="http://schemas.openxmlformats.org/drawingml/2006/main">
            <a:pPr marL="257175" lvl="0" indent="-257175" algn="ctr">
              <a:buClr>
                <a:schemeClr val="dk1"/>
              </a:buClr>
              <a:buSzPts val="2800"/>
              <a:buNone/>
              <a:defRPr sz="2550" b="1">
                <a:solidFill>
                  <a:srgbClr val="000000"/>
                </a:solidFill>
                <a:latin typeface="Times New Roman"/>
                <a:ea typeface="Times New Roman"/>
                <a:cs typeface="Times New Roman"/>
              </a:defRPr>
            </a:pPr>
            <a:r>
              <a:rPr sz="2550" b="1">
                <a:solidFill>
                  <a:srgbClr val="000000"/>
                </a:solidFill>
                <a:latin typeface="Times New Roman"/>
                <a:ea typeface="Times New Roman"/>
                <a:cs typeface="Times New Roman"/>
              </a:rPr>
              <a:t>Research Gap and Project Focus</a:t>
            </a:r>
            <a:endParaRPr/>
          </a:p>
        </p:txBody>
      </p:sp>
      <p:sp>
        <p:nvSpPr>
          <p:cNvPr id="81" name="Research gap">
            <a:extLst xmlns:a="http://schemas.openxmlformats.org/drawingml/2006/main">
              <a:ext uri="{FF2B5EF4-FFF2-40B4-BE49-F238E27FC236}">
                <a16:creationId xmlns:a16="http://schemas.microsoft.com/office/drawing/2014/main" id="{AFB4FA09-102E-4F7F-8BC5-628974E070D9}"/>
              </a:ext>
            </a:extLst>
          </p:cNvPr>
          <p:cNvSpPr>
            <a:spLocks xmlns:a="http://schemas.openxmlformats.org/drawingml/2006/main" noGrp="1"/>
          </p:cNvSpPr>
          <p:nvPr/>
        </p:nvSpPr>
        <p:spPr>
          <a:xfrm xmlns:a="http://schemas.openxmlformats.org/drawingml/2006/main">
            <a:off x="790575" y="1304925"/>
            <a:ext cx="7629525" cy="407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38100" rIns="38100" bIns="38100" anchor="t">
            <a:noAutofit/>
          </a:bodyPr>
          <a:lstStyle xmlns:a="http://schemas.openxmlformats.org/drawingml/2006/main"/>
          <a:p xmlns:a="http://schemas.openxmlformats.org/drawingml/2006/main">
            <a:pPr marL="228600" indent="-114300" algn="l">
              <a:spcAft>
                <a:spcPts val="1200"/>
              </a:spcAft>
              <a:buChar char="•"/>
              <a:defRPr sz="2100" b="0">
                <a:solidFill>
                  <a:srgbClr val="000000"/>
                </a:solidFill>
                <a:latin typeface="Times New Roman"/>
                <a:ea typeface="Times New Roman"/>
                <a:cs typeface="Times New Roman"/>
              </a:defRPr>
            </a:pPr>
            <a:r>
              <a:rPr sz="2100" b="0">
                <a:solidFill>
                  <a:srgbClr val="000000"/>
                </a:solidFill>
                <a:latin typeface="Times New Roman"/>
                <a:ea typeface="Times New Roman"/>
                <a:cs typeface="Times New Roman"/>
              </a:rPr>
              <a:t>Published priority control and SOC methods already exist.</a:t>
            </a:r>
          </a:p>
          <a:p xmlns:a="http://schemas.openxmlformats.org/drawingml/2006/main">
            <a:pPr marL="228600" indent="-114300" algn="l">
              <a:spcAft>
                <a:spcPts val="1200"/>
              </a:spcAft>
              <a:buChar char="•"/>
              <a:defRPr sz="2100" b="0">
                <a:solidFill>
                  <a:srgbClr val="000000"/>
                </a:solidFill>
                <a:latin typeface="Times New Roman"/>
                <a:ea typeface="Times New Roman"/>
                <a:cs typeface="Times New Roman"/>
              </a:defRPr>
            </a:pPr>
            <a:r>
              <a:rPr sz="2100" b="0">
                <a:solidFill>
                  <a:srgbClr val="000000"/>
                </a:solidFill>
                <a:latin typeface="Times New Roman"/>
                <a:ea typeface="Times New Roman"/>
                <a:cs typeface="Times New Roman"/>
              </a:rPr>
              <a:t>Many studies target larger microgrids or need battery characterisation and training data.</a:t>
            </a:r>
          </a:p>
          <a:p xmlns:a="http://schemas.openxmlformats.org/drawingml/2006/main">
            <a:pPr marL="228600" indent="-114300" algn="l">
              <a:spcAft>
                <a:spcPts val="1200"/>
              </a:spcAft>
              <a:buChar char="•"/>
              <a:defRPr sz="2100" b="0">
                <a:solidFill>
                  <a:srgbClr val="000000"/>
                </a:solidFill>
                <a:latin typeface="Times New Roman"/>
                <a:ea typeface="Times New Roman"/>
                <a:cs typeface="Times New Roman"/>
              </a:defRPr>
            </a:pPr>
            <a:r>
              <a:rPr sz="2100" b="0">
                <a:solidFill>
                  <a:srgbClr val="000000"/>
                </a:solidFill>
                <a:latin typeface="Times New Roman"/>
                <a:ea typeface="Times New Roman"/>
                <a:cs typeface="Times New Roman"/>
              </a:rPr>
              <a:t>Our project needs a small, inspectable implementation with a clear load-service tradeoff.</a:t>
            </a:r>
          </a:p>
          <a:p xmlns:a="http://schemas.openxmlformats.org/drawingml/2006/main">
            <a:pPr marL="228600" indent="-114300" algn="l">
              <a:spcAft>
                <a:spcPts val="1200"/>
              </a:spcAft>
              <a:buChar char="•"/>
              <a:defRPr sz="2100" b="0">
                <a:solidFill>
                  <a:srgbClr val="000000"/>
                </a:solidFill>
                <a:latin typeface="Times New Roman"/>
                <a:ea typeface="Times New Roman"/>
                <a:cs typeface="Times New Roman"/>
              </a:defRPr>
            </a:pPr>
            <a:r>
              <a:rPr sz="2100" b="0">
                <a:solidFill>
                  <a:srgbClr val="000000"/>
                </a:solidFill>
                <a:latin typeface="Times New Roman"/>
                <a:ea typeface="Times New Roman"/>
                <a:cs typeface="Times New Roman"/>
              </a:rPr>
              <a:t>Voltage drop, fan startup and sensor errors can limit an otherwise valid control rule.</a:t>
            </a:r>
          </a:p>
          <a:p xmlns:a="http://schemas.openxmlformats.org/drawingml/2006/main">
            <a:pPr marL="228600" indent="-114300" algn="l">
              <a:spcAft>
                <a:spcPts val="1200"/>
              </a:spcAft>
              <a:buChar char="•"/>
              <a:defRPr sz="2100" b="0">
                <a:solidFill>
                  <a:srgbClr val="000000"/>
                </a:solidFill>
                <a:latin typeface="Times New Roman"/>
                <a:ea typeface="Times New Roman"/>
                <a:cs typeface="Times New Roman"/>
              </a:defRPr>
            </a:pPr>
            <a:r>
              <a:rPr sz="2100" b="0">
                <a:solidFill>
                  <a:srgbClr val="000000"/>
                </a:solidFill>
                <a:latin typeface="Times New Roman"/>
                <a:ea typeface="Times New Roman"/>
                <a:cs typeface="Times New Roman"/>
              </a:rPr>
              <a:t>We combine a local controller, a routed interface PCB and reproducible tests, then validate them on hardware.</a:t>
            </a:r>
          </a:p>
        </p:txBody>
      </p:sp>
      <p:sp>
        <p:nvSpPr>
          <p:cNvPr id="82" name="Evidence scope">
            <a:extLst xmlns:a="http://schemas.openxmlformats.org/drawingml/2006/main">
              <a:ext uri="{FF2B5EF4-FFF2-40B4-BE49-F238E27FC236}">
                <a16:creationId xmlns:a16="http://schemas.microsoft.com/office/drawing/2014/main" id="{637F9A53-BE33-45F4-802B-8457352DA8C8}"/>
              </a:ext>
            </a:extLst>
          </p:cNvPr>
          <p:cNvSpPr>
            <a:spLocks xmlns:a="http://schemas.openxmlformats.org/drawingml/2006/main" noGrp="1"/>
          </p:cNvSpPr>
          <p:nvPr/>
        </p:nvSpPr>
        <p:spPr>
          <a:xfrm xmlns:a="http://schemas.openxmlformats.org/drawingml/2006/main">
            <a:off x="457200" y="5905500"/>
            <a:ext cx="80200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l">
              <a:defRPr sz="1350" b="0">
                <a:solidFill>
                  <a:srgbClr val="595959"/>
                </a:solidFill>
                <a:latin typeface="Times New Roman"/>
                <a:ea typeface="Times New Roman"/>
                <a:cs typeface="Times New Roman"/>
              </a:defRPr>
            </a:pPr>
            <a:r>
              <a:rPr sz="1350" b="0">
                <a:solidFill>
                  <a:srgbClr val="595959"/>
                </a:solidFill>
                <a:latin typeface="Times New Roman"/>
                <a:ea typeface="Times New Roman"/>
                <a:cs typeface="Times New Roman"/>
              </a:rPr>
              <a:t>Contribution: implementation and evaluation of one optional-load policy.</a:t>
            </a:r>
          </a:p>
        </p:txBody>
      </p:sp>
    </p:spTree>
    <p:extLst>
      <p:ext uri="{BB962C8B-B14F-4D97-AF65-F5344CB8AC3E}">
        <p14:creationId xmlns:p14="http://schemas.microsoft.com/office/powerpoint/2010/main" val="4163415987"/>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79" name="Google Shape;79;p3">
            <a:extLst xmlns:a="http://schemas.openxmlformats.org/drawingml/2006/main">
              <a:ext uri="{FF2B5EF4-FFF2-40B4-BE49-F238E27FC236}">
                <a16:creationId xmlns:a16="http://schemas.microsoft.com/office/drawing/2014/main" id="{F2CC5FCB-65CD-495A-8B32-94261FCCE035}"/>
              </a:ext>
            </a:extLst>
          </p:cNvPr>
          <p:cNvSpPr>
            <a:spLocks xmlns:a="http://schemas.openxmlformats.org/drawingml/2006/main" noGrp="1"/>
          </p:cNvSpPr>
          <p:nvPr/>
        </p:nvSpPr>
        <p:spPr>
          <a:xfrm xmlns:a="http://schemas.openxmlformats.org/drawingml/2006/main">
            <a:off x="8472487" y="6218237"/>
            <a:ext cx="549275" cy="5238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7625" tIns="38100" rIns="47625" bIns="38100"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595959"/>
              </a:buClr>
              <a:buSzPts val="1000"/>
              <a:buFont typeface="Arial"/>
              <a:buNone/>
              <a:defRPr sz="975" b="0">
                <a:solidFill>
                  <a:srgbClr val="595959"/>
                </a:solidFill>
                <a:latin typeface="Arial"/>
                <a:ea typeface="Arial"/>
                <a:cs typeface="Arial"/>
              </a:defRPr>
            </a:pPr>
            <a:fld id="{BA58DA2A-B818-18A9-29C1-B697728D5BCE}" type="slidenum">
              <a:rPr sz="975" b="0" i="0" u="none">
                <a:solidFill>
                  <a:srgbClr val="595959"/>
                </a:solidFill>
                <a:latin typeface="Arial"/>
                <a:ea typeface="Arial"/>
                <a:cs typeface="Arial"/>
              </a:rPr>
              <a:t>8</a:t>
            </a:fld>
            <a:endParaRPr/>
          </a:p>
        </p:txBody>
      </p:sp>
      <p:sp>
        <p:nvSpPr>
          <p:cNvPr id="80" name="Google Shape;80;p3">
            <a:extLst xmlns:a="http://schemas.openxmlformats.org/drawingml/2006/main">
              <a:ext uri="{FF2B5EF4-FFF2-40B4-BE49-F238E27FC236}">
                <a16:creationId xmlns:a16="http://schemas.microsoft.com/office/drawing/2014/main" id="{16C2BDC5-6A5E-4A6A-ADF1-3DD3A79074A4}"/>
              </a:ext>
            </a:extLst>
          </p:cNvPr>
          <p:cNvSpPr>
            <a:spLocks xmlns:a="http://schemas.openxmlformats.org/drawingml/2006/main" noGrp="1"/>
          </p:cNvSpPr>
          <p:nvPr/>
        </p:nvSpPr>
        <p:spPr>
          <a:xfrm xmlns:a="http://schemas.openxmlformats.org/drawingml/2006/main">
            <a:off x="1371600" y="209550"/>
            <a:ext cx="6429375" cy="571500"/>
          </a:xfrm>
          <a:prstGeom xmlns:a="http://schemas.openxmlformats.org/drawingml/2006/main" prst="rect">
            <a:avLst/>
          </a:prstGeom>
          <a:solidFill xmlns:a="http://schemas.openxmlformats.org/drawingml/2006/main">
            <a:srgbClr val="FFEED9"/>
          </a:solidFill>
          <a:ln xmlns:a="http://schemas.openxmlformats.org/drawingml/2006/main" w="9525" cmpd="sng">
            <a:solidFill>
              <a:schemeClr val="dk1"/>
            </a:solidFill>
            <a:prstDash val="solid"/>
            <a:headEnd type="none" w="sm" len="sm"/>
            <a:tailEnd type="none" w="sm" len="sm"/>
          </a:ln>
        </p:spPr>
        <p:txBody>
          <a:bodyPr xmlns:a="http://schemas.openxmlformats.org/drawingml/2006/main" spcFirstLastPara="1" wrap="square" lIns="47625" tIns="38100" rIns="47625" bIns="38100" anchor="ctr">
            <a:noAutofit/>
          </a:bodyPr>
          <a:lstStyle xmlns:a="http://schemas.openxmlformats.org/drawingml/2006/main"/>
          <a:p xmlns:a="http://schemas.openxmlformats.org/drawingml/2006/main">
            <a:pPr marL="257175" lvl="0" indent="-257175" algn="ctr">
              <a:buClr>
                <a:schemeClr val="dk1"/>
              </a:buClr>
              <a:buSzPts val="2800"/>
              <a:buNone/>
              <a:defRPr sz="2550" b="1">
                <a:solidFill>
                  <a:srgbClr val="000000"/>
                </a:solidFill>
                <a:latin typeface="Times New Roman"/>
                <a:ea typeface="Times New Roman"/>
                <a:cs typeface="Times New Roman"/>
              </a:defRPr>
            </a:pPr>
            <a:r>
              <a:rPr sz="2550" b="1">
                <a:solidFill>
                  <a:srgbClr val="000000"/>
                </a:solidFill>
                <a:latin typeface="Times New Roman"/>
                <a:ea typeface="Times New Roman"/>
                <a:cs typeface="Times New Roman"/>
              </a:rPr>
              <a:t>Problem Statement</a:t>
            </a:r>
            <a:endParaRPr/>
          </a:p>
        </p:txBody>
      </p:sp>
      <p:sp>
        <p:nvSpPr>
          <p:cNvPr id="4" name="Google Shape;80;p3">
            <a:extLst xmlns:a="http://schemas.openxmlformats.org/drawingml/2006/main">
              <a:ext uri="{FF2B5EF4-FFF2-40B4-BE49-F238E27FC236}">
                <a16:creationId xmlns:a16="http://schemas.microsoft.com/office/drawing/2014/main" id="{646B7E7F-4A90-41C7-B3D9-B318776C7C80}"/>
              </a:ext>
            </a:extLst>
          </p:cNvPr>
          <p:cNvSpPr>
            <a:spLocks xmlns:a="http://schemas.openxmlformats.org/drawingml/2006/main" noGrp="1"/>
          </p:cNvSpPr>
          <p:nvPr/>
        </p:nvSpPr>
        <p:spPr>
          <a:xfrm xmlns:a="http://schemas.openxmlformats.org/drawingml/2006/main">
            <a:off x="1371600" y="2819400"/>
            <a:ext cx="6429375" cy="542925"/>
          </a:xfrm>
          <a:prstGeom xmlns:a="http://schemas.openxmlformats.org/drawingml/2006/main" prst="rect">
            <a:avLst/>
          </a:prstGeom>
          <a:solidFill xmlns:a="http://schemas.openxmlformats.org/drawingml/2006/main">
            <a:srgbClr val="FFEED9"/>
          </a:solidFill>
          <a:ln xmlns:a="http://schemas.openxmlformats.org/drawingml/2006/main" w="9525" cmpd="sng">
            <a:solidFill>
              <a:schemeClr val="dk1"/>
            </a:solidFill>
            <a:prstDash val="solid"/>
            <a:headEnd type="none" w="sm" len="sm"/>
            <a:tailEnd type="none" w="sm" len="sm"/>
          </a:ln>
        </p:spPr>
        <p:txBody>
          <a:bodyPr xmlns:a="http://schemas.openxmlformats.org/drawingml/2006/main" spcFirstLastPara="1" wrap="square" lIns="47625" tIns="38100" rIns="47625" bIns="38100" anchor="ctr">
            <a:noAutofit/>
          </a:bodyPr>
          <a:lstStyle xmlns:a="http://schemas.openxmlformats.org/drawingml/2006/main"/>
          <a:p xmlns:a="http://schemas.openxmlformats.org/drawingml/2006/main">
            <a:pPr marL="257175" lvl="0" indent="-257175" algn="ctr">
              <a:buClr>
                <a:schemeClr val="dk1"/>
              </a:buClr>
              <a:buSzPts val="2800"/>
              <a:buNone/>
              <a:defRPr sz="2550" b="1">
                <a:solidFill>
                  <a:srgbClr val="000000"/>
                </a:solidFill>
                <a:latin typeface="Times New Roman"/>
                <a:ea typeface="Times New Roman"/>
                <a:cs typeface="Times New Roman"/>
              </a:defRPr>
            </a:pPr>
            <a:r>
              <a:rPr sz="2550" b="1">
                <a:solidFill>
                  <a:srgbClr val="000000"/>
                </a:solidFill>
                <a:latin typeface="Times New Roman"/>
                <a:ea typeface="Times New Roman"/>
                <a:cs typeface="Times New Roman"/>
              </a:rPr>
              <a:t>Objectives</a:t>
            </a:r>
            <a:endParaRPr/>
          </a:p>
        </p:txBody>
      </p:sp>
      <p:sp>
        <p:nvSpPr>
          <p:cNvPr id="2" name="Rectangle 1">
            <a:extLst xmlns:a="http://schemas.openxmlformats.org/drawingml/2006/main">
              <a:ext uri="{FF2B5EF4-FFF2-40B4-BE49-F238E27FC236}">
                <a16:creationId xmlns:a16="http://schemas.microsoft.com/office/drawing/2014/main" id="{73EAB6B4-D7FC-4778-8681-431A3F350716}"/>
              </a:ext>
            </a:extLst>
          </p:cNvPr>
          <p:cNvSpPr>
            <a:spLocks xmlns:a="http://schemas.openxmlformats.org/drawingml/2006/main" noGrp="1"/>
          </p:cNvSpPr>
          <p:nvPr/>
        </p:nvSpPr>
        <p:spPr>
          <a:xfrm xmlns:a="http://schemas.openxmlformats.org/drawingml/2006/main">
            <a:off x="866775" y="1066800"/>
            <a:ext cx="7486650" cy="1485900"/>
          </a:xfrm>
          <a:prstGeom xmlns:a="http://schemas.openxmlformats.org/drawingml/2006/main" prst="rect">
            <a:avLst/>
          </a:prstGeom>
        </p:spPr>
        <p:txBody>
          <a:bodyPr xmlns:a="http://schemas.openxmlformats.org/drawingml/2006/main" wrap="square" lIns="47625" tIns="38100" rIns="47625" bIns="38100" anchor="t">
            <a:noAutofit/>
          </a:bodyPr>
          <a:lstStyle xmlns:a="http://schemas.openxmlformats.org/drawingml/2006/main"/>
          <a:p xmlns:a="http://schemas.openxmlformats.org/drawingml/2006/main">
            <a:pPr algn="l">
              <a:defRPr sz="2250" b="0">
                <a:solidFill>
                  <a:srgbClr val="000000"/>
                </a:solidFill>
                <a:latin typeface="Times New Roman"/>
                <a:ea typeface="Times New Roman"/>
                <a:cs typeface="Times New Roman"/>
              </a:defRPr>
            </a:pPr>
            <a:r>
              <a:rPr sz="2250" b="0">
                <a:solidFill>
                  <a:srgbClr val="000000"/>
                </a:solidFill>
                <a:latin typeface="Times New Roman"/>
                <a:ea typeface="Times New Roman"/>
                <a:cs typeface="Times New Roman"/>
              </a:rPr>
              <a:t>Design and evaluate a low-cost battery monitor that preserves essential lamp service by disconnecting an optional fan when the estimated backup becomes limited.</a:t>
            </a:r>
          </a:p>
        </p:txBody>
      </p:sp>
      <p:sp>
        <p:nvSpPr>
          <p:cNvPr id="81" name="Objectives">
            <a:extLst xmlns:a="http://schemas.openxmlformats.org/drawingml/2006/main">
              <a:ext uri="{FF2B5EF4-FFF2-40B4-BE49-F238E27FC236}">
                <a16:creationId xmlns:a16="http://schemas.microsoft.com/office/drawing/2014/main" id="{C0641DFF-40D9-4F2A-BEE4-0E40DE2A45EE}"/>
              </a:ext>
            </a:extLst>
          </p:cNvPr>
          <p:cNvSpPr>
            <a:spLocks xmlns:a="http://schemas.openxmlformats.org/drawingml/2006/main" noGrp="1"/>
          </p:cNvSpPr>
          <p:nvPr/>
        </p:nvSpPr>
        <p:spPr>
          <a:xfrm xmlns:a="http://schemas.openxmlformats.org/drawingml/2006/main">
            <a:off x="942975" y="3590925"/>
            <a:ext cx="7477125" cy="2371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38100" rIns="38100" bIns="38100" anchor="t">
            <a:noAutofit/>
          </a:bodyPr>
          <a:lstStyle xmlns:a="http://schemas.openxmlformats.org/drawingml/2006/main"/>
          <a:p xmlns:a="http://schemas.openxmlformats.org/drawingml/2006/main">
            <a:pPr marL="228600" indent="-114300" algn="l">
              <a:spcAft>
                <a:spcPts val="1200"/>
              </a:spcAft>
              <a:buChar char="•"/>
              <a:defRPr sz="1950" b="0">
                <a:solidFill>
                  <a:srgbClr val="000000"/>
                </a:solidFill>
                <a:latin typeface="Times New Roman"/>
                <a:ea typeface="Times New Roman"/>
                <a:cs typeface="Times New Roman"/>
              </a:defRPr>
            </a:pPr>
            <a:r>
              <a:rPr sz="1950" b="0">
                <a:solidFill>
                  <a:srgbClr val="000000"/>
                </a:solidFill>
                <a:latin typeface="Times New Roman"/>
                <a:ea typeface="Times New Roman"/>
                <a:cs typeface="Times New Roman"/>
              </a:rPr>
              <a:t>Measure signed battery current, load power and surface temperature.</a:t>
            </a:r>
          </a:p>
          <a:p xmlns:a="http://schemas.openxmlformats.org/drawingml/2006/main">
            <a:pPr marL="228600" indent="-114300" algn="l">
              <a:spcAft>
                <a:spcPts val="1200"/>
              </a:spcAft>
              <a:buChar char="•"/>
              <a:defRPr sz="1950" b="0">
                <a:solidFill>
                  <a:srgbClr val="000000"/>
                </a:solidFill>
                <a:latin typeface="Times New Roman"/>
                <a:ea typeface="Times New Roman"/>
                <a:cs typeface="Times New Roman"/>
              </a:defRPr>
            </a:pPr>
            <a:r>
              <a:rPr sz="1950" b="0">
                <a:solidFill>
                  <a:srgbClr val="000000"/>
                </a:solidFill>
                <a:latin typeface="Times New Roman"/>
                <a:ea typeface="Times New Roman"/>
                <a:cs typeface="Times New Roman"/>
              </a:rPr>
              <a:t>Estimate charge and remaining runtime from a valid reference.</a:t>
            </a:r>
          </a:p>
          <a:p xmlns:a="http://schemas.openxmlformats.org/drawingml/2006/main">
            <a:pPr marL="228600" indent="-114300" algn="l">
              <a:spcAft>
                <a:spcPts val="1200"/>
              </a:spcAft>
              <a:buChar char="•"/>
              <a:defRPr sz="1950" b="0">
                <a:solidFill>
                  <a:srgbClr val="000000"/>
                </a:solidFill>
                <a:latin typeface="Times New Roman"/>
                <a:ea typeface="Times New Roman"/>
                <a:cs typeface="Times New Roman"/>
              </a:defRPr>
            </a:pPr>
            <a:r>
              <a:rPr sz="1950" b="0">
                <a:solidFill>
                  <a:srgbClr val="000000"/>
                </a:solidFill>
                <a:latin typeface="Times New Roman"/>
                <a:ea typeface="Times New Roman"/>
                <a:cs typeface="Times New Roman"/>
              </a:rPr>
              <a:t>Implement fan shedding, explicit restore and fault handling.</a:t>
            </a:r>
          </a:p>
          <a:p xmlns:a="http://schemas.openxmlformats.org/drawingml/2006/main">
            <a:pPr marL="228600" indent="-114300" algn="l">
              <a:spcAft>
                <a:spcPts val="1200"/>
              </a:spcAft>
              <a:buChar char="•"/>
              <a:defRPr sz="1950" b="0">
                <a:solidFill>
                  <a:srgbClr val="000000"/>
                </a:solidFill>
                <a:latin typeface="Times New Roman"/>
                <a:ea typeface="Times New Roman"/>
                <a:cs typeface="Times New Roman"/>
              </a:defRPr>
            </a:pPr>
            <a:r>
              <a:rPr sz="1950" b="0">
                <a:solidFill>
                  <a:srgbClr val="000000"/>
                </a:solidFill>
                <a:latin typeface="Times New Roman"/>
                <a:ea typeface="Times New Roman"/>
                <a:cs typeface="Times New Roman"/>
              </a:rPr>
              <a:t>Compare lamp and fan service, then calibrate and test the assembled system.</a:t>
            </a:r>
          </a:p>
        </p:txBody>
      </p:sp>
    </p:spTree>
    <p:extLst>
      <p:ext uri="{BB962C8B-B14F-4D97-AF65-F5344CB8AC3E}">
        <p14:creationId xmlns:p14="http://schemas.microsoft.com/office/powerpoint/2010/main" val="4275272025"/>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87" name="Google Shape;87;p4">
            <a:extLst xmlns:a="http://schemas.openxmlformats.org/drawingml/2006/main">
              <a:ext uri="{FF2B5EF4-FFF2-40B4-BE49-F238E27FC236}">
                <a16:creationId xmlns:a16="http://schemas.microsoft.com/office/drawing/2014/main" id="{41B1820F-D279-4856-886A-AC33442BF3C0}"/>
              </a:ext>
            </a:extLst>
          </p:cNvPr>
          <p:cNvSpPr>
            <a:spLocks xmlns:a="http://schemas.openxmlformats.org/drawingml/2006/main" noGrp="1"/>
          </p:cNvSpPr>
          <p:nvPr/>
        </p:nvSpPr>
        <p:spPr>
          <a:xfrm xmlns:a="http://schemas.openxmlformats.org/drawingml/2006/main">
            <a:off x="8472487" y="6218237"/>
            <a:ext cx="549275" cy="5238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7625" tIns="38100" rIns="47625" bIns="38100"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595959"/>
              </a:buClr>
              <a:buSzPts val="1000"/>
              <a:buFont typeface="Arial"/>
              <a:buNone/>
              <a:defRPr sz="975" b="0">
                <a:solidFill>
                  <a:srgbClr val="595959"/>
                </a:solidFill>
                <a:latin typeface="Arial"/>
                <a:ea typeface="Arial"/>
                <a:cs typeface="Arial"/>
              </a:defRPr>
            </a:pPr>
            <a:fld id="{388657AE-30A1-5A7A-6A7F-315D84436430}" type="slidenum">
              <a:rPr sz="975" b="0" i="0" u="none">
                <a:solidFill>
                  <a:srgbClr val="595959"/>
                </a:solidFill>
                <a:latin typeface="Arial"/>
                <a:ea typeface="Arial"/>
                <a:cs typeface="Arial"/>
              </a:rPr>
              <a:t>9</a:t>
            </a:fld>
            <a:endParaRPr/>
          </a:p>
        </p:txBody>
      </p:sp>
      <p:sp>
        <p:nvSpPr>
          <p:cNvPr id="88" name="Google Shape;88;p4">
            <a:extLst xmlns:a="http://schemas.openxmlformats.org/drawingml/2006/main">
              <a:ext uri="{FF2B5EF4-FFF2-40B4-BE49-F238E27FC236}">
                <a16:creationId xmlns:a16="http://schemas.microsoft.com/office/drawing/2014/main" id="{98BEEFDF-DB62-45C2-8217-965020B602DF}"/>
              </a:ext>
            </a:extLst>
          </p:cNvPr>
          <p:cNvSpPr>
            <a:spLocks xmlns:a="http://schemas.openxmlformats.org/drawingml/2006/main" noGrp="1"/>
          </p:cNvSpPr>
          <p:nvPr/>
        </p:nvSpPr>
        <p:spPr>
          <a:xfrm xmlns:a="http://schemas.openxmlformats.org/drawingml/2006/main">
            <a:off x="1371600" y="209550"/>
            <a:ext cx="6429375" cy="571500"/>
          </a:xfrm>
          <a:prstGeom xmlns:a="http://schemas.openxmlformats.org/drawingml/2006/main" prst="rect">
            <a:avLst/>
          </a:prstGeom>
          <a:solidFill xmlns:a="http://schemas.openxmlformats.org/drawingml/2006/main">
            <a:srgbClr val="FFEED9"/>
          </a:solidFill>
          <a:ln xmlns:a="http://schemas.openxmlformats.org/drawingml/2006/main" w="9525" cmpd="sng">
            <a:solidFill>
              <a:schemeClr val="dk1"/>
            </a:solidFill>
            <a:prstDash val="solid"/>
            <a:headEnd type="none" w="sm" len="sm"/>
            <a:tailEnd type="none" w="sm" len="sm"/>
          </a:ln>
        </p:spPr>
        <p:txBody>
          <a:bodyPr xmlns:a="http://schemas.openxmlformats.org/drawingml/2006/main" spcFirstLastPara="1" wrap="square" lIns="47625" tIns="38100" rIns="47625" bIns="38100" anchor="ctr">
            <a:noAutofit/>
          </a:bodyPr>
          <a:lstStyle xmlns:a="http://schemas.openxmlformats.org/drawingml/2006/main"/>
          <a:p xmlns:a="http://schemas.openxmlformats.org/drawingml/2006/main">
            <a:pPr marL="257175" lvl="0" indent="-257175" algn="ctr">
              <a:buClr>
                <a:schemeClr val="dk1"/>
              </a:buClr>
              <a:buSzPts val="2800"/>
              <a:buNone/>
              <a:defRPr sz="2550" b="1">
                <a:solidFill>
                  <a:srgbClr val="000000"/>
                </a:solidFill>
                <a:latin typeface="Times New Roman"/>
                <a:ea typeface="Times New Roman"/>
                <a:cs typeface="Times New Roman"/>
              </a:defRPr>
            </a:pPr>
            <a:r>
              <a:rPr sz="2550" b="1">
                <a:solidFill>
                  <a:srgbClr val="000000"/>
                </a:solidFill>
                <a:latin typeface="Times New Roman"/>
                <a:ea typeface="Times New Roman"/>
                <a:cs typeface="Times New Roman"/>
              </a:rPr>
              <a:t>Proposed System Architecture</a:t>
            </a:r>
            <a:endParaRPr sz="1050"/>
          </a:p>
        </p:txBody>
      </p:sp>
      <p:sp>
        <p:nvSpPr>
          <p:cNvPr id="89" name="Protected 4S pack&#10;External fuse">
            <a:extLst xmlns:a="http://schemas.openxmlformats.org/drawingml/2006/main">
              <a:ext uri="{FF2B5EF4-FFF2-40B4-BE49-F238E27FC236}">
                <a16:creationId xmlns:a16="http://schemas.microsoft.com/office/drawing/2014/main" id="{7D432F13-4801-40B6-A719-B0EF57C34A9C}"/>
              </a:ext>
            </a:extLst>
          </p:cNvPr>
          <p:cNvSpPr>
            <a:spLocks xmlns:a="http://schemas.openxmlformats.org/drawingml/2006/main" noGrp="1"/>
          </p:cNvSpPr>
          <p:nvPr/>
        </p:nvSpPr>
        <p:spPr>
          <a:xfrm xmlns:a="http://schemas.openxmlformats.org/drawingml/2006/main">
            <a:off x="428625" y="1647825"/>
            <a:ext cx="1924050" cy="1057275"/>
          </a:xfrm>
          <a:prstGeom xmlns:a="http://schemas.openxmlformats.org/drawingml/2006/main" prst="rect">
            <a:avLst/>
          </a:prstGeom>
          <a:solidFill xmlns:a="http://schemas.openxmlformats.org/drawingml/2006/main">
            <a:srgbClr val="FFF0DD"/>
          </a:solidFill>
          <a:ln xmlns:a="http://schemas.openxmlformats.org/drawingml/2006/main" w="14288">
            <a:solidFill>
              <a:srgbClr val="333333"/>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defRPr sz="1725" b="0">
                <a:solidFill>
                  <a:srgbClr val="000000"/>
                </a:solidFill>
                <a:latin typeface="Times New Roman"/>
                <a:ea typeface="Times New Roman"/>
                <a:cs typeface="Times New Roman"/>
              </a:defRPr>
            </a:pPr>
            <a:r>
              <a:rPr sz="1725" b="0">
                <a:solidFill>
                  <a:srgbClr val="000000"/>
                </a:solidFill>
                <a:latin typeface="Times New Roman"/>
                <a:ea typeface="Times New Roman"/>
                <a:cs typeface="Times New Roman"/>
              </a:rPr>
              <a:t>Protected 4S pack</a:t>
            </a:r>
          </a:p>
          <a:p xmlns:a="http://schemas.openxmlformats.org/drawingml/2006/main">
            <a:pPr algn="ctr">
              <a:defRPr sz="1725" b="0">
                <a:solidFill>
                  <a:srgbClr val="000000"/>
                </a:solidFill>
                <a:latin typeface="Times New Roman"/>
                <a:ea typeface="Times New Roman"/>
                <a:cs typeface="Times New Roman"/>
              </a:defRPr>
            </a:pPr>
            <a:r>
              <a:rPr sz="1725" b="0">
                <a:solidFill>
                  <a:srgbClr val="000000"/>
                </a:solidFill>
                <a:latin typeface="Times New Roman"/>
                <a:ea typeface="Times New Roman"/>
                <a:cs typeface="Times New Roman"/>
              </a:rPr>
              <a:t>External fuse</a:t>
            </a:r>
          </a:p>
        </p:txBody>
      </p:sp>
      <p:sp>
        <p:nvSpPr>
          <p:cNvPr id="90" name="Interface PCB&#10;U1 battery current&#10;U2 load input">
            <a:extLst xmlns:a="http://schemas.openxmlformats.org/drawingml/2006/main">
              <a:ext uri="{FF2B5EF4-FFF2-40B4-BE49-F238E27FC236}">
                <a16:creationId xmlns:a16="http://schemas.microsoft.com/office/drawing/2014/main" id="{E9DFBF6C-D340-43F4-B14D-3A969B290133}"/>
              </a:ext>
            </a:extLst>
          </p:cNvPr>
          <p:cNvSpPr>
            <a:spLocks xmlns:a="http://schemas.openxmlformats.org/drawingml/2006/main" noGrp="1"/>
          </p:cNvSpPr>
          <p:nvPr/>
        </p:nvSpPr>
        <p:spPr>
          <a:xfrm xmlns:a="http://schemas.openxmlformats.org/drawingml/2006/main">
            <a:off x="2876550" y="1495425"/>
            <a:ext cx="2076450" cy="1362075"/>
          </a:xfrm>
          <a:prstGeom xmlns:a="http://schemas.openxmlformats.org/drawingml/2006/main" prst="rect">
            <a:avLst/>
          </a:prstGeom>
          <a:solidFill xmlns:a="http://schemas.openxmlformats.org/drawingml/2006/main">
            <a:srgbClr val="FFF0DD"/>
          </a:solidFill>
          <a:ln xmlns:a="http://schemas.openxmlformats.org/drawingml/2006/main" w="14288">
            <a:solidFill>
              <a:srgbClr val="333333"/>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defRPr sz="1725" b="0">
                <a:solidFill>
                  <a:srgbClr val="000000"/>
                </a:solidFill>
                <a:latin typeface="Times New Roman"/>
                <a:ea typeface="Times New Roman"/>
                <a:cs typeface="Times New Roman"/>
              </a:defRPr>
            </a:pPr>
            <a:r>
              <a:rPr sz="1725" b="0">
                <a:solidFill>
                  <a:srgbClr val="000000"/>
                </a:solidFill>
                <a:latin typeface="Times New Roman"/>
                <a:ea typeface="Times New Roman"/>
                <a:cs typeface="Times New Roman"/>
              </a:rPr>
              <a:t>Interface PCB</a:t>
            </a:r>
          </a:p>
          <a:p xmlns:a="http://schemas.openxmlformats.org/drawingml/2006/main">
            <a:pPr algn="ctr">
              <a:defRPr sz="1725" b="0">
                <a:solidFill>
                  <a:srgbClr val="000000"/>
                </a:solidFill>
                <a:latin typeface="Times New Roman"/>
                <a:ea typeface="Times New Roman"/>
                <a:cs typeface="Times New Roman"/>
              </a:defRPr>
            </a:pPr>
            <a:r>
              <a:rPr sz="1725" b="0">
                <a:solidFill>
                  <a:srgbClr val="000000"/>
                </a:solidFill>
                <a:latin typeface="Times New Roman"/>
                <a:ea typeface="Times New Roman"/>
                <a:cs typeface="Times New Roman"/>
              </a:rPr>
              <a:t>U1 battery current</a:t>
            </a:r>
          </a:p>
          <a:p xmlns:a="http://schemas.openxmlformats.org/drawingml/2006/main">
            <a:pPr algn="ctr">
              <a:defRPr sz="1725" b="0">
                <a:solidFill>
                  <a:srgbClr val="000000"/>
                </a:solidFill>
                <a:latin typeface="Times New Roman"/>
                <a:ea typeface="Times New Roman"/>
                <a:cs typeface="Times New Roman"/>
              </a:defRPr>
            </a:pPr>
            <a:r>
              <a:rPr sz="1725" b="0">
                <a:solidFill>
                  <a:srgbClr val="000000"/>
                </a:solidFill>
                <a:latin typeface="Times New Roman"/>
                <a:ea typeface="Times New Roman"/>
                <a:cs typeface="Times New Roman"/>
              </a:rPr>
              <a:t>U2 load input</a:t>
            </a:r>
          </a:p>
        </p:txBody>
      </p:sp>
      <p:sp>
        <p:nvSpPr>
          <p:cNvPr id="91" name="External buck&#10;5 V output">
            <a:extLst xmlns:a="http://schemas.openxmlformats.org/drawingml/2006/main">
              <a:ext uri="{FF2B5EF4-FFF2-40B4-BE49-F238E27FC236}">
                <a16:creationId xmlns:a16="http://schemas.microsoft.com/office/drawing/2014/main" id="{3360ED61-FB22-4A27-80FE-4F043361D3B4}"/>
              </a:ext>
            </a:extLst>
          </p:cNvPr>
          <p:cNvSpPr>
            <a:spLocks xmlns:a="http://schemas.openxmlformats.org/drawingml/2006/main" noGrp="1"/>
          </p:cNvSpPr>
          <p:nvPr/>
        </p:nvSpPr>
        <p:spPr>
          <a:xfrm xmlns:a="http://schemas.openxmlformats.org/drawingml/2006/main">
            <a:off x="5524500" y="1714500"/>
            <a:ext cx="1476375" cy="942975"/>
          </a:xfrm>
          <a:prstGeom xmlns:a="http://schemas.openxmlformats.org/drawingml/2006/main" prst="rect">
            <a:avLst/>
          </a:prstGeom>
          <a:solidFill xmlns:a="http://schemas.openxmlformats.org/drawingml/2006/main">
            <a:srgbClr val="FFF0DD"/>
          </a:solidFill>
          <a:ln xmlns:a="http://schemas.openxmlformats.org/drawingml/2006/main" w="14288">
            <a:solidFill>
              <a:srgbClr val="333333"/>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defRPr sz="1725" b="0">
                <a:solidFill>
                  <a:srgbClr val="000000"/>
                </a:solidFill>
                <a:latin typeface="Times New Roman"/>
                <a:ea typeface="Times New Roman"/>
                <a:cs typeface="Times New Roman"/>
              </a:defRPr>
            </a:pPr>
            <a:r>
              <a:rPr sz="1725" b="0">
                <a:solidFill>
                  <a:srgbClr val="000000"/>
                </a:solidFill>
                <a:latin typeface="Times New Roman"/>
                <a:ea typeface="Times New Roman"/>
                <a:cs typeface="Times New Roman"/>
              </a:rPr>
              <a:t>External buck</a:t>
            </a:r>
          </a:p>
          <a:p xmlns:a="http://schemas.openxmlformats.org/drawingml/2006/main">
            <a:pPr algn="ctr">
              <a:defRPr sz="1725" b="0">
                <a:solidFill>
                  <a:srgbClr val="000000"/>
                </a:solidFill>
                <a:latin typeface="Times New Roman"/>
                <a:ea typeface="Times New Roman"/>
                <a:cs typeface="Times New Roman"/>
              </a:defRPr>
            </a:pPr>
            <a:r>
              <a:rPr sz="1725" b="0">
                <a:solidFill>
                  <a:srgbClr val="000000"/>
                </a:solidFill>
                <a:latin typeface="Times New Roman"/>
                <a:ea typeface="Times New Roman"/>
                <a:cs typeface="Times New Roman"/>
              </a:rPr>
              <a:t>5 V output</a:t>
            </a:r>
          </a:p>
        </p:txBody>
      </p:sp>
      <p:sp>
        <p:nvSpPr>
          <p:cNvPr id="92" name="Essential lamp&#10;Unswitched">
            <a:extLst xmlns:a="http://schemas.openxmlformats.org/drawingml/2006/main">
              <a:ext uri="{FF2B5EF4-FFF2-40B4-BE49-F238E27FC236}">
                <a16:creationId xmlns:a16="http://schemas.microsoft.com/office/drawing/2014/main" id="{AB6C62F8-162D-457E-BA18-BA57B6EC61E1}"/>
              </a:ext>
            </a:extLst>
          </p:cNvPr>
          <p:cNvSpPr>
            <a:spLocks xmlns:a="http://schemas.openxmlformats.org/drawingml/2006/main" noGrp="1"/>
          </p:cNvSpPr>
          <p:nvPr/>
        </p:nvSpPr>
        <p:spPr>
          <a:xfrm xmlns:a="http://schemas.openxmlformats.org/drawingml/2006/main">
            <a:off x="7439025" y="1247775"/>
            <a:ext cx="1409700" cy="981075"/>
          </a:xfrm>
          <a:prstGeom xmlns:a="http://schemas.openxmlformats.org/drawingml/2006/main" prst="rect">
            <a:avLst/>
          </a:prstGeom>
          <a:solidFill xmlns:a="http://schemas.openxmlformats.org/drawingml/2006/main">
            <a:srgbClr val="FFF0DD"/>
          </a:solidFill>
          <a:ln xmlns:a="http://schemas.openxmlformats.org/drawingml/2006/main" w="14288">
            <a:solidFill>
              <a:srgbClr val="333333"/>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defRPr sz="1725" b="0">
                <a:solidFill>
                  <a:srgbClr val="000000"/>
                </a:solidFill>
                <a:latin typeface="Times New Roman"/>
                <a:ea typeface="Times New Roman"/>
                <a:cs typeface="Times New Roman"/>
              </a:defRPr>
            </a:pPr>
            <a:r>
              <a:rPr sz="1725" b="0">
                <a:solidFill>
                  <a:srgbClr val="000000"/>
                </a:solidFill>
                <a:latin typeface="Times New Roman"/>
                <a:ea typeface="Times New Roman"/>
                <a:cs typeface="Times New Roman"/>
              </a:rPr>
              <a:t>Essential lamp</a:t>
            </a:r>
          </a:p>
          <a:p xmlns:a="http://schemas.openxmlformats.org/drawingml/2006/main">
            <a:pPr algn="ctr">
              <a:defRPr sz="1725" b="0">
                <a:solidFill>
                  <a:srgbClr val="000000"/>
                </a:solidFill>
                <a:latin typeface="Times New Roman"/>
                <a:ea typeface="Times New Roman"/>
                <a:cs typeface="Times New Roman"/>
              </a:defRPr>
            </a:pPr>
            <a:r>
              <a:rPr sz="1725" b="0">
                <a:solidFill>
                  <a:srgbClr val="000000"/>
                </a:solidFill>
                <a:latin typeface="Times New Roman"/>
                <a:ea typeface="Times New Roman"/>
                <a:cs typeface="Times New Roman"/>
              </a:rPr>
              <a:t>Unswitched</a:t>
            </a:r>
          </a:p>
        </p:txBody>
      </p:sp>
      <p:sp>
        <p:nvSpPr>
          <p:cNvPr id="93" name="Optional fan&#10;Q1 return switch">
            <a:extLst xmlns:a="http://schemas.openxmlformats.org/drawingml/2006/main">
              <a:ext uri="{FF2B5EF4-FFF2-40B4-BE49-F238E27FC236}">
                <a16:creationId xmlns:a16="http://schemas.microsoft.com/office/drawing/2014/main" id="{30729150-2903-4723-8A5D-C7525E39013F}"/>
              </a:ext>
            </a:extLst>
          </p:cNvPr>
          <p:cNvSpPr>
            <a:spLocks xmlns:a="http://schemas.openxmlformats.org/drawingml/2006/main" noGrp="1"/>
          </p:cNvSpPr>
          <p:nvPr/>
        </p:nvSpPr>
        <p:spPr>
          <a:xfrm xmlns:a="http://schemas.openxmlformats.org/drawingml/2006/main">
            <a:off x="7362825" y="3028950"/>
            <a:ext cx="1552575" cy="1047750"/>
          </a:xfrm>
          <a:prstGeom xmlns:a="http://schemas.openxmlformats.org/drawingml/2006/main" prst="rect">
            <a:avLst/>
          </a:prstGeom>
          <a:solidFill xmlns:a="http://schemas.openxmlformats.org/drawingml/2006/main">
            <a:srgbClr val="FFF0DD"/>
          </a:solidFill>
          <a:ln xmlns:a="http://schemas.openxmlformats.org/drawingml/2006/main" w="14288">
            <a:solidFill>
              <a:srgbClr val="333333"/>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defRPr sz="1725" b="0">
                <a:solidFill>
                  <a:srgbClr val="000000"/>
                </a:solidFill>
                <a:latin typeface="Times New Roman"/>
                <a:ea typeface="Times New Roman"/>
                <a:cs typeface="Times New Roman"/>
              </a:defRPr>
            </a:pPr>
            <a:r>
              <a:rPr sz="1725" b="0">
                <a:solidFill>
                  <a:srgbClr val="000000"/>
                </a:solidFill>
                <a:latin typeface="Times New Roman"/>
                <a:ea typeface="Times New Roman"/>
                <a:cs typeface="Times New Roman"/>
              </a:rPr>
              <a:t>Optional fan</a:t>
            </a:r>
          </a:p>
          <a:p xmlns:a="http://schemas.openxmlformats.org/drawingml/2006/main">
            <a:pPr algn="ctr">
              <a:defRPr sz="1725" b="0">
                <a:solidFill>
                  <a:srgbClr val="000000"/>
                </a:solidFill>
                <a:latin typeface="Times New Roman"/>
                <a:ea typeface="Times New Roman"/>
                <a:cs typeface="Times New Roman"/>
              </a:defRPr>
            </a:pPr>
            <a:r>
              <a:rPr sz="1725" b="0">
                <a:solidFill>
                  <a:srgbClr val="000000"/>
                </a:solidFill>
                <a:latin typeface="Times New Roman"/>
                <a:ea typeface="Times New Roman"/>
                <a:cs typeface="Times New Roman"/>
              </a:rPr>
              <a:t>Q1 return switch</a:t>
            </a:r>
          </a:p>
        </p:txBody>
      </p:sp>
      <p:sp>
        <p:nvSpPr>
          <p:cNvPr id="94" name="Matched charger /&#10;solar controller&#10;Later input via U3">
            <a:extLst xmlns:a="http://schemas.openxmlformats.org/drawingml/2006/main">
              <a:ext uri="{FF2B5EF4-FFF2-40B4-BE49-F238E27FC236}">
                <a16:creationId xmlns:a16="http://schemas.microsoft.com/office/drawing/2014/main" id="{75B61AFC-BB52-43E5-B354-6F0CF318D19E}"/>
              </a:ext>
            </a:extLst>
          </p:cNvPr>
          <p:cNvSpPr>
            <a:spLocks xmlns:a="http://schemas.openxmlformats.org/drawingml/2006/main" noGrp="1"/>
          </p:cNvSpPr>
          <p:nvPr/>
        </p:nvSpPr>
        <p:spPr>
          <a:xfrm xmlns:a="http://schemas.openxmlformats.org/drawingml/2006/main">
            <a:off x="466725" y="3419475"/>
            <a:ext cx="2085975" cy="1285875"/>
          </a:xfrm>
          <a:prstGeom xmlns:a="http://schemas.openxmlformats.org/drawingml/2006/main" prst="rect">
            <a:avLst/>
          </a:prstGeom>
          <a:solidFill xmlns:a="http://schemas.openxmlformats.org/drawingml/2006/main">
            <a:srgbClr val="FFF0DD"/>
          </a:solidFill>
          <a:ln xmlns:a="http://schemas.openxmlformats.org/drawingml/2006/main" w="14288">
            <a:solidFill>
              <a:srgbClr val="333333"/>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defRPr sz="1725" b="0">
                <a:solidFill>
                  <a:srgbClr val="000000"/>
                </a:solidFill>
                <a:latin typeface="Times New Roman"/>
                <a:ea typeface="Times New Roman"/>
                <a:cs typeface="Times New Roman"/>
              </a:defRPr>
            </a:pPr>
            <a:r>
              <a:rPr sz="1725" b="0">
                <a:solidFill>
                  <a:srgbClr val="000000"/>
                </a:solidFill>
                <a:latin typeface="Times New Roman"/>
                <a:ea typeface="Times New Roman"/>
                <a:cs typeface="Times New Roman"/>
              </a:rPr>
              <a:t>Matched charger /</a:t>
            </a:r>
          </a:p>
          <a:p xmlns:a="http://schemas.openxmlformats.org/drawingml/2006/main">
            <a:pPr algn="ctr">
              <a:defRPr sz="1725" b="0">
                <a:solidFill>
                  <a:srgbClr val="000000"/>
                </a:solidFill>
                <a:latin typeface="Times New Roman"/>
                <a:ea typeface="Times New Roman"/>
                <a:cs typeface="Times New Roman"/>
              </a:defRPr>
            </a:pPr>
            <a:r>
              <a:rPr sz="1725" b="0">
                <a:solidFill>
                  <a:srgbClr val="000000"/>
                </a:solidFill>
                <a:latin typeface="Times New Roman"/>
                <a:ea typeface="Times New Roman"/>
                <a:cs typeface="Times New Roman"/>
              </a:rPr>
              <a:t>solar controller</a:t>
            </a:r>
          </a:p>
          <a:p xmlns:a="http://schemas.openxmlformats.org/drawingml/2006/main">
            <a:pPr algn="ctr">
              <a:defRPr sz="1725" b="0">
                <a:solidFill>
                  <a:srgbClr val="000000"/>
                </a:solidFill>
                <a:latin typeface="Times New Roman"/>
                <a:ea typeface="Times New Roman"/>
                <a:cs typeface="Times New Roman"/>
              </a:defRPr>
            </a:pPr>
            <a:r>
              <a:rPr sz="1725" b="0">
                <a:solidFill>
                  <a:srgbClr val="000000"/>
                </a:solidFill>
                <a:latin typeface="Times New Roman"/>
                <a:ea typeface="Times New Roman"/>
                <a:cs typeface="Times New Roman"/>
              </a:rPr>
              <a:t>Later input via U3</a:t>
            </a:r>
          </a:p>
        </p:txBody>
      </p:sp>
      <p:sp>
        <p:nvSpPr>
          <p:cNvPr id="95" name="ESP32&#10;Estimation and control">
            <a:extLst xmlns:a="http://schemas.openxmlformats.org/drawingml/2006/main">
              <a:ext uri="{FF2B5EF4-FFF2-40B4-BE49-F238E27FC236}">
                <a16:creationId xmlns:a16="http://schemas.microsoft.com/office/drawing/2014/main" id="{7435B8EC-C586-4F5B-B1AD-5FD847C7C0E3}"/>
              </a:ext>
            </a:extLst>
          </p:cNvPr>
          <p:cNvSpPr>
            <a:spLocks xmlns:a="http://schemas.openxmlformats.org/drawingml/2006/main" noGrp="1"/>
          </p:cNvSpPr>
          <p:nvPr/>
        </p:nvSpPr>
        <p:spPr>
          <a:xfrm xmlns:a="http://schemas.openxmlformats.org/drawingml/2006/main">
            <a:off x="3276600" y="4857750"/>
            <a:ext cx="2419350" cy="914400"/>
          </a:xfrm>
          <a:prstGeom xmlns:a="http://schemas.openxmlformats.org/drawingml/2006/main" prst="rect">
            <a:avLst/>
          </a:prstGeom>
          <a:solidFill xmlns:a="http://schemas.openxmlformats.org/drawingml/2006/main">
            <a:srgbClr val="FFF0DD"/>
          </a:solidFill>
          <a:ln xmlns:a="http://schemas.openxmlformats.org/drawingml/2006/main" w="14288">
            <a:solidFill>
              <a:srgbClr val="333333"/>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defRPr sz="1725" b="0">
                <a:solidFill>
                  <a:srgbClr val="000000"/>
                </a:solidFill>
                <a:latin typeface="Times New Roman"/>
                <a:ea typeface="Times New Roman"/>
                <a:cs typeface="Times New Roman"/>
              </a:defRPr>
            </a:pPr>
            <a:r>
              <a:rPr sz="1725" b="0">
                <a:solidFill>
                  <a:srgbClr val="000000"/>
                </a:solidFill>
                <a:latin typeface="Times New Roman"/>
                <a:ea typeface="Times New Roman"/>
                <a:cs typeface="Times New Roman"/>
              </a:rPr>
              <a:t>ESP32</a:t>
            </a:r>
          </a:p>
          <a:p xmlns:a="http://schemas.openxmlformats.org/drawingml/2006/main">
            <a:pPr algn="ctr">
              <a:defRPr sz="1725" b="0">
                <a:solidFill>
                  <a:srgbClr val="000000"/>
                </a:solidFill>
                <a:latin typeface="Times New Roman"/>
                <a:ea typeface="Times New Roman"/>
                <a:cs typeface="Times New Roman"/>
              </a:defRPr>
            </a:pPr>
            <a:r>
              <a:rPr sz="1725" b="0">
                <a:solidFill>
                  <a:srgbClr val="000000"/>
                </a:solidFill>
                <a:latin typeface="Times New Roman"/>
                <a:ea typeface="Times New Roman"/>
                <a:cs typeface="Times New Roman"/>
              </a:rPr>
              <a:t>Estimation and control</a:t>
            </a:r>
          </a:p>
        </p:txBody>
      </p:sp>
      <p:sp>
        <p:nvSpPr>
          <p:cNvPr id="96" name="Local dashboard&#10;USB data and CSV">
            <a:extLst xmlns:a="http://schemas.openxmlformats.org/drawingml/2006/main">
              <a:ext uri="{FF2B5EF4-FFF2-40B4-BE49-F238E27FC236}">
                <a16:creationId xmlns:a16="http://schemas.microsoft.com/office/drawing/2014/main" id="{18AE7A52-6255-4B9A-8B26-308B08A4DB98}"/>
              </a:ext>
            </a:extLst>
          </p:cNvPr>
          <p:cNvSpPr>
            <a:spLocks xmlns:a="http://schemas.openxmlformats.org/drawingml/2006/main" noGrp="1"/>
          </p:cNvSpPr>
          <p:nvPr/>
        </p:nvSpPr>
        <p:spPr>
          <a:xfrm xmlns:a="http://schemas.openxmlformats.org/drawingml/2006/main">
            <a:off x="6429375" y="5000625"/>
            <a:ext cx="2324100" cy="885825"/>
          </a:xfrm>
          <a:prstGeom xmlns:a="http://schemas.openxmlformats.org/drawingml/2006/main" prst="rect">
            <a:avLst/>
          </a:prstGeom>
          <a:solidFill xmlns:a="http://schemas.openxmlformats.org/drawingml/2006/main">
            <a:srgbClr val="FFF0DD"/>
          </a:solidFill>
          <a:ln xmlns:a="http://schemas.openxmlformats.org/drawingml/2006/main" w="14288">
            <a:solidFill>
              <a:srgbClr val="333333"/>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defRPr sz="1725" b="0">
                <a:solidFill>
                  <a:srgbClr val="000000"/>
                </a:solidFill>
                <a:latin typeface="Times New Roman"/>
                <a:ea typeface="Times New Roman"/>
                <a:cs typeface="Times New Roman"/>
              </a:defRPr>
            </a:pPr>
            <a:r>
              <a:rPr sz="1725" b="0">
                <a:solidFill>
                  <a:srgbClr val="000000"/>
                </a:solidFill>
                <a:latin typeface="Times New Roman"/>
                <a:ea typeface="Times New Roman"/>
                <a:cs typeface="Times New Roman"/>
              </a:rPr>
              <a:t>Local dashboard</a:t>
            </a:r>
          </a:p>
          <a:p xmlns:a="http://schemas.openxmlformats.org/drawingml/2006/main">
            <a:pPr algn="ctr">
              <a:defRPr sz="1725" b="0">
                <a:solidFill>
                  <a:srgbClr val="000000"/>
                </a:solidFill>
                <a:latin typeface="Times New Roman"/>
                <a:ea typeface="Times New Roman"/>
                <a:cs typeface="Times New Roman"/>
              </a:defRPr>
            </a:pPr>
            <a:r>
              <a:rPr sz="1725" b="0">
                <a:solidFill>
                  <a:srgbClr val="000000"/>
                </a:solidFill>
                <a:latin typeface="Times New Roman"/>
                <a:ea typeface="Times New Roman"/>
                <a:cs typeface="Times New Roman"/>
              </a:rPr>
              <a:t>USB data and CSV</a:t>
            </a:r>
          </a:p>
        </p:txBody>
      </p:sp>
      <p:cxnSp>
        <p:nvCxnSpPr>
          <p:cNvPr id="118" name=""/>
          <p:cNvCxnSpPr>
            <a:stCxn xmlns:a="http://schemas.openxmlformats.org/drawingml/2006/main" id="89" idx="3"/>
            <a:endCxn xmlns:a="http://schemas.openxmlformats.org/drawingml/2006/main" id="90" idx="1"/>
          </p:cNvCxnSpPr>
          <p:nvPr/>
        </p:nvCxnSpPr>
        <p:spPr>
          <a:xfrm xmlns:a="http://schemas.openxmlformats.org/drawingml/2006/main">
            <a:off x="2352675" y="2176463"/>
            <a:ext cx="523875" cy="0"/>
          </a:xfrm>
          <a:prstGeom xmlns:a="http://schemas.openxmlformats.org/drawingml/2006/main" prst="straightConnector1">
            <a:avLst/>
          </a:prstGeom>
          <a:ln xmlns:a="http://schemas.openxmlformats.org/drawingml/2006/main" w="19050">
            <a:solidFill>
              <a:srgbClr val="333333"/>
            </a:solidFill>
            <a:prstDash val="solid"/>
            <a:tailEnd type="triangle" w="med" len="med"/>
          </a:ln>
        </p:spPr>
      </p:cxnSp>
      <p:cxnSp>
        <p:nvCxnSpPr>
          <p:cNvPr id="119" name=""/>
          <p:cNvCxnSpPr>
            <a:stCxn xmlns:a="http://schemas.openxmlformats.org/drawingml/2006/main" id="90" idx="3"/>
            <a:endCxn xmlns:a="http://schemas.openxmlformats.org/drawingml/2006/main" id="91" idx="1"/>
          </p:cNvCxnSpPr>
          <p:nvPr/>
        </p:nvCxnSpPr>
        <p:spPr>
          <a:xfrm xmlns:a="http://schemas.openxmlformats.org/drawingml/2006/main">
            <a:off x="4953000" y="2176463"/>
            <a:ext cx="571500" cy="9525"/>
          </a:xfrm>
          <a:prstGeom xmlns:a="http://schemas.openxmlformats.org/drawingml/2006/main" prst="bentConnector3">
            <a:avLst>
              <a:gd name="adj1" fmla="val 50000"/>
            </a:avLst>
          </a:prstGeom>
          <a:ln xmlns:a="http://schemas.openxmlformats.org/drawingml/2006/main" w="19050">
            <a:solidFill>
              <a:srgbClr val="333333"/>
            </a:solidFill>
            <a:prstDash val="solid"/>
            <a:tailEnd type="triangle" w="med" len="med"/>
          </a:ln>
        </p:spPr>
      </p:cxnSp>
      <p:cxnSp>
        <p:nvCxnSpPr>
          <p:cNvPr id="120" name=""/>
          <p:cNvCxnSpPr>
            <a:stCxn xmlns:a="http://schemas.openxmlformats.org/drawingml/2006/main" id="91" idx="3"/>
            <a:endCxn xmlns:a="http://schemas.openxmlformats.org/drawingml/2006/main" id="92" idx="1"/>
          </p:cNvCxnSpPr>
          <p:nvPr/>
        </p:nvCxnSpPr>
        <p:spPr>
          <a:xfrm xmlns:a="http://schemas.openxmlformats.org/drawingml/2006/main" flipV="1">
            <a:off x="7000875" y="1738313"/>
            <a:ext cx="438150" cy="447675"/>
          </a:xfrm>
          <a:prstGeom xmlns:a="http://schemas.openxmlformats.org/drawingml/2006/main" prst="bentConnector3">
            <a:avLst>
              <a:gd name="adj1" fmla="val 50000"/>
            </a:avLst>
          </a:prstGeom>
          <a:ln xmlns:a="http://schemas.openxmlformats.org/drawingml/2006/main" w="19050">
            <a:solidFill>
              <a:srgbClr val="333333"/>
            </a:solidFill>
            <a:prstDash val="solid"/>
            <a:tailEnd type="triangle" w="med" len="med"/>
          </a:ln>
        </p:spPr>
      </p:cxnSp>
      <p:cxnSp>
        <p:nvCxnSpPr>
          <p:cNvPr id="121" name=""/>
          <p:cNvCxnSpPr>
            <a:stCxn xmlns:a="http://schemas.openxmlformats.org/drawingml/2006/main" id="91" idx="3"/>
            <a:endCxn xmlns:a="http://schemas.openxmlformats.org/drawingml/2006/main" id="93" idx="1"/>
          </p:cNvCxnSpPr>
          <p:nvPr/>
        </p:nvCxnSpPr>
        <p:spPr>
          <a:xfrm xmlns:a="http://schemas.openxmlformats.org/drawingml/2006/main">
            <a:off x="7000875" y="2185988"/>
            <a:ext cx="361950" cy="1366838"/>
          </a:xfrm>
          <a:prstGeom xmlns:a="http://schemas.openxmlformats.org/drawingml/2006/main" prst="bentConnector3">
            <a:avLst>
              <a:gd name="adj1" fmla="val 50000"/>
            </a:avLst>
          </a:prstGeom>
          <a:ln xmlns:a="http://schemas.openxmlformats.org/drawingml/2006/main" w="19050">
            <a:solidFill>
              <a:srgbClr val="333333"/>
            </a:solidFill>
            <a:prstDash val="solid"/>
            <a:tailEnd type="triangle" w="med" len="med"/>
          </a:ln>
        </p:spPr>
      </p:cxnSp>
      <p:cxnSp>
        <p:nvCxnSpPr>
          <p:cNvPr id="122" name=""/>
          <p:cNvCxnSpPr>
            <a:stCxn xmlns:a="http://schemas.openxmlformats.org/drawingml/2006/main" id="94" idx="3"/>
            <a:endCxn xmlns:a="http://schemas.openxmlformats.org/drawingml/2006/main" id="90" idx="1"/>
          </p:cNvCxnSpPr>
          <p:nvPr/>
        </p:nvCxnSpPr>
        <p:spPr>
          <a:xfrm xmlns:a="http://schemas.openxmlformats.org/drawingml/2006/main" flipV="1">
            <a:off x="2552700" y="2176463"/>
            <a:ext cx="323850" cy="1885950"/>
          </a:xfrm>
          <a:prstGeom xmlns:a="http://schemas.openxmlformats.org/drawingml/2006/main" prst="bentConnector3">
            <a:avLst>
              <a:gd name="adj1" fmla="val 50000"/>
            </a:avLst>
          </a:prstGeom>
          <a:ln xmlns:a="http://schemas.openxmlformats.org/drawingml/2006/main" w="19050">
            <a:solidFill>
              <a:srgbClr val="555555"/>
            </a:solidFill>
            <a:prstDash val="dash"/>
            <a:tailEnd type="triangle" w="med" len="med"/>
          </a:ln>
        </p:spPr>
      </p:cxnSp>
      <p:cxnSp>
        <p:nvCxnSpPr>
          <p:cNvPr id="123" name=""/>
          <p:cNvCxnSpPr>
            <a:stCxn xmlns:a="http://schemas.openxmlformats.org/drawingml/2006/main" id="90" idx="2"/>
            <a:endCxn xmlns:a="http://schemas.openxmlformats.org/drawingml/2006/main" id="95" idx="0"/>
          </p:cNvCxnSpPr>
          <p:nvPr/>
        </p:nvCxnSpPr>
        <p:spPr>
          <a:xfrm xmlns:a="http://schemas.openxmlformats.org/drawingml/2006/main">
            <a:off x="3914775" y="2857500"/>
            <a:ext cx="571500" cy="2000250"/>
          </a:xfrm>
          <a:prstGeom xmlns:a="http://schemas.openxmlformats.org/drawingml/2006/main" prst="bentConnector4">
            <a:avLst>
              <a:gd name="adj1" fmla="val 0"/>
              <a:gd name="adj2" fmla="val 50000"/>
            </a:avLst>
          </a:prstGeom>
          <a:ln xmlns:a="http://schemas.openxmlformats.org/drawingml/2006/main" w="19050">
            <a:solidFill>
              <a:srgbClr val="23588C"/>
            </a:solidFill>
            <a:prstDash val="dash"/>
            <a:tailEnd type="triangle" w="med" len="med"/>
          </a:ln>
        </p:spPr>
      </p:cxnSp>
      <p:cxnSp>
        <p:nvCxnSpPr>
          <p:cNvPr id="124" name=""/>
          <p:cNvCxnSpPr>
            <a:stCxn xmlns:a="http://schemas.openxmlformats.org/drawingml/2006/main" id="95" idx="3"/>
            <a:endCxn xmlns:a="http://schemas.openxmlformats.org/drawingml/2006/main" id="96" idx="1"/>
          </p:cNvCxnSpPr>
          <p:nvPr/>
        </p:nvCxnSpPr>
        <p:spPr>
          <a:xfrm xmlns:a="http://schemas.openxmlformats.org/drawingml/2006/main">
            <a:off x="5695950" y="5314950"/>
            <a:ext cx="733425" cy="128588"/>
          </a:xfrm>
          <a:prstGeom xmlns:a="http://schemas.openxmlformats.org/drawingml/2006/main" prst="bentConnector3">
            <a:avLst>
              <a:gd name="adj1" fmla="val 50000"/>
            </a:avLst>
          </a:prstGeom>
          <a:ln xmlns:a="http://schemas.openxmlformats.org/drawingml/2006/main" w="19050">
            <a:solidFill>
              <a:srgbClr val="23588C"/>
            </a:solidFill>
            <a:prstDash val="dash"/>
            <a:tailEnd type="triangle" w="med" len="med"/>
          </a:ln>
        </p:spPr>
      </p:cxnSp>
      <p:cxnSp>
        <p:nvCxnSpPr>
          <p:cNvPr id="125" name=""/>
          <p:cNvCxnSpPr>
            <a:stCxn xmlns:a="http://schemas.openxmlformats.org/drawingml/2006/main" id="95" idx="3"/>
            <a:endCxn xmlns:a="http://schemas.openxmlformats.org/drawingml/2006/main" id="93" idx="2"/>
          </p:cNvCxnSpPr>
          <p:nvPr/>
        </p:nvCxnSpPr>
        <p:spPr>
          <a:xfrm xmlns:a="http://schemas.openxmlformats.org/drawingml/2006/main" flipV="1">
            <a:off x="5695950" y="4076700"/>
            <a:ext cx="2443163" cy="1238250"/>
          </a:xfrm>
          <a:prstGeom xmlns:a="http://schemas.openxmlformats.org/drawingml/2006/main" prst="bentConnector4">
            <a:avLst>
              <a:gd name="adj1" fmla="val 9357"/>
              <a:gd name="adj2" fmla="val 50769"/>
            </a:avLst>
          </a:prstGeom>
          <a:ln xmlns:a="http://schemas.openxmlformats.org/drawingml/2006/main" w="19050">
            <a:solidFill>
              <a:srgbClr val="7030A0"/>
            </a:solidFill>
            <a:prstDash val="dash"/>
            <a:tailEnd type="triangle" w="med" len="med"/>
          </a:ln>
        </p:spPr>
      </p:cxnSp>
      <p:sp>
        <p:nvSpPr>
          <p:cNvPr id="105" name="Control label">
            <a:extLst xmlns:a="http://schemas.openxmlformats.org/drawingml/2006/main">
              <a:ext uri="{FF2B5EF4-FFF2-40B4-BE49-F238E27FC236}">
                <a16:creationId xmlns:a16="http://schemas.microsoft.com/office/drawing/2014/main" id="{148E58B5-924B-4C0C-9FE7-5C26A9C01F6A}"/>
              </a:ext>
            </a:extLst>
          </p:cNvPr>
          <p:cNvSpPr>
            <a:spLocks xmlns:a="http://schemas.openxmlformats.org/drawingml/2006/main" noGrp="1"/>
          </p:cNvSpPr>
          <p:nvPr/>
        </p:nvSpPr>
        <p:spPr>
          <a:xfrm xmlns:a="http://schemas.openxmlformats.org/drawingml/2006/main">
            <a:off x="5895975" y="4200525"/>
            <a:ext cx="12382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l">
              <a:defRPr sz="1650" b="0">
                <a:solidFill>
                  <a:srgbClr val="7030A0"/>
                </a:solidFill>
                <a:latin typeface="Times New Roman"/>
                <a:ea typeface="Times New Roman"/>
                <a:cs typeface="Times New Roman"/>
              </a:defRPr>
            </a:pPr>
            <a:r>
              <a:rPr sz="1650" b="0">
                <a:solidFill>
                  <a:srgbClr val="7030A0"/>
                </a:solidFill>
                <a:latin typeface="Times New Roman"/>
                <a:ea typeface="Times New Roman"/>
                <a:cs typeface="Times New Roman"/>
              </a:rPr>
              <a:t>GPIO25</a:t>
            </a:r>
          </a:p>
        </p:txBody>
      </p:sp>
      <p:sp>
        <p:nvSpPr>
          <p:cNvPr id="106" name="Temperature input">
            <a:extLst xmlns:a="http://schemas.openxmlformats.org/drawingml/2006/main">
              <a:ext uri="{FF2B5EF4-FFF2-40B4-BE49-F238E27FC236}">
                <a16:creationId xmlns:a16="http://schemas.microsoft.com/office/drawing/2014/main" id="{FB5FB0E1-C9D9-4BDC-B6F8-7B699994213D}"/>
              </a:ext>
            </a:extLst>
          </p:cNvPr>
          <p:cNvSpPr>
            <a:spLocks xmlns:a="http://schemas.openxmlformats.org/drawingml/2006/main" noGrp="1"/>
          </p:cNvSpPr>
          <p:nvPr/>
        </p:nvSpPr>
        <p:spPr>
          <a:xfrm xmlns:a="http://schemas.openxmlformats.org/drawingml/2006/main">
            <a:off x="2924175" y="5972175"/>
            <a:ext cx="54673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l">
              <a:defRPr sz="1575" b="0">
                <a:solidFill>
                  <a:srgbClr val="000000"/>
                </a:solidFill>
                <a:latin typeface="Times New Roman"/>
                <a:ea typeface="Times New Roman"/>
                <a:cs typeface="Times New Roman"/>
              </a:defRPr>
            </a:pPr>
            <a:r>
              <a:rPr sz="1575" b="0">
                <a:solidFill>
                  <a:srgbClr val="000000"/>
                </a:solidFill>
                <a:latin typeface="Times New Roman"/>
                <a:ea typeface="Times New Roman"/>
                <a:cs typeface="Times New Roman"/>
              </a:rPr>
              <a:t>DS18B20 surface temperature input to ESP32</a:t>
            </a:r>
          </a:p>
        </p:txBody>
      </p:sp>
      <p:sp>
        <p:nvSpPr>
          <p:cNvPr id="107" name="Evidence scope">
            <a:extLst xmlns:a="http://schemas.openxmlformats.org/drawingml/2006/main">
              <a:ext uri="{FF2B5EF4-FFF2-40B4-BE49-F238E27FC236}">
                <a16:creationId xmlns:a16="http://schemas.microsoft.com/office/drawing/2014/main" id="{5D44E277-8F14-4D58-A48A-244185C8063C}"/>
              </a:ext>
            </a:extLst>
          </p:cNvPr>
          <p:cNvSpPr>
            <a:spLocks xmlns:a="http://schemas.openxmlformats.org/drawingml/2006/main" noGrp="1"/>
          </p:cNvSpPr>
          <p:nvPr/>
        </p:nvSpPr>
        <p:spPr>
          <a:xfrm xmlns:a="http://schemas.openxmlformats.org/drawingml/2006/main">
            <a:off x="457200" y="6324600"/>
            <a:ext cx="80200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l">
              <a:defRPr sz="1350" b="0">
                <a:solidFill>
                  <a:srgbClr val="595959"/>
                </a:solidFill>
                <a:latin typeface="Times New Roman"/>
                <a:ea typeface="Times New Roman"/>
                <a:cs typeface="Times New Roman"/>
              </a:defRPr>
            </a:pPr>
            <a:r>
              <a:rPr sz="1350" b="0">
                <a:solidFill>
                  <a:srgbClr val="595959"/>
                </a:solidFill>
                <a:latin typeface="Times New Roman"/>
                <a:ea typeface="Times New Roman"/>
                <a:cs typeface="Times New Roman"/>
              </a:rPr>
              <a:t>Conceptual paths. Shared return and detailed wiring are in the circuit design.</a:t>
            </a:r>
          </a:p>
        </p:txBody>
      </p:sp>
    </p:spTree>
    <p:extLst>
      <p:ext uri="{BB962C8B-B14F-4D97-AF65-F5344CB8AC3E}">
        <p14:creationId xmlns:p14="http://schemas.microsoft.com/office/powerpoint/2010/main" val="458903734"/>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87" name="Google Shape;87;p4">
            <a:extLst xmlns:a="http://schemas.openxmlformats.org/drawingml/2006/main">
              <a:ext uri="{FF2B5EF4-FFF2-40B4-BE49-F238E27FC236}">
                <a16:creationId xmlns:a16="http://schemas.microsoft.com/office/drawing/2014/main" id="{41B1820F-D279-4856-886A-AC33442BF3C0}"/>
              </a:ext>
            </a:extLst>
          </p:cNvPr>
          <p:cNvSpPr>
            <a:spLocks xmlns:a="http://schemas.openxmlformats.org/drawingml/2006/main" noGrp="1"/>
          </p:cNvSpPr>
          <p:nvPr/>
        </p:nvSpPr>
        <p:spPr>
          <a:xfrm xmlns:a="http://schemas.openxmlformats.org/drawingml/2006/main">
            <a:off x="8472487" y="6218237"/>
            <a:ext cx="549275" cy="5238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7625" tIns="38100" rIns="47625" bIns="38100"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595959"/>
              </a:buClr>
              <a:buSzPts val="1000"/>
              <a:buFont typeface="Arial"/>
              <a:buNone/>
              <a:defRPr sz="975" b="0">
                <a:solidFill>
                  <a:srgbClr val="595959"/>
                </a:solidFill>
                <a:latin typeface="Arial"/>
                <a:ea typeface="Arial"/>
                <a:cs typeface="Arial"/>
              </a:defRPr>
            </a:pPr>
            <a:fld id="{DB7BEEEC-A170-5376-2B6E-CB54687B0CB1}" type="slidenum">
              <a:rPr sz="975" b="0" i="0" u="none">
                <a:solidFill>
                  <a:srgbClr val="595959"/>
                </a:solidFill>
                <a:latin typeface="Arial"/>
                <a:ea typeface="Arial"/>
                <a:cs typeface="Arial"/>
              </a:rPr>
              <a:t>10</a:t>
            </a:fld>
            <a:endParaRPr/>
          </a:p>
        </p:txBody>
      </p:sp>
      <p:sp>
        <p:nvSpPr>
          <p:cNvPr id="88" name="Google Shape;88;p4">
            <a:extLst xmlns:a="http://schemas.openxmlformats.org/drawingml/2006/main">
              <a:ext uri="{FF2B5EF4-FFF2-40B4-BE49-F238E27FC236}">
                <a16:creationId xmlns:a16="http://schemas.microsoft.com/office/drawing/2014/main" id="{98BEEFDF-DB62-45C2-8217-965020B602DF}"/>
              </a:ext>
            </a:extLst>
          </p:cNvPr>
          <p:cNvSpPr>
            <a:spLocks xmlns:a="http://schemas.openxmlformats.org/drawingml/2006/main" noGrp="1"/>
          </p:cNvSpPr>
          <p:nvPr/>
        </p:nvSpPr>
        <p:spPr>
          <a:xfrm xmlns:a="http://schemas.openxmlformats.org/drawingml/2006/main">
            <a:off x="1371600" y="209550"/>
            <a:ext cx="6429375" cy="571500"/>
          </a:xfrm>
          <a:prstGeom xmlns:a="http://schemas.openxmlformats.org/drawingml/2006/main" prst="rect">
            <a:avLst/>
          </a:prstGeom>
          <a:solidFill xmlns:a="http://schemas.openxmlformats.org/drawingml/2006/main">
            <a:srgbClr val="FFEED9"/>
          </a:solidFill>
          <a:ln xmlns:a="http://schemas.openxmlformats.org/drawingml/2006/main" w="9525" cmpd="sng">
            <a:solidFill>
              <a:schemeClr val="dk1"/>
            </a:solidFill>
            <a:prstDash val="solid"/>
            <a:headEnd type="none" w="sm" len="sm"/>
            <a:tailEnd type="none" w="sm" len="sm"/>
          </a:ln>
        </p:spPr>
        <p:txBody>
          <a:bodyPr xmlns:a="http://schemas.openxmlformats.org/drawingml/2006/main" spcFirstLastPara="1" wrap="square" lIns="47625" tIns="38100" rIns="47625" bIns="38100" anchor="ctr">
            <a:noAutofit/>
          </a:bodyPr>
          <a:lstStyle xmlns:a="http://schemas.openxmlformats.org/drawingml/2006/main"/>
          <a:p xmlns:a="http://schemas.openxmlformats.org/drawingml/2006/main">
            <a:pPr marL="257175" lvl="0" indent="-257175" algn="ctr">
              <a:buClr>
                <a:schemeClr val="dk1"/>
              </a:buClr>
              <a:buSzPts val="2800"/>
              <a:buNone/>
              <a:defRPr sz="2550" b="1">
                <a:solidFill>
                  <a:srgbClr val="000000"/>
                </a:solidFill>
                <a:latin typeface="Times New Roman"/>
                <a:ea typeface="Times New Roman"/>
                <a:cs typeface="Times New Roman"/>
              </a:defRPr>
            </a:pPr>
            <a:r>
              <a:rPr sz="2550" b="1">
                <a:solidFill>
                  <a:srgbClr val="000000"/>
                </a:solidFill>
                <a:latin typeface="Times New Roman"/>
                <a:ea typeface="Times New Roman"/>
                <a:cs typeface="Times New Roman"/>
              </a:rPr>
              <a:t>Control Method</a:t>
            </a:r>
            <a:endParaRPr sz="1050"/>
          </a:p>
        </p:txBody>
      </p:sp>
      <p:sp>
        <p:nvSpPr>
          <p:cNvPr id="89" name="Read voltage, current and temperature">
            <a:extLst xmlns:a="http://schemas.openxmlformats.org/drawingml/2006/main">
              <a:ext uri="{FF2B5EF4-FFF2-40B4-BE49-F238E27FC236}">
                <a16:creationId xmlns:a16="http://schemas.microsoft.com/office/drawing/2014/main" id="{C28A46E7-3891-4398-B4C1-B354D894DE98}"/>
              </a:ext>
            </a:extLst>
          </p:cNvPr>
          <p:cNvSpPr>
            <a:spLocks xmlns:a="http://schemas.openxmlformats.org/drawingml/2006/main" noGrp="1"/>
          </p:cNvSpPr>
          <p:nvPr/>
        </p:nvSpPr>
        <p:spPr>
          <a:xfrm xmlns:a="http://schemas.openxmlformats.org/drawingml/2006/main">
            <a:off x="561975" y="1323975"/>
            <a:ext cx="4943475" cy="619125"/>
          </a:xfrm>
          <a:prstGeom xmlns:a="http://schemas.openxmlformats.org/drawingml/2006/main" prst="rect">
            <a:avLst/>
          </a:prstGeom>
          <a:solidFill xmlns:a="http://schemas.openxmlformats.org/drawingml/2006/main">
            <a:srgbClr val="FFF0DD"/>
          </a:solidFill>
          <a:ln xmlns:a="http://schemas.openxmlformats.org/drawingml/2006/main" w="14288">
            <a:solidFill>
              <a:srgbClr val="333333"/>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defRPr sz="1725" b="0">
                <a:solidFill>
                  <a:srgbClr val="000000"/>
                </a:solidFill>
                <a:latin typeface="Times New Roman"/>
                <a:ea typeface="Times New Roman"/>
                <a:cs typeface="Times New Roman"/>
              </a:defRPr>
            </a:pPr>
            <a:r>
              <a:rPr sz="1725" b="0">
                <a:solidFill>
                  <a:srgbClr val="000000"/>
                </a:solidFill>
                <a:latin typeface="Times New Roman"/>
                <a:ea typeface="Times New Roman"/>
                <a:cs typeface="Times New Roman"/>
              </a:rPr>
              <a:t>Read voltage, current and temperature</a:t>
            </a:r>
          </a:p>
        </p:txBody>
      </p:sp>
      <p:sp>
        <p:nvSpPr>
          <p:cNvPr id="90" name="Require a valid sample and charge reference">
            <a:extLst xmlns:a="http://schemas.openxmlformats.org/drawingml/2006/main">
              <a:ext uri="{FF2B5EF4-FFF2-40B4-BE49-F238E27FC236}">
                <a16:creationId xmlns:a16="http://schemas.microsoft.com/office/drawing/2014/main" id="{00EB9A33-922F-4574-8D99-4A2C24F84A5E}"/>
              </a:ext>
            </a:extLst>
          </p:cNvPr>
          <p:cNvSpPr>
            <a:spLocks xmlns:a="http://schemas.openxmlformats.org/drawingml/2006/main" noGrp="1"/>
          </p:cNvSpPr>
          <p:nvPr/>
        </p:nvSpPr>
        <p:spPr>
          <a:xfrm xmlns:a="http://schemas.openxmlformats.org/drawingml/2006/main">
            <a:off x="561975" y="2343150"/>
            <a:ext cx="4943475" cy="619125"/>
          </a:xfrm>
          <a:prstGeom xmlns:a="http://schemas.openxmlformats.org/drawingml/2006/main" prst="rect">
            <a:avLst/>
          </a:prstGeom>
          <a:solidFill xmlns:a="http://schemas.openxmlformats.org/drawingml/2006/main">
            <a:srgbClr val="FFF0DD"/>
          </a:solidFill>
          <a:ln xmlns:a="http://schemas.openxmlformats.org/drawingml/2006/main" w="14288">
            <a:solidFill>
              <a:srgbClr val="333333"/>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defRPr sz="1725" b="0">
                <a:solidFill>
                  <a:srgbClr val="000000"/>
                </a:solidFill>
                <a:latin typeface="Times New Roman"/>
                <a:ea typeface="Times New Roman"/>
                <a:cs typeface="Times New Roman"/>
              </a:defRPr>
            </a:pPr>
            <a:r>
              <a:rPr sz="1725" b="0">
                <a:solidFill>
                  <a:srgbClr val="000000"/>
                </a:solidFill>
                <a:latin typeface="Times New Roman"/>
                <a:ea typeface="Times New Roman"/>
                <a:cs typeface="Times New Roman"/>
              </a:rPr>
              <a:t>Require a valid sample and charge reference</a:t>
            </a:r>
          </a:p>
        </p:txBody>
      </p:sp>
      <p:sp>
        <p:nvSpPr>
          <p:cNvPr id="91" name="Integrate current to estimate SOC">
            <a:extLst xmlns:a="http://schemas.openxmlformats.org/drawingml/2006/main">
              <a:ext uri="{FF2B5EF4-FFF2-40B4-BE49-F238E27FC236}">
                <a16:creationId xmlns:a16="http://schemas.microsoft.com/office/drawing/2014/main" id="{D8C9192E-A18D-41BE-B8AE-C8CCE4E7B72B}"/>
              </a:ext>
            </a:extLst>
          </p:cNvPr>
          <p:cNvSpPr>
            <a:spLocks xmlns:a="http://schemas.openxmlformats.org/drawingml/2006/main" noGrp="1"/>
          </p:cNvSpPr>
          <p:nvPr/>
        </p:nvSpPr>
        <p:spPr>
          <a:xfrm xmlns:a="http://schemas.openxmlformats.org/drawingml/2006/main">
            <a:off x="561975" y="3362325"/>
            <a:ext cx="4943475" cy="619125"/>
          </a:xfrm>
          <a:prstGeom xmlns:a="http://schemas.openxmlformats.org/drawingml/2006/main" prst="rect">
            <a:avLst/>
          </a:prstGeom>
          <a:solidFill xmlns:a="http://schemas.openxmlformats.org/drawingml/2006/main">
            <a:srgbClr val="FFF0DD"/>
          </a:solidFill>
          <a:ln xmlns:a="http://schemas.openxmlformats.org/drawingml/2006/main" w="14288">
            <a:solidFill>
              <a:srgbClr val="333333"/>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defRPr sz="1725" b="0">
                <a:solidFill>
                  <a:srgbClr val="000000"/>
                </a:solidFill>
                <a:latin typeface="Times New Roman"/>
                <a:ea typeface="Times New Roman"/>
                <a:cs typeface="Times New Roman"/>
              </a:defRPr>
            </a:pPr>
            <a:r>
              <a:rPr sz="1725" b="0">
                <a:solidFill>
                  <a:srgbClr val="000000"/>
                </a:solidFill>
                <a:latin typeface="Times New Roman"/>
                <a:ea typeface="Times New Roman"/>
                <a:cs typeface="Times New Roman"/>
              </a:rPr>
              <a:t>Integrate current to estimate SOC</a:t>
            </a:r>
          </a:p>
        </p:txBody>
      </p:sp>
      <p:sp>
        <p:nvSpPr>
          <p:cNvPr id="92" name="Estimate usable energy / load input power">
            <a:extLst xmlns:a="http://schemas.openxmlformats.org/drawingml/2006/main">
              <a:ext uri="{FF2B5EF4-FFF2-40B4-BE49-F238E27FC236}">
                <a16:creationId xmlns:a16="http://schemas.microsoft.com/office/drawing/2014/main" id="{A6C96E47-7692-4873-9BFD-346A4F2B1899}"/>
              </a:ext>
            </a:extLst>
          </p:cNvPr>
          <p:cNvSpPr>
            <a:spLocks xmlns:a="http://schemas.openxmlformats.org/drawingml/2006/main" noGrp="1"/>
          </p:cNvSpPr>
          <p:nvPr/>
        </p:nvSpPr>
        <p:spPr>
          <a:xfrm xmlns:a="http://schemas.openxmlformats.org/drawingml/2006/main">
            <a:off x="561975" y="4381500"/>
            <a:ext cx="4943475" cy="619125"/>
          </a:xfrm>
          <a:prstGeom xmlns:a="http://schemas.openxmlformats.org/drawingml/2006/main" prst="rect">
            <a:avLst/>
          </a:prstGeom>
          <a:solidFill xmlns:a="http://schemas.openxmlformats.org/drawingml/2006/main">
            <a:srgbClr val="FFF0DD"/>
          </a:solidFill>
          <a:ln xmlns:a="http://schemas.openxmlformats.org/drawingml/2006/main" w="14288">
            <a:solidFill>
              <a:srgbClr val="333333"/>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defRPr sz="1725" b="0">
                <a:solidFill>
                  <a:srgbClr val="000000"/>
                </a:solidFill>
                <a:latin typeface="Times New Roman"/>
                <a:ea typeface="Times New Roman"/>
                <a:cs typeface="Times New Roman"/>
              </a:defRPr>
            </a:pPr>
            <a:r>
              <a:rPr sz="1725" b="0">
                <a:solidFill>
                  <a:srgbClr val="000000"/>
                </a:solidFill>
                <a:latin typeface="Times New Roman"/>
                <a:ea typeface="Times New Roman"/>
                <a:cs typeface="Times New Roman"/>
              </a:rPr>
              <a:t>Estimate usable energy / load input power</a:t>
            </a:r>
          </a:p>
        </p:txBody>
      </p:sp>
      <p:sp>
        <p:nvSpPr>
          <p:cNvPr id="93" name="Shed fan after 3 s below the 3 h setting">
            <a:extLst xmlns:a="http://schemas.openxmlformats.org/drawingml/2006/main">
              <a:ext uri="{FF2B5EF4-FFF2-40B4-BE49-F238E27FC236}">
                <a16:creationId xmlns:a16="http://schemas.microsoft.com/office/drawing/2014/main" id="{08BCB24C-3369-4016-B143-582422C70B9B}"/>
              </a:ext>
            </a:extLst>
          </p:cNvPr>
          <p:cNvSpPr>
            <a:spLocks xmlns:a="http://schemas.openxmlformats.org/drawingml/2006/main" noGrp="1"/>
          </p:cNvSpPr>
          <p:nvPr/>
        </p:nvSpPr>
        <p:spPr>
          <a:xfrm xmlns:a="http://schemas.openxmlformats.org/drawingml/2006/main">
            <a:off x="561975" y="5400675"/>
            <a:ext cx="4943475" cy="619125"/>
          </a:xfrm>
          <a:prstGeom xmlns:a="http://schemas.openxmlformats.org/drawingml/2006/main" prst="rect">
            <a:avLst/>
          </a:prstGeom>
          <a:solidFill xmlns:a="http://schemas.openxmlformats.org/drawingml/2006/main">
            <a:srgbClr val="FFF0DD"/>
          </a:solidFill>
          <a:ln xmlns:a="http://schemas.openxmlformats.org/drawingml/2006/main" w="14288">
            <a:solidFill>
              <a:srgbClr val="333333"/>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defRPr sz="1725" b="0">
                <a:solidFill>
                  <a:srgbClr val="000000"/>
                </a:solidFill>
                <a:latin typeface="Times New Roman"/>
                <a:ea typeface="Times New Roman"/>
                <a:cs typeface="Times New Roman"/>
              </a:defRPr>
            </a:pPr>
            <a:r>
              <a:rPr sz="1725" b="0">
                <a:solidFill>
                  <a:srgbClr val="000000"/>
                </a:solidFill>
                <a:latin typeface="Times New Roman"/>
                <a:ea typeface="Times New Roman"/>
                <a:cs typeface="Times New Roman"/>
              </a:rPr>
              <a:t>Shed fan after 3 s below the 3 h setting</a:t>
            </a:r>
          </a:p>
        </p:txBody>
      </p:sp>
      <p:cxnSp>
        <p:nvCxnSpPr>
          <p:cNvPr id="108" name=""/>
          <p:cNvCxnSpPr>
            <a:stCxn xmlns:a="http://schemas.openxmlformats.org/drawingml/2006/main" id="89" idx="2"/>
            <a:endCxn xmlns:a="http://schemas.openxmlformats.org/drawingml/2006/main" id="90" idx="0"/>
          </p:cNvCxnSpPr>
          <p:nvPr/>
        </p:nvCxnSpPr>
        <p:spPr>
          <a:xfrm xmlns:a="http://schemas.openxmlformats.org/drawingml/2006/main">
            <a:off x="3033713" y="1943100"/>
            <a:ext cx="0" cy="400050"/>
          </a:xfrm>
          <a:prstGeom xmlns:a="http://schemas.openxmlformats.org/drawingml/2006/main" prst="straightConnector1">
            <a:avLst/>
          </a:prstGeom>
          <a:ln xmlns:a="http://schemas.openxmlformats.org/drawingml/2006/main" w="19050">
            <a:solidFill>
              <a:srgbClr val="333333"/>
            </a:solidFill>
            <a:prstDash val="solid"/>
            <a:tailEnd type="triangle" w="med" len="med"/>
          </a:ln>
        </p:spPr>
      </p:cxnSp>
      <p:cxnSp>
        <p:nvCxnSpPr>
          <p:cNvPr id="109" name=""/>
          <p:cNvCxnSpPr>
            <a:stCxn xmlns:a="http://schemas.openxmlformats.org/drawingml/2006/main" id="90" idx="2"/>
            <a:endCxn xmlns:a="http://schemas.openxmlformats.org/drawingml/2006/main" id="91" idx="0"/>
          </p:cNvCxnSpPr>
          <p:nvPr/>
        </p:nvCxnSpPr>
        <p:spPr>
          <a:xfrm xmlns:a="http://schemas.openxmlformats.org/drawingml/2006/main">
            <a:off x="3033713" y="2962275"/>
            <a:ext cx="0" cy="400050"/>
          </a:xfrm>
          <a:prstGeom xmlns:a="http://schemas.openxmlformats.org/drawingml/2006/main" prst="straightConnector1">
            <a:avLst/>
          </a:prstGeom>
          <a:ln xmlns:a="http://schemas.openxmlformats.org/drawingml/2006/main" w="19050">
            <a:solidFill>
              <a:srgbClr val="333333"/>
            </a:solidFill>
            <a:prstDash val="solid"/>
            <a:tailEnd type="triangle" w="med" len="med"/>
          </a:ln>
        </p:spPr>
      </p:cxnSp>
      <p:cxnSp>
        <p:nvCxnSpPr>
          <p:cNvPr id="110" name=""/>
          <p:cNvCxnSpPr>
            <a:stCxn xmlns:a="http://schemas.openxmlformats.org/drawingml/2006/main" id="91" idx="2"/>
            <a:endCxn xmlns:a="http://schemas.openxmlformats.org/drawingml/2006/main" id="92" idx="0"/>
          </p:cNvCxnSpPr>
          <p:nvPr/>
        </p:nvCxnSpPr>
        <p:spPr>
          <a:xfrm xmlns:a="http://schemas.openxmlformats.org/drawingml/2006/main">
            <a:off x="3033713" y="3981450"/>
            <a:ext cx="0" cy="400050"/>
          </a:xfrm>
          <a:prstGeom xmlns:a="http://schemas.openxmlformats.org/drawingml/2006/main" prst="straightConnector1">
            <a:avLst/>
          </a:prstGeom>
          <a:ln xmlns:a="http://schemas.openxmlformats.org/drawingml/2006/main" w="19050">
            <a:solidFill>
              <a:srgbClr val="333333"/>
            </a:solidFill>
            <a:prstDash val="solid"/>
            <a:tailEnd type="triangle" w="med" len="med"/>
          </a:ln>
        </p:spPr>
      </p:cxnSp>
      <p:cxnSp>
        <p:nvCxnSpPr>
          <p:cNvPr id="111" name=""/>
          <p:cNvCxnSpPr>
            <a:stCxn xmlns:a="http://schemas.openxmlformats.org/drawingml/2006/main" id="92" idx="2"/>
            <a:endCxn xmlns:a="http://schemas.openxmlformats.org/drawingml/2006/main" id="93" idx="0"/>
          </p:cNvCxnSpPr>
          <p:nvPr/>
        </p:nvCxnSpPr>
        <p:spPr>
          <a:xfrm xmlns:a="http://schemas.openxmlformats.org/drawingml/2006/main">
            <a:off x="3033713" y="5000625"/>
            <a:ext cx="0" cy="400050"/>
          </a:xfrm>
          <a:prstGeom xmlns:a="http://schemas.openxmlformats.org/drawingml/2006/main" prst="straightConnector1">
            <a:avLst/>
          </a:prstGeom>
          <a:ln xmlns:a="http://schemas.openxmlformats.org/drawingml/2006/main" w="19050">
            <a:solidFill>
              <a:srgbClr val="333333"/>
            </a:solidFill>
            <a:prstDash val="solid"/>
            <a:tailEnd type="triangle" w="med" len="med"/>
          </a:ln>
        </p:spPr>
      </p:cxnSp>
      <p:sp>
        <p:nvSpPr>
          <p:cNvPr id="98" name="Invalid sample response">
            <a:extLst xmlns:a="http://schemas.openxmlformats.org/drawingml/2006/main">
              <a:ext uri="{FF2B5EF4-FFF2-40B4-BE49-F238E27FC236}">
                <a16:creationId xmlns:a16="http://schemas.microsoft.com/office/drawing/2014/main" id="{08BD6F5C-FDF0-4F61-938D-85342D67E44D}"/>
              </a:ext>
            </a:extLst>
          </p:cNvPr>
          <p:cNvSpPr>
            <a:spLocks xmlns:a="http://schemas.openxmlformats.org/drawingml/2006/main" noGrp="1"/>
          </p:cNvSpPr>
          <p:nvPr/>
        </p:nvSpPr>
        <p:spPr>
          <a:xfrm xmlns:a="http://schemas.openxmlformats.org/drawingml/2006/main">
            <a:off x="6029325" y="1809750"/>
            <a:ext cx="2676525" cy="1495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l">
              <a:defRPr sz="1800" b="0">
                <a:solidFill>
                  <a:srgbClr val="A00000"/>
                </a:solidFill>
                <a:latin typeface="Times New Roman"/>
                <a:ea typeface="Times New Roman"/>
                <a:cs typeface="Times New Roman"/>
              </a:defRPr>
            </a:pPr>
            <a:r>
              <a:rPr sz="1800" b="0">
                <a:solidFill>
                  <a:srgbClr val="A00000"/>
                </a:solidFill>
                <a:latin typeface="Times New Roman"/>
                <a:ea typeface="Times New Roman"/>
                <a:cs typeface="Times New Roman"/>
              </a:rPr>
              <a:t>Invalid reading</a:t>
            </a:r>
          </a:p>
          <a:p xmlns:a="http://schemas.openxmlformats.org/drawingml/2006/main">
            <a:pPr algn="l">
              <a:defRPr sz="1800" b="0">
                <a:solidFill>
                  <a:srgbClr val="A00000"/>
                </a:solidFill>
                <a:latin typeface="Times New Roman"/>
                <a:ea typeface="Times New Roman"/>
                <a:cs typeface="Times New Roman"/>
              </a:defRPr>
            </a:pPr>
            <a:r>
              <a:rPr sz="1800" b="0">
                <a:solidFill>
                  <a:srgbClr val="A00000"/>
                </a:solidFill>
                <a:latin typeface="Times New Roman"/>
                <a:ea typeface="Times New Roman"/>
                <a:cs typeface="Times New Roman"/>
              </a:rPr>
              <a:t>or sample gap &gt;2 s</a:t>
            </a:r>
          </a:p>
          <a:p xmlns:a="http://schemas.openxmlformats.org/drawingml/2006/main">
            <a:pPr algn="l">
              <a:defRPr sz="1800" b="0">
                <a:solidFill>
                  <a:srgbClr val="A00000"/>
                </a:solidFill>
                <a:latin typeface="Times New Roman"/>
                <a:ea typeface="Times New Roman"/>
                <a:cs typeface="Times New Roman"/>
              </a:defRPr>
            </a:pPr>
            <a:r>
              <a:rPr sz="1800" b="0">
                <a:solidFill>
                  <a:srgbClr val="A00000"/>
                </a:solidFill>
                <a:latin typeface="Times New Roman"/>
                <a:ea typeface="Times New Roman"/>
                <a:cs typeface="Times New Roman"/>
              </a:rPr>
              <a:t>Fan OFF</a:t>
            </a:r>
          </a:p>
          <a:p xmlns:a="http://schemas.openxmlformats.org/drawingml/2006/main">
            <a:pPr algn="l">
              <a:defRPr sz="1800" b="0">
                <a:solidFill>
                  <a:srgbClr val="A00000"/>
                </a:solidFill>
                <a:latin typeface="Times New Roman"/>
                <a:ea typeface="Times New Roman"/>
                <a:cs typeface="Times New Roman"/>
              </a:defRPr>
            </a:pPr>
            <a:r>
              <a:rPr sz="1800" b="0">
                <a:solidFill>
                  <a:srgbClr val="A00000"/>
                </a:solidFill>
                <a:latin typeface="Times New Roman"/>
                <a:ea typeface="Times New Roman"/>
                <a:cs typeface="Times New Roman"/>
              </a:rPr>
              <a:t>Charge becomes unknown</a:t>
            </a:r>
          </a:p>
        </p:txBody>
      </p:sp>
      <p:sp>
        <p:nvSpPr>
          <p:cNvPr id="99" name="Manual restoration">
            <a:extLst xmlns:a="http://schemas.openxmlformats.org/drawingml/2006/main">
              <a:ext uri="{FF2B5EF4-FFF2-40B4-BE49-F238E27FC236}">
                <a16:creationId xmlns:a16="http://schemas.microsoft.com/office/drawing/2014/main" id="{91EB255B-D6AF-4F85-862D-251105640428}"/>
              </a:ext>
            </a:extLst>
          </p:cNvPr>
          <p:cNvSpPr>
            <a:spLocks xmlns:a="http://schemas.openxmlformats.org/drawingml/2006/main" noGrp="1"/>
          </p:cNvSpPr>
          <p:nvPr/>
        </p:nvSpPr>
        <p:spPr>
          <a:xfrm xmlns:a="http://schemas.openxmlformats.org/drawingml/2006/main">
            <a:off x="6010275" y="3848100"/>
            <a:ext cx="2705100" cy="1609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l">
              <a:defRPr sz="1875" b="0">
                <a:solidFill>
                  <a:srgbClr val="7030A0"/>
                </a:solidFill>
                <a:latin typeface="Times New Roman"/>
                <a:ea typeface="Times New Roman"/>
                <a:cs typeface="Times New Roman"/>
              </a:defRPr>
            </a:pPr>
            <a:r>
              <a:rPr sz="1875" b="0">
                <a:solidFill>
                  <a:srgbClr val="7030A0"/>
                </a:solidFill>
                <a:latin typeface="Times New Roman"/>
                <a:ea typeface="Times New Roman"/>
                <a:cs typeface="Times New Roman"/>
              </a:rPr>
              <a:t>Restore only on request</a:t>
            </a:r>
          </a:p>
          <a:p xmlns:a="http://schemas.openxmlformats.org/drawingml/2006/main">
            <a:pPr algn="l">
              <a:defRPr sz="1875" b="0">
                <a:solidFill>
                  <a:srgbClr val="7030A0"/>
                </a:solidFill>
                <a:latin typeface="Times New Roman"/>
                <a:ea typeface="Times New Roman"/>
                <a:cs typeface="Times New Roman"/>
              </a:defRPr>
            </a:pPr>
            <a:r>
              <a:rPr sz="1875" b="0">
                <a:solidFill>
                  <a:srgbClr val="7030A0"/>
                </a:solidFill>
                <a:latin typeface="Times New Roman"/>
                <a:ea typeface="Times New Roman"/>
                <a:cs typeface="Times New Roman"/>
              </a:rPr>
              <a:t>Prospective runtime</a:t>
            </a:r>
          </a:p>
          <a:p xmlns:a="http://schemas.openxmlformats.org/drawingml/2006/main">
            <a:pPr algn="l">
              <a:defRPr sz="1875" b="0">
                <a:solidFill>
                  <a:srgbClr val="7030A0"/>
                </a:solidFill>
                <a:latin typeface="Times New Roman"/>
                <a:ea typeface="Times New Roman"/>
                <a:cs typeface="Times New Roman"/>
              </a:defRPr>
            </a:pPr>
            <a:r>
              <a:rPr sz="1875" b="0">
                <a:solidFill>
                  <a:srgbClr val="7030A0"/>
                </a:solidFill>
                <a:latin typeface="Times New Roman"/>
                <a:ea typeface="Times New Roman"/>
                <a:cs typeface="Times New Roman"/>
              </a:rPr>
              <a:t>at least 3.25 h</a:t>
            </a:r>
          </a:p>
          <a:p xmlns:a="http://schemas.openxmlformats.org/drawingml/2006/main">
            <a:pPr algn="l">
              <a:defRPr sz="1875" b="0">
                <a:solidFill>
                  <a:srgbClr val="7030A0"/>
                </a:solidFill>
                <a:latin typeface="Times New Roman"/>
                <a:ea typeface="Times New Roman"/>
                <a:cs typeface="Times New Roman"/>
              </a:defRPr>
            </a:pPr>
            <a:r>
              <a:rPr sz="1875" b="0">
                <a:solidFill>
                  <a:srgbClr val="7030A0"/>
                </a:solidFill>
                <a:latin typeface="Times New Roman"/>
                <a:ea typeface="Times New Roman"/>
                <a:cs typeface="Times New Roman"/>
              </a:rPr>
              <a:t>Operating limits must pass</a:t>
            </a:r>
          </a:p>
        </p:txBody>
      </p:sp>
      <p:sp>
        <p:nvSpPr>
          <p:cNvPr id="100" name="Evidence scope">
            <a:extLst xmlns:a="http://schemas.openxmlformats.org/drawingml/2006/main">
              <a:ext uri="{FF2B5EF4-FFF2-40B4-BE49-F238E27FC236}">
                <a16:creationId xmlns:a16="http://schemas.microsoft.com/office/drawing/2014/main" id="{AB221B06-0FC0-43B5-B0B6-BB0EB41BDDBF}"/>
              </a:ext>
            </a:extLst>
          </p:cNvPr>
          <p:cNvSpPr>
            <a:spLocks xmlns:a="http://schemas.openxmlformats.org/drawingml/2006/main" noGrp="1"/>
          </p:cNvSpPr>
          <p:nvPr/>
        </p:nvSpPr>
        <p:spPr>
          <a:xfrm xmlns:a="http://schemas.openxmlformats.org/drawingml/2006/main">
            <a:off x="457200" y="6315075"/>
            <a:ext cx="80200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l">
              <a:defRPr sz="1350" b="0">
                <a:solidFill>
                  <a:srgbClr val="595959"/>
                </a:solidFill>
                <a:latin typeface="Times New Roman"/>
                <a:ea typeface="Times New Roman"/>
                <a:cs typeface="Times New Roman"/>
              </a:defRPr>
            </a:pPr>
            <a:r>
              <a:rPr sz="1350" b="0">
                <a:solidFill>
                  <a:srgbClr val="595959"/>
                </a:solidFill>
                <a:latin typeface="Times New Roman"/>
                <a:ea typeface="Times New Roman"/>
                <a:cs typeface="Times New Roman"/>
              </a:rPr>
              <a:t>Production output stays disabled until bench qualification.</a:t>
            </a:r>
          </a:p>
        </p:txBody>
      </p:sp>
    </p:spTree>
    <p:extLst>
      <p:ext uri="{BB962C8B-B14F-4D97-AF65-F5344CB8AC3E}">
        <p14:creationId xmlns:p14="http://schemas.microsoft.com/office/powerpoint/2010/main" val="458903734"/>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87" name="Google Shape;87;p4">
            <a:extLst xmlns:a="http://schemas.openxmlformats.org/drawingml/2006/main">
              <a:ext uri="{FF2B5EF4-FFF2-40B4-BE49-F238E27FC236}">
                <a16:creationId xmlns:a16="http://schemas.microsoft.com/office/drawing/2014/main" id="{41B1820F-D279-4856-886A-AC33442BF3C0}"/>
              </a:ext>
            </a:extLst>
          </p:cNvPr>
          <p:cNvSpPr>
            <a:spLocks xmlns:a="http://schemas.openxmlformats.org/drawingml/2006/main" noGrp="1"/>
          </p:cNvSpPr>
          <p:nvPr/>
        </p:nvSpPr>
        <p:spPr>
          <a:xfrm xmlns:a="http://schemas.openxmlformats.org/drawingml/2006/main">
            <a:off x="8472487" y="6218237"/>
            <a:ext cx="549275" cy="5238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7625" tIns="38100" rIns="47625" bIns="38100"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595959"/>
              </a:buClr>
              <a:buSzPts val="1000"/>
              <a:buFont typeface="Arial"/>
              <a:buNone/>
              <a:defRPr sz="975" b="0">
                <a:solidFill>
                  <a:srgbClr val="595959"/>
                </a:solidFill>
                <a:latin typeface="Arial"/>
                <a:ea typeface="Arial"/>
                <a:cs typeface="Arial"/>
              </a:defRPr>
            </a:pPr>
            <a:fld id="{30394428-F1DC-E5F6-DB0C-7DE31F3D8A23}" type="slidenum">
              <a:rPr sz="975" b="0" i="0" u="none">
                <a:solidFill>
                  <a:srgbClr val="595959"/>
                </a:solidFill>
                <a:latin typeface="Arial"/>
                <a:ea typeface="Arial"/>
                <a:cs typeface="Arial"/>
              </a:rPr>
              <a:t>11</a:t>
            </a:fld>
            <a:endParaRPr/>
          </a:p>
        </p:txBody>
      </p:sp>
      <p:sp>
        <p:nvSpPr>
          <p:cNvPr id="88" name="Google Shape;88;p4">
            <a:extLst xmlns:a="http://schemas.openxmlformats.org/drawingml/2006/main">
              <a:ext uri="{FF2B5EF4-FFF2-40B4-BE49-F238E27FC236}">
                <a16:creationId xmlns:a16="http://schemas.microsoft.com/office/drawing/2014/main" id="{98BEEFDF-DB62-45C2-8217-965020B602DF}"/>
              </a:ext>
            </a:extLst>
          </p:cNvPr>
          <p:cNvSpPr>
            <a:spLocks xmlns:a="http://schemas.openxmlformats.org/drawingml/2006/main" noGrp="1"/>
          </p:cNvSpPr>
          <p:nvPr/>
        </p:nvSpPr>
        <p:spPr>
          <a:xfrm xmlns:a="http://schemas.openxmlformats.org/drawingml/2006/main">
            <a:off x="1371600" y="209550"/>
            <a:ext cx="6429375" cy="571500"/>
          </a:xfrm>
          <a:prstGeom xmlns:a="http://schemas.openxmlformats.org/drawingml/2006/main" prst="rect">
            <a:avLst/>
          </a:prstGeom>
          <a:solidFill xmlns:a="http://schemas.openxmlformats.org/drawingml/2006/main">
            <a:srgbClr val="FFEED9"/>
          </a:solidFill>
          <a:ln xmlns:a="http://schemas.openxmlformats.org/drawingml/2006/main" w="9525" cmpd="sng">
            <a:solidFill>
              <a:schemeClr val="dk1"/>
            </a:solidFill>
            <a:prstDash val="solid"/>
            <a:headEnd type="none" w="sm" len="sm"/>
            <a:tailEnd type="none" w="sm" len="sm"/>
          </a:ln>
        </p:spPr>
        <p:txBody>
          <a:bodyPr xmlns:a="http://schemas.openxmlformats.org/drawingml/2006/main" spcFirstLastPara="1" wrap="square" lIns="47625" tIns="38100" rIns="47625" bIns="38100" anchor="ctr">
            <a:noAutofit/>
          </a:bodyPr>
          <a:lstStyle xmlns:a="http://schemas.openxmlformats.org/drawingml/2006/main"/>
          <a:p xmlns:a="http://schemas.openxmlformats.org/drawingml/2006/main">
            <a:pPr marL="257175" lvl="0" indent="-257175" algn="ctr">
              <a:buClr>
                <a:schemeClr val="dk1"/>
              </a:buClr>
              <a:buSzPts val="2800"/>
              <a:buNone/>
              <a:defRPr sz="2550" b="1">
                <a:solidFill>
                  <a:srgbClr val="000000"/>
                </a:solidFill>
                <a:latin typeface="Times New Roman"/>
                <a:ea typeface="Times New Roman"/>
                <a:cs typeface="Times New Roman"/>
              </a:defRPr>
            </a:pPr>
            <a:r>
              <a:rPr sz="2550" b="1">
                <a:solidFill>
                  <a:srgbClr val="000000"/>
                </a:solidFill>
                <a:latin typeface="Times New Roman"/>
                <a:ea typeface="Times New Roman"/>
                <a:cs typeface="Times New Roman"/>
              </a:rPr>
              <a:t>Hardware Design and PCB</a:t>
            </a:r>
            <a:endParaRPr sz="1050"/>
          </a:p>
        </p:txBody>
      </p:sp>
      <p:pic>
        <p:nvPicPr>
          <p:cNvPr id="95" name=""/>
          <p:cNvPicPr>
            <a:picLocks xmlns:a="http://schemas.openxmlformats.org/drawingml/2006/main" noChangeAspect="1"/>
          </p:cNvPicPr>
          <p:nvPr/>
        </p:nvPicPr>
        <p:blipFill>
          <a:blip xmlns:r="http://schemas.openxmlformats.org/officeDocument/2006/relationships" xmlns:a="http://schemas.openxmlformats.org/drawingml/2006/main" r:embed="R0d41c4c203fa4693"/>
          <a:stretch xmlns:a="http://schemas.openxmlformats.org/drawingml/2006/main"/>
        </p:blipFill>
        <p:spPr>
          <a:xfrm xmlns:a="http://schemas.openxmlformats.org/drawingml/2006/main">
            <a:off x="502271" y="1152525"/>
            <a:ext cx="4691408" cy="4514850"/>
          </a:xfrm>
          <a:prstGeom xmlns:a="http://schemas.openxmlformats.org/drawingml/2006/main" prst="rect">
            <a:avLst/>
          </a:prstGeom>
        </p:spPr>
      </p:pic>
      <p:sp>
        <p:nvSpPr>
          <p:cNvPr id="90" name="PCB specification">
            <a:extLst xmlns:a="http://schemas.openxmlformats.org/drawingml/2006/main">
              <a:ext uri="{FF2B5EF4-FFF2-40B4-BE49-F238E27FC236}">
                <a16:creationId xmlns:a16="http://schemas.microsoft.com/office/drawing/2014/main" id="{FEF85A73-F95C-4202-B62B-68CEF5DDAC50}"/>
              </a:ext>
            </a:extLst>
          </p:cNvPr>
          <p:cNvSpPr>
            <a:spLocks xmlns:a="http://schemas.openxmlformats.org/drawingml/2006/main" noGrp="1"/>
          </p:cNvSpPr>
          <p:nvPr/>
        </p:nvSpPr>
        <p:spPr>
          <a:xfrm xmlns:a="http://schemas.openxmlformats.org/drawingml/2006/main">
            <a:off x="5610225" y="1466850"/>
            <a:ext cx="3095625" cy="3476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38100" rIns="38100" bIns="38100" anchor="t">
            <a:noAutofit/>
          </a:bodyPr>
          <a:lstStyle xmlns:a="http://schemas.openxmlformats.org/drawingml/2006/main"/>
          <a:p xmlns:a="http://schemas.openxmlformats.org/drawingml/2006/main">
            <a:pPr marL="228600" indent="-114300" algn="l">
              <a:spcAft>
                <a:spcPts val="1200"/>
              </a:spcAft>
              <a:buChar char="•"/>
              <a:defRPr sz="1950" b="0">
                <a:solidFill>
                  <a:srgbClr val="000000"/>
                </a:solidFill>
                <a:latin typeface="Times New Roman"/>
                <a:ea typeface="Times New Roman"/>
                <a:cs typeface="Times New Roman"/>
              </a:defRPr>
            </a:pPr>
            <a:r>
              <a:rPr sz="1950" b="0">
                <a:solidFill>
                  <a:srgbClr val="000000"/>
                </a:solidFill>
                <a:latin typeface="Times New Roman"/>
                <a:ea typeface="Times New Roman"/>
                <a:cs typeface="Times New Roman"/>
              </a:rPr>
              <a:t>100 × 90 mm, four copper layers</a:t>
            </a:r>
          </a:p>
          <a:p xmlns:a="http://schemas.openxmlformats.org/drawingml/2006/main">
            <a:pPr marL="228600" indent="-114300" algn="l">
              <a:spcAft>
                <a:spcPts val="1200"/>
              </a:spcAft>
              <a:buChar char="•"/>
              <a:defRPr sz="1950" b="0">
                <a:solidFill>
                  <a:srgbClr val="000000"/>
                </a:solidFill>
                <a:latin typeface="Times New Roman"/>
                <a:ea typeface="Times New Roman"/>
                <a:cs typeface="Times New Roman"/>
              </a:defRPr>
            </a:pPr>
            <a:r>
              <a:rPr sz="1950" b="0">
                <a:solidFill>
                  <a:srgbClr val="000000"/>
                </a:solidFill>
                <a:latin typeface="Times New Roman"/>
                <a:ea typeface="Times New Roman"/>
                <a:cs typeface="Times New Roman"/>
              </a:rPr>
              <a:t>Three INA219 current channels</a:t>
            </a:r>
          </a:p>
          <a:p xmlns:a="http://schemas.openxmlformats.org/drawingml/2006/main">
            <a:pPr marL="228600" indent="-114300" algn="l">
              <a:spcAft>
                <a:spcPts val="1200"/>
              </a:spcAft>
              <a:buChar char="•"/>
              <a:defRPr sz="1950" b="0">
                <a:solidFill>
                  <a:srgbClr val="000000"/>
                </a:solidFill>
                <a:latin typeface="Times New Roman"/>
                <a:ea typeface="Times New Roman"/>
                <a:cs typeface="Times New Roman"/>
              </a:defRPr>
            </a:pPr>
            <a:r>
              <a:rPr sz="1950" b="0">
                <a:solidFill>
                  <a:srgbClr val="000000"/>
                </a:solidFill>
                <a:latin typeface="Times New Roman"/>
                <a:ea typeface="Times New Roman"/>
                <a:cs typeface="Times New Roman"/>
              </a:rPr>
              <a:t>MOSFET switch for one fan</a:t>
            </a:r>
          </a:p>
          <a:p xmlns:a="http://schemas.openxmlformats.org/drawingml/2006/main">
            <a:pPr marL="228600" indent="-114300" algn="l">
              <a:spcAft>
                <a:spcPts val="1200"/>
              </a:spcAft>
              <a:buChar char="•"/>
              <a:defRPr sz="1950" b="0">
                <a:solidFill>
                  <a:srgbClr val="000000"/>
                </a:solidFill>
                <a:latin typeface="Times New Roman"/>
                <a:ea typeface="Times New Roman"/>
                <a:cs typeface="Times New Roman"/>
              </a:defRPr>
            </a:pPr>
            <a:r>
              <a:rPr sz="1950" b="0">
                <a:solidFill>
                  <a:srgbClr val="000000"/>
                </a:solidFill>
                <a:latin typeface="Times New Roman"/>
                <a:ea typeface="Times New Roman"/>
                <a:cs typeface="Times New Roman"/>
              </a:rPr>
              <a:t>Two internal ground planes</a:t>
            </a:r>
          </a:p>
          <a:p xmlns:a="http://schemas.openxmlformats.org/drawingml/2006/main">
            <a:pPr marL="228600" indent="-114300" algn="l">
              <a:spcAft>
                <a:spcPts val="1200"/>
              </a:spcAft>
              <a:buChar char="•"/>
              <a:defRPr sz="1950" b="0">
                <a:solidFill>
                  <a:srgbClr val="000000"/>
                </a:solidFill>
                <a:latin typeface="Times New Roman"/>
                <a:ea typeface="Times New Roman"/>
                <a:cs typeface="Times New Roman"/>
              </a:defRPr>
            </a:pPr>
            <a:r>
              <a:rPr sz="1950" b="0">
                <a:solidFill>
                  <a:srgbClr val="000000"/>
                </a:solidFill>
                <a:latin typeface="Times New Roman"/>
                <a:ea typeface="Times New Roman"/>
                <a:cs typeface="Times New Roman"/>
              </a:rPr>
              <a:t>External ESP32, buck and protected pack</a:t>
            </a:r>
          </a:p>
        </p:txBody>
      </p:sp>
      <p:sp>
        <p:nvSpPr>
          <p:cNvPr id="91" name="Hardware status">
            <a:extLst xmlns:a="http://schemas.openxmlformats.org/drawingml/2006/main">
              <a:ext uri="{FF2B5EF4-FFF2-40B4-BE49-F238E27FC236}">
                <a16:creationId xmlns:a16="http://schemas.microsoft.com/office/drawing/2014/main" id="{0446F9B6-6076-4C4B-8F02-782844A1A0A1}"/>
              </a:ext>
            </a:extLst>
          </p:cNvPr>
          <p:cNvSpPr>
            <a:spLocks xmlns:a="http://schemas.openxmlformats.org/drawingml/2006/main" noGrp="1"/>
          </p:cNvSpPr>
          <p:nvPr/>
        </p:nvSpPr>
        <p:spPr>
          <a:xfrm xmlns:a="http://schemas.openxmlformats.org/drawingml/2006/main">
            <a:off x="5810250" y="5048250"/>
            <a:ext cx="2857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l">
              <a:defRPr sz="2025" b="1">
                <a:solidFill>
                  <a:srgbClr val="A00000"/>
                </a:solidFill>
                <a:latin typeface="Times New Roman"/>
                <a:ea typeface="Times New Roman"/>
                <a:cs typeface="Times New Roman"/>
              </a:defRPr>
            </a:pPr>
            <a:r>
              <a:rPr sz="2025" b="1">
                <a:solidFill>
                  <a:srgbClr val="A00000"/>
                </a:solidFill>
                <a:latin typeface="Times New Roman"/>
                <a:ea typeface="Times New Roman"/>
                <a:cs typeface="Times New Roman"/>
              </a:rPr>
              <a:t>CAD layout only</a:t>
            </a:r>
          </a:p>
          <a:p xmlns:a="http://schemas.openxmlformats.org/drawingml/2006/main">
            <a:pPr algn="l">
              <a:defRPr sz="2025" b="1">
                <a:solidFill>
                  <a:srgbClr val="A00000"/>
                </a:solidFill>
                <a:latin typeface="Times New Roman"/>
                <a:ea typeface="Times New Roman"/>
                <a:cs typeface="Times New Roman"/>
              </a:defRPr>
            </a:pPr>
            <a:r>
              <a:rPr sz="2025" b="1">
                <a:solidFill>
                  <a:srgbClr val="A00000"/>
                </a:solidFill>
                <a:latin typeface="Times New Roman"/>
                <a:ea typeface="Times New Roman"/>
                <a:cs typeface="Times New Roman"/>
              </a:rPr>
              <a:t>Board not fabricated</a:t>
            </a:r>
          </a:p>
        </p:txBody>
      </p:sp>
      <p:sp>
        <p:nvSpPr>
          <p:cNvPr id="92" name="Evidence scope">
            <a:extLst xmlns:a="http://schemas.openxmlformats.org/drawingml/2006/main">
              <a:ext uri="{FF2B5EF4-FFF2-40B4-BE49-F238E27FC236}">
                <a16:creationId xmlns:a16="http://schemas.microsoft.com/office/drawing/2014/main" id="{EA3D32BA-649B-475F-8D07-C62507069D98}"/>
              </a:ext>
            </a:extLst>
          </p:cNvPr>
          <p:cNvSpPr>
            <a:spLocks xmlns:a="http://schemas.openxmlformats.org/drawingml/2006/main" noGrp="1"/>
          </p:cNvSpPr>
          <p:nvPr/>
        </p:nvSpPr>
        <p:spPr>
          <a:xfrm xmlns:a="http://schemas.openxmlformats.org/drawingml/2006/main">
            <a:off x="457200" y="6067425"/>
            <a:ext cx="80200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l">
              <a:defRPr sz="1350" b="0">
                <a:solidFill>
                  <a:srgbClr val="595959"/>
                </a:solidFill>
                <a:latin typeface="Times New Roman"/>
                <a:ea typeface="Times New Roman"/>
                <a:cs typeface="Times New Roman"/>
              </a:defRPr>
            </a:pPr>
            <a:r>
              <a:rPr sz="1350" b="0">
                <a:solidFill>
                  <a:srgbClr val="595959"/>
                </a:solidFill>
                <a:latin typeface="Times New Roman"/>
                <a:ea typeface="Times New Roman"/>
                <a:cs typeface="Times New Roman"/>
              </a:rPr>
              <a:t>₹9,700 planning allocation. Actual delivered cost still needs quotations.</a:t>
            </a:r>
          </a:p>
        </p:txBody>
      </p:sp>
    </p:spTree>
    <p:extLst>
      <p:ext uri="{BB962C8B-B14F-4D97-AF65-F5344CB8AC3E}">
        <p14:creationId xmlns:p14="http://schemas.microsoft.com/office/powerpoint/2010/main" val="458903734"/>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87" name="Google Shape;87;p4">
            <a:extLst xmlns:a="http://schemas.openxmlformats.org/drawingml/2006/main">
              <a:ext uri="{FF2B5EF4-FFF2-40B4-BE49-F238E27FC236}">
                <a16:creationId xmlns:a16="http://schemas.microsoft.com/office/drawing/2014/main" id="{36CA2AD0-A5F8-4408-BF0A-55F3FC988A2E}"/>
              </a:ext>
            </a:extLst>
          </p:cNvPr>
          <p:cNvSpPr>
            <a:spLocks xmlns:a="http://schemas.openxmlformats.org/drawingml/2006/main" noGrp="1"/>
          </p:cNvSpPr>
          <p:nvPr/>
        </p:nvSpPr>
        <p:spPr>
          <a:xfrm xmlns:a="http://schemas.openxmlformats.org/drawingml/2006/main">
            <a:off x="8472487" y="6218237"/>
            <a:ext cx="549275" cy="5238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7625" tIns="38100" rIns="47625" bIns="38100"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595959"/>
              </a:buClr>
              <a:buSzPts val="1000"/>
              <a:buFont typeface="Arial"/>
              <a:buNone/>
              <a:defRPr sz="975" b="0">
                <a:solidFill>
                  <a:srgbClr val="595959"/>
                </a:solidFill>
                <a:latin typeface="Arial"/>
                <a:ea typeface="Arial"/>
                <a:cs typeface="Arial"/>
              </a:defRPr>
            </a:pPr>
            <a:fld id="{4DB16885-0D3F-A391-B669-3211DB3B26E8}" type="slidenum">
              <a:rPr sz="975" b="0" i="0" u="none">
                <a:solidFill>
                  <a:srgbClr val="595959"/>
                </a:solidFill>
                <a:latin typeface="Arial"/>
                <a:ea typeface="Arial"/>
                <a:cs typeface="Arial"/>
              </a:rPr>
              <a:t>12</a:t>
            </a:fld>
            <a:endParaRPr/>
          </a:p>
        </p:txBody>
      </p:sp>
      <p:sp>
        <p:nvSpPr>
          <p:cNvPr id="88" name="Google Shape;88;p4">
            <a:extLst xmlns:a="http://schemas.openxmlformats.org/drawingml/2006/main">
              <a:ext uri="{FF2B5EF4-FFF2-40B4-BE49-F238E27FC236}">
                <a16:creationId xmlns:a16="http://schemas.microsoft.com/office/drawing/2014/main" id="{C8CF7F23-97F6-4990-945F-E5CB6452D703}"/>
              </a:ext>
            </a:extLst>
          </p:cNvPr>
          <p:cNvSpPr>
            <a:spLocks xmlns:a="http://schemas.openxmlformats.org/drawingml/2006/main" noGrp="1"/>
          </p:cNvSpPr>
          <p:nvPr/>
        </p:nvSpPr>
        <p:spPr>
          <a:xfrm xmlns:a="http://schemas.openxmlformats.org/drawingml/2006/main">
            <a:off x="1371600" y="209550"/>
            <a:ext cx="6429375" cy="571500"/>
          </a:xfrm>
          <a:prstGeom xmlns:a="http://schemas.openxmlformats.org/drawingml/2006/main" prst="rect">
            <a:avLst/>
          </a:prstGeom>
          <a:solidFill xmlns:a="http://schemas.openxmlformats.org/drawingml/2006/main">
            <a:srgbClr val="FFEED9"/>
          </a:solidFill>
          <a:ln xmlns:a="http://schemas.openxmlformats.org/drawingml/2006/main" w="9525" cmpd="sng">
            <a:solidFill>
              <a:schemeClr val="dk1"/>
            </a:solidFill>
            <a:prstDash val="solid"/>
            <a:headEnd type="none" w="sm" len="sm"/>
            <a:tailEnd type="none" w="sm" len="sm"/>
          </a:ln>
        </p:spPr>
        <p:txBody>
          <a:bodyPr xmlns:a="http://schemas.openxmlformats.org/drawingml/2006/main" spcFirstLastPara="1" wrap="square" lIns="47625" tIns="38100" rIns="47625" bIns="38100" anchor="ctr">
            <a:noAutofit/>
          </a:bodyPr>
          <a:lstStyle xmlns:a="http://schemas.openxmlformats.org/drawingml/2006/main"/>
          <a:p xmlns:a="http://schemas.openxmlformats.org/drawingml/2006/main">
            <a:pPr marL="257175" lvl="0" indent="-257175" algn="ctr">
              <a:buClr>
                <a:schemeClr val="dk1"/>
              </a:buClr>
              <a:buSzPts val="2800"/>
              <a:buNone/>
              <a:defRPr sz="2550" b="1">
                <a:solidFill>
                  <a:srgbClr val="000000"/>
                </a:solidFill>
                <a:latin typeface="Times New Roman"/>
                <a:ea typeface="Times New Roman"/>
                <a:cs typeface="Times New Roman"/>
              </a:defRPr>
            </a:pPr>
            <a:r>
              <a:rPr sz="2550" b="1">
                <a:solidFill>
                  <a:srgbClr val="000000"/>
                </a:solidFill>
                <a:latin typeface="Times New Roman"/>
                <a:ea typeface="Times New Roman"/>
                <a:cs typeface="Times New Roman"/>
              </a:rPr>
              <a:t>Dataset and Data Collection</a:t>
            </a:r>
            <a:endParaRPr sz="1050"/>
          </a:p>
        </p:txBody>
      </p:sp>
      <p:graphicFrame>
        <p:nvGraphicFramePr>
          <p:cNvPr id="93" name=""/>
          <p:cNvGraphicFramePr/>
          <p:nvPr/>
        </p:nvGraphicFramePr>
        <p:xfrm>
          <a:off xmlns:a="http://schemas.openxmlformats.org/drawingml/2006/main" x="419100" y="1266825"/>
          <a:ext xmlns:a="http://schemas.openxmlformats.org/drawingml/2006/main" cx="8334375" cy="3714750"/>
        </p:xfrm>
        <a:graphic xmlns:a="http://schemas.openxmlformats.org/drawingml/2006/main">
          <a:graphicData uri="http://schemas.openxmlformats.org/drawingml/2006/table">
            <a:tbl>
              <a:tblPr/>
              <a:tblGrid>
                <a:gridCol w="1524000"/>
                <a:gridCol w="3381375"/>
                <a:gridCol w="3429000"/>
              </a:tblGrid>
              <a:tr h="619125">
                <a:tc>
                  <a:txBody>
                    <a:bodyPr>
                      <a:noAutofit/>
                    </a:bodyPr>
                    <a:lstStyle/>
                    <a:p>
                      <a:pPr algn="l"/>
                      <a:r>
                        <a:rPr sz="1725" b="1">
                          <a:solidFill>
                            <a:srgbClr val="000000"/>
                          </a:solidFill>
                          <a:latin typeface="Times New Roman"/>
                          <a:ea typeface="Times New Roman"/>
                          <a:cs typeface="Times New Roman"/>
                        </a:rPr>
                        <a:t>Data</a:t>
                      </a:r>
                    </a:p>
                  </a:txBody>
                  <a:tcPr marL="85725" marR="85725" marT="57150" marB="57150" anchor="ctr">
                    <a:solidFill>
                      <a:srgbClr val="F2F2F2"/>
                    </a:solidFill>
                  </a:tcPr>
                </a:tc>
                <a:tc>
                  <a:txBody>
                    <a:bodyPr>
                      <a:noAutofit/>
                    </a:bodyPr>
                    <a:lstStyle/>
                    <a:p>
                      <a:pPr algn="l"/>
                      <a:r>
                        <a:rPr sz="1725" b="1">
                          <a:solidFill>
                            <a:srgbClr val="000000"/>
                          </a:solidFill>
                          <a:latin typeface="Times New Roman"/>
                          <a:ea typeface="Times New Roman"/>
                          <a:cs typeface="Times New Roman"/>
                        </a:rPr>
                        <a:t>Available now</a:t>
                      </a:r>
                    </a:p>
                  </a:txBody>
                  <a:tcPr marL="85725" marR="85725" marT="57150" marB="57150" anchor="ctr">
                    <a:solidFill>
                      <a:srgbClr val="F2F2F2"/>
                    </a:solidFill>
                  </a:tcPr>
                </a:tc>
                <a:tc>
                  <a:txBody>
                    <a:bodyPr>
                      <a:noAutofit/>
                    </a:bodyPr>
                    <a:lstStyle/>
                    <a:p>
                      <a:pPr algn="l"/>
                      <a:r>
                        <a:rPr sz="1725" b="1">
                          <a:solidFill>
                            <a:srgbClr val="000000"/>
                          </a:solidFill>
                          <a:latin typeface="Times New Roman"/>
                          <a:ea typeface="Times New Roman"/>
                          <a:cs typeface="Times New Roman"/>
                        </a:rPr>
                        <a:t>Next measurement</a:t>
                      </a:r>
                    </a:p>
                  </a:txBody>
                  <a:tcPr marL="85725" marR="85725" marT="57150" marB="57150" anchor="ctr">
                    <a:solidFill>
                      <a:srgbClr val="F2F2F2"/>
                    </a:solidFill>
                  </a:tcPr>
                </a:tc>
              </a:tr>
              <a:tr h="619125">
                <a:tc>
                  <a:txBody>
                    <a:bodyPr>
                      <a:noAutofit/>
                    </a:bodyPr>
                    <a:lstStyle/>
                    <a:p>
                      <a:pPr algn="l"/>
                      <a:r>
                        <a:rPr sz="1725" b="0">
                          <a:solidFill>
                            <a:srgbClr val="000000"/>
                          </a:solidFill>
                          <a:latin typeface="Times New Roman"/>
                          <a:ea typeface="Times New Roman"/>
                          <a:cs typeface="Times New Roman"/>
                        </a:rPr>
                        <a:t>Battery discharge</a:t>
                      </a:r>
                    </a:p>
                  </a:txBody>
                  <a:tcPr marL="85725" marR="85725" marT="57150" marB="57150" anchor="ctr">
                    <a:solidFill>
                      <a:srgbClr val="FFFFFF"/>
                    </a:solidFill>
                  </a:tcPr>
                </a:tc>
                <a:tc>
                  <a:txBody>
                    <a:bodyPr>
                      <a:noAutofit/>
                    </a:bodyPr>
                    <a:lstStyle/>
                    <a:p>
                      <a:pPr algn="l"/>
                      <a:r>
                        <a:rPr sz="1725" b="0">
                          <a:solidFill>
                            <a:srgbClr val="000000"/>
                          </a:solidFill>
                          <a:latin typeface="Times New Roman"/>
                          <a:ea typeface="Times New Roman"/>
                          <a:cs typeface="Times New Roman"/>
                        </a:rPr>
                        <a:t>Synthetic voltage, current and SOC</a:t>
                      </a:r>
                    </a:p>
                  </a:txBody>
                  <a:tcPr marL="85725" marR="85725" marT="57150" marB="57150" anchor="ctr">
                    <a:solidFill>
                      <a:srgbClr val="FFFFFF"/>
                    </a:solidFill>
                  </a:tcPr>
                </a:tc>
                <a:tc>
                  <a:txBody>
                    <a:bodyPr>
                      <a:noAutofit/>
                    </a:bodyPr>
                    <a:lstStyle/>
                    <a:p>
                      <a:pPr algn="l"/>
                      <a:r>
                        <a:rPr sz="1725" b="0">
                          <a:solidFill>
                            <a:srgbClr val="000000"/>
                          </a:solidFill>
                          <a:latin typeface="Times New Roman"/>
                          <a:ea typeface="Times New Roman"/>
                          <a:cs typeface="Times New Roman"/>
                        </a:rPr>
                        <a:t>Independent meter + sensor log</a:t>
                      </a:r>
                    </a:p>
                  </a:txBody>
                  <a:tcPr marL="85725" marR="85725" marT="57150" marB="57150" anchor="ctr">
                    <a:solidFill>
                      <a:srgbClr val="FFFFFF"/>
                    </a:solidFill>
                  </a:tcPr>
                </a:tc>
              </a:tr>
              <a:tr h="619125">
                <a:tc>
                  <a:txBody>
                    <a:bodyPr>
                      <a:noAutofit/>
                    </a:bodyPr>
                    <a:lstStyle/>
                    <a:p>
                      <a:pPr algn="l"/>
                      <a:r>
                        <a:rPr sz="1725" b="0">
                          <a:solidFill>
                            <a:srgbClr val="000000"/>
                          </a:solidFill>
                          <a:latin typeface="Times New Roman"/>
                          <a:ea typeface="Times New Roman"/>
                          <a:cs typeface="Times New Roman"/>
                        </a:rPr>
                        <a:t>Policy comparison</a:t>
                      </a:r>
                    </a:p>
                  </a:txBody>
                  <a:tcPr marL="85725" marR="85725" marT="57150" marB="57150" anchor="ctr">
                    <a:solidFill>
                      <a:srgbClr val="FFFFFF"/>
                    </a:solidFill>
                  </a:tcPr>
                </a:tc>
                <a:tc>
                  <a:txBody>
                    <a:bodyPr>
                      <a:noAutofit/>
                    </a:bodyPr>
                    <a:lstStyle/>
                    <a:p>
                      <a:pPr algn="l"/>
                      <a:r>
                        <a:rPr sz="1725" b="0">
                          <a:solidFill>
                            <a:srgbClr val="000000"/>
                          </a:solidFill>
                          <a:latin typeface="Times New Roman"/>
                          <a:ea typeface="Times New Roman"/>
                          <a:cs typeface="Times New Roman"/>
                        </a:rPr>
                        <a:t>Baseline and priority CSV traces</a:t>
                      </a:r>
                    </a:p>
                  </a:txBody>
                  <a:tcPr marL="85725" marR="85725" marT="57150" marB="57150" anchor="ctr">
                    <a:solidFill>
                      <a:srgbClr val="FFFFFF"/>
                    </a:solidFill>
                  </a:tcPr>
                </a:tc>
                <a:tc>
                  <a:txBody>
                    <a:bodyPr>
                      <a:noAutofit/>
                    </a:bodyPr>
                    <a:lstStyle/>
                    <a:p>
                      <a:pPr algn="l"/>
                      <a:r>
                        <a:rPr sz="1725" b="0">
                          <a:solidFill>
                            <a:srgbClr val="000000"/>
                          </a:solidFill>
                          <a:latin typeface="Times New Roman"/>
                          <a:ea typeface="Times New Roman"/>
                          <a:cs typeface="Times New Roman"/>
                        </a:rPr>
                        <a:t>Repeated matched discharge trials</a:t>
                      </a:r>
                    </a:p>
                  </a:txBody>
                  <a:tcPr marL="85725" marR="85725" marT="57150" marB="57150" anchor="ctr">
                    <a:solidFill>
                      <a:srgbClr val="FFFFFF"/>
                    </a:solidFill>
                  </a:tcPr>
                </a:tc>
              </a:tr>
              <a:tr h="619125">
                <a:tc>
                  <a:txBody>
                    <a:bodyPr>
                      <a:noAutofit/>
                    </a:bodyPr>
                    <a:lstStyle/>
                    <a:p>
                      <a:pPr algn="l"/>
                      <a:r>
                        <a:rPr sz="1725" b="0">
                          <a:solidFill>
                            <a:srgbClr val="000000"/>
                          </a:solidFill>
                          <a:latin typeface="Times New Roman"/>
                          <a:ea typeface="Times New Roman"/>
                          <a:cs typeface="Times New Roman"/>
                        </a:rPr>
                        <a:t>Startup</a:t>
                      </a:r>
                    </a:p>
                  </a:txBody>
                  <a:tcPr marL="85725" marR="85725" marT="57150" marB="57150" anchor="ctr">
                    <a:solidFill>
                      <a:srgbClr val="FFFFFF"/>
                    </a:solidFill>
                  </a:tcPr>
                </a:tc>
                <a:tc>
                  <a:txBody>
                    <a:bodyPr>
                      <a:noAutofit/>
                    </a:bodyPr>
                    <a:lstStyle/>
                    <a:p>
                      <a:pPr algn="l"/>
                      <a:r>
                        <a:rPr sz="1725" b="0">
                          <a:solidFill>
                            <a:srgbClr val="000000"/>
                          </a:solidFill>
                          <a:latin typeface="Times New Roman"/>
                          <a:ea typeface="Times New Roman"/>
                          <a:cs typeface="Times New Roman"/>
                        </a:rPr>
                        <a:t>Six reduced SPICE scenarios</a:t>
                      </a:r>
                    </a:p>
                  </a:txBody>
                  <a:tcPr marL="85725" marR="85725" marT="57150" marB="57150" anchor="ctr">
                    <a:solidFill>
                      <a:srgbClr val="FFFFFF"/>
                    </a:solidFill>
                  </a:tcPr>
                </a:tc>
                <a:tc>
                  <a:txBody>
                    <a:bodyPr>
                      <a:noAutofit/>
                    </a:bodyPr>
                    <a:lstStyle/>
                    <a:p>
                      <a:pPr algn="l"/>
                      <a:r>
                        <a:rPr sz="1725" b="0">
                          <a:solidFill>
                            <a:srgbClr val="000000"/>
                          </a:solidFill>
                          <a:latin typeface="Times New Roman"/>
                          <a:ea typeface="Times New Roman"/>
                          <a:cs typeface="Times New Roman"/>
                        </a:rPr>
                        <a:t>5 V, fan and 3.3 V scope traces</a:t>
                      </a:r>
                    </a:p>
                  </a:txBody>
                  <a:tcPr marL="85725" marR="85725" marT="57150" marB="57150" anchor="ctr">
                    <a:solidFill>
                      <a:srgbClr val="FFFFFF"/>
                    </a:solidFill>
                  </a:tcPr>
                </a:tc>
              </a:tr>
              <a:tr h="619125">
                <a:tc>
                  <a:txBody>
                    <a:bodyPr>
                      <a:noAutofit/>
                    </a:bodyPr>
                    <a:lstStyle/>
                    <a:p>
                      <a:pPr algn="l"/>
                      <a:r>
                        <a:rPr sz="1725" b="0">
                          <a:solidFill>
                            <a:srgbClr val="000000"/>
                          </a:solidFill>
                          <a:latin typeface="Times New Roman"/>
                          <a:ea typeface="Times New Roman"/>
                          <a:cs typeface="Times New Roman"/>
                        </a:rPr>
                        <a:t>Parameter study</a:t>
                      </a:r>
                    </a:p>
                  </a:txBody>
                  <a:tcPr marL="85725" marR="85725" marT="57150" marB="57150" anchor="ctr">
                    <a:solidFill>
                      <a:srgbClr val="FFFFFF"/>
                    </a:solidFill>
                  </a:tcPr>
                </a:tc>
                <a:tc>
                  <a:txBody>
                    <a:bodyPr>
                      <a:noAutofit/>
                    </a:bodyPr>
                    <a:lstStyle/>
                    <a:p>
                      <a:pPr algn="l"/>
                      <a:r>
                        <a:rPr sz="1725" b="0">
                          <a:solidFill>
                            <a:srgbClr val="000000"/>
                          </a:solidFill>
                          <a:latin typeface="Times New Roman"/>
                          <a:ea typeface="Times New Roman"/>
                          <a:cs typeface="Times New Roman"/>
                        </a:rPr>
                        <a:t>18 deterministic scenario pairs</a:t>
                      </a:r>
                    </a:p>
                  </a:txBody>
                  <a:tcPr marL="85725" marR="85725" marT="57150" marB="57150" anchor="ctr">
                    <a:solidFill>
                      <a:srgbClr val="FFFFFF"/>
                    </a:solidFill>
                  </a:tcPr>
                </a:tc>
                <a:tc>
                  <a:txBody>
                    <a:bodyPr>
                      <a:noAutofit/>
                    </a:bodyPr>
                    <a:lstStyle/>
                    <a:p>
                      <a:pPr algn="l"/>
                      <a:r>
                        <a:rPr sz="1725" b="0">
                          <a:solidFill>
                            <a:srgbClr val="000000"/>
                          </a:solidFill>
                          <a:latin typeface="Times New Roman"/>
                          <a:ea typeface="Times New Roman"/>
                          <a:cs typeface="Times New Roman"/>
                        </a:rPr>
                        <a:t>Measured capacity and efficiency</a:t>
                      </a:r>
                    </a:p>
                  </a:txBody>
                  <a:tcPr marL="85725" marR="85725" marT="57150" marB="57150" anchor="ctr">
                    <a:solidFill>
                      <a:srgbClr val="FFFFFF"/>
                    </a:solidFill>
                  </a:tcPr>
                </a:tc>
              </a:tr>
              <a:tr h="619125">
                <a:tc>
                  <a:txBody>
                    <a:bodyPr>
                      <a:noAutofit/>
                    </a:bodyPr>
                    <a:lstStyle/>
                    <a:p>
                      <a:pPr algn="l"/>
                      <a:r>
                        <a:rPr sz="1725" b="0">
                          <a:solidFill>
                            <a:srgbClr val="000000"/>
                          </a:solidFill>
                          <a:latin typeface="Times New Roman"/>
                          <a:ea typeface="Times New Roman"/>
                          <a:cs typeface="Times New Roman"/>
                        </a:rPr>
                        <a:t>Temperature</a:t>
                      </a:r>
                    </a:p>
                  </a:txBody>
                  <a:tcPr marL="85725" marR="85725" marT="57150" marB="57150" anchor="ctr">
                    <a:solidFill>
                      <a:srgbClr val="FFFFFF"/>
                    </a:solidFill>
                  </a:tcPr>
                </a:tc>
                <a:tc>
                  <a:txBody>
                    <a:bodyPr>
                      <a:noAutofit/>
                    </a:bodyPr>
                    <a:lstStyle/>
                    <a:p>
                      <a:pPr algn="l"/>
                      <a:r>
                        <a:rPr sz="1725" b="0">
                          <a:solidFill>
                            <a:srgbClr val="000000"/>
                          </a:solidFill>
                          <a:latin typeface="Times New Roman"/>
                          <a:ea typeface="Times New Roman"/>
                          <a:cs typeface="Times New Roman"/>
                        </a:rPr>
                        <a:t>Assumed model temperature</a:t>
                      </a:r>
                    </a:p>
                  </a:txBody>
                  <a:tcPr marL="85725" marR="85725" marT="57150" marB="57150" anchor="ctr">
                    <a:solidFill>
                      <a:srgbClr val="FFFFFF"/>
                    </a:solidFill>
                  </a:tcPr>
                </a:tc>
                <a:tc>
                  <a:txBody>
                    <a:bodyPr>
                      <a:noAutofit/>
                    </a:bodyPr>
                    <a:lstStyle/>
                    <a:p>
                      <a:pPr algn="l"/>
                      <a:r>
                        <a:rPr sz="1725" b="0">
                          <a:solidFill>
                            <a:srgbClr val="000000"/>
                          </a:solidFill>
                          <a:latin typeface="Times New Roman"/>
                          <a:ea typeface="Times New Roman"/>
                          <a:cs typeface="Times New Roman"/>
                        </a:rPr>
                        <a:t>Loaded temperature record</a:t>
                      </a:r>
                    </a:p>
                  </a:txBody>
                  <a:tcPr marL="85725" marR="85725" marT="57150" marB="57150" anchor="ctr">
                    <a:solidFill>
                      <a:srgbClr val="FFFFFF"/>
                    </a:solidFill>
                  </a:tcPr>
                </a:tc>
              </a:tr>
            </a:tbl>
          </a:graphicData>
        </a:graphic>
      </p:graphicFrame>
      <p:sp>
        <p:nvSpPr>
          <p:cNvPr id="90" name="Data collection status">
            <a:extLst xmlns:a="http://schemas.openxmlformats.org/drawingml/2006/main">
              <a:ext uri="{FF2B5EF4-FFF2-40B4-BE49-F238E27FC236}">
                <a16:creationId xmlns:a16="http://schemas.microsoft.com/office/drawing/2014/main" id="{BFE46F2E-DCE7-433B-99F3-1A8D051BE8BE}"/>
              </a:ext>
            </a:extLst>
          </p:cNvPr>
          <p:cNvSpPr>
            <a:spLocks xmlns:a="http://schemas.openxmlformats.org/drawingml/2006/main" noGrp="1"/>
          </p:cNvSpPr>
          <p:nvPr/>
        </p:nvSpPr>
        <p:spPr>
          <a:xfrm xmlns:a="http://schemas.openxmlformats.org/drawingml/2006/main">
            <a:off x="619125" y="5324475"/>
            <a:ext cx="79629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l">
              <a:defRPr sz="1875" b="1">
                <a:solidFill>
                  <a:srgbClr val="000000"/>
                </a:solidFill>
                <a:latin typeface="Times New Roman"/>
                <a:ea typeface="Times New Roman"/>
                <a:cs typeface="Times New Roman"/>
              </a:defRPr>
            </a:pPr>
            <a:r>
              <a:rPr sz="1875" b="1">
                <a:solidFill>
                  <a:srgbClr val="000000"/>
                </a:solidFill>
                <a:latin typeface="Times New Roman"/>
                <a:ea typeface="Times New Roman"/>
                <a:cs typeface="Times New Roman"/>
              </a:rPr>
              <a:t>No physical dataset has been collected yet.</a:t>
            </a:r>
          </a:p>
          <a:p xmlns:a="http://schemas.openxmlformats.org/drawingml/2006/main">
            <a:pPr algn="l">
              <a:defRPr sz="1875" b="1">
                <a:solidFill>
                  <a:srgbClr val="000000"/>
                </a:solidFill>
                <a:latin typeface="Times New Roman"/>
                <a:ea typeface="Times New Roman"/>
                <a:cs typeface="Times New Roman"/>
              </a:defRPr>
            </a:pPr>
            <a:r>
              <a:rPr sz="1875" b="1">
                <a:solidFill>
                  <a:srgbClr val="000000"/>
                </a:solidFill>
                <a:latin typeface="Times New Roman"/>
                <a:ea typeface="Times New Roman"/>
                <a:cs typeface="Times New Roman"/>
              </a:rPr>
              <a:t>Hardware records will include time, voltage, current, temperature and fan command.</a:t>
            </a:r>
          </a:p>
        </p:txBody>
      </p:sp>
    </p:spTree>
    <p:extLst>
      <p:ext uri="{BB962C8B-B14F-4D97-AF65-F5344CB8AC3E}">
        <p14:creationId xmlns:p14="http://schemas.microsoft.com/office/powerpoint/2010/main" val="2733346869"/>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87" name="Google Shape;87;p4">
            <a:extLst xmlns:a="http://schemas.openxmlformats.org/drawingml/2006/main">
              <a:ext uri="{FF2B5EF4-FFF2-40B4-BE49-F238E27FC236}">
                <a16:creationId xmlns:a16="http://schemas.microsoft.com/office/drawing/2014/main" id="{03A659C7-FF7E-41EA-8D50-A406174CA247}"/>
              </a:ext>
            </a:extLst>
          </p:cNvPr>
          <p:cNvSpPr>
            <a:spLocks xmlns:a="http://schemas.openxmlformats.org/drawingml/2006/main" noGrp="1"/>
          </p:cNvSpPr>
          <p:nvPr/>
        </p:nvSpPr>
        <p:spPr>
          <a:xfrm xmlns:a="http://schemas.openxmlformats.org/drawingml/2006/main">
            <a:off x="8472487" y="6218237"/>
            <a:ext cx="549275" cy="5238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7625" tIns="38100" rIns="47625" bIns="38100"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595959"/>
              </a:buClr>
              <a:buSzPts val="1000"/>
              <a:buFont typeface="Arial"/>
              <a:buNone/>
              <a:defRPr sz="975" b="0">
                <a:solidFill>
                  <a:srgbClr val="595959"/>
                </a:solidFill>
                <a:latin typeface="Arial"/>
                <a:ea typeface="Arial"/>
                <a:cs typeface="Arial"/>
              </a:defRPr>
            </a:pPr>
            <a:fld id="{2DD23107-4986-8758-3A93-3D74F35908CC}" type="slidenum">
              <a:rPr sz="975" b="0" i="0" u="none">
                <a:solidFill>
                  <a:srgbClr val="595959"/>
                </a:solidFill>
                <a:latin typeface="Arial"/>
                <a:ea typeface="Arial"/>
                <a:cs typeface="Arial"/>
              </a:rPr>
              <a:t>13</a:t>
            </a:fld>
            <a:endParaRPr/>
          </a:p>
        </p:txBody>
      </p:sp>
      <p:sp>
        <p:nvSpPr>
          <p:cNvPr id="88" name="Google Shape;88;p4">
            <a:extLst xmlns:a="http://schemas.openxmlformats.org/drawingml/2006/main">
              <a:ext uri="{FF2B5EF4-FFF2-40B4-BE49-F238E27FC236}">
                <a16:creationId xmlns:a16="http://schemas.microsoft.com/office/drawing/2014/main" id="{F0233BBF-D9CD-4D95-B580-24A0F93CFC77}"/>
              </a:ext>
            </a:extLst>
          </p:cNvPr>
          <p:cNvSpPr>
            <a:spLocks xmlns:a="http://schemas.openxmlformats.org/drawingml/2006/main" noGrp="1"/>
          </p:cNvSpPr>
          <p:nvPr/>
        </p:nvSpPr>
        <p:spPr>
          <a:xfrm xmlns:a="http://schemas.openxmlformats.org/drawingml/2006/main">
            <a:off x="1371600" y="209550"/>
            <a:ext cx="6429375" cy="571500"/>
          </a:xfrm>
          <a:prstGeom xmlns:a="http://schemas.openxmlformats.org/drawingml/2006/main" prst="rect">
            <a:avLst/>
          </a:prstGeom>
          <a:solidFill xmlns:a="http://schemas.openxmlformats.org/drawingml/2006/main">
            <a:srgbClr val="FFEED9"/>
          </a:solidFill>
          <a:ln xmlns:a="http://schemas.openxmlformats.org/drawingml/2006/main" w="9525" cmpd="sng">
            <a:solidFill>
              <a:schemeClr val="dk1"/>
            </a:solidFill>
            <a:prstDash val="solid"/>
            <a:headEnd type="none" w="sm" len="sm"/>
            <a:tailEnd type="none" w="sm" len="sm"/>
          </a:ln>
        </p:spPr>
        <p:txBody>
          <a:bodyPr xmlns:a="http://schemas.openxmlformats.org/drawingml/2006/main" spcFirstLastPara="1" wrap="square" lIns="47625" tIns="38100" rIns="47625" bIns="38100" anchor="ctr">
            <a:noAutofit/>
          </a:bodyPr>
          <a:lstStyle xmlns:a="http://schemas.openxmlformats.org/drawingml/2006/main"/>
          <a:p xmlns:a="http://schemas.openxmlformats.org/drawingml/2006/main">
            <a:pPr marL="257175" lvl="0" indent="-257175" algn="ctr">
              <a:buClr>
                <a:schemeClr val="dk1"/>
              </a:buClr>
              <a:buSzPts val="2800"/>
              <a:buNone/>
              <a:defRPr sz="2550" b="1">
                <a:solidFill>
                  <a:srgbClr val="000000"/>
                </a:solidFill>
                <a:latin typeface="Times New Roman"/>
                <a:ea typeface="Times New Roman"/>
                <a:cs typeface="Times New Roman"/>
              </a:defRPr>
            </a:pPr>
            <a:r>
              <a:rPr sz="2550" b="1">
                <a:solidFill>
                  <a:srgbClr val="000000"/>
                </a:solidFill>
                <a:latin typeface="Times New Roman"/>
                <a:ea typeface="Times New Roman"/>
                <a:cs typeface="Times New Roman"/>
              </a:rPr>
              <a:t>Simulated Runtime Comparison</a:t>
            </a:r>
            <a:endParaRPr sz="1050"/>
          </a:p>
        </p:txBody>
      </p:sp>
      <p:graphicFrame>
        <p:nvGraphicFramePr>
          <p:cNvPr id="96" name="Chart"/>
          <p:cNvGraphicFramePr/>
          <p:nvPr/>
        </p:nvGraphicFramePr>
        <p:xfrm>
          <a:off xmlns:a="http://schemas.openxmlformats.org/drawingml/2006/main" x="428625" y="1390650"/>
          <a:ext xmlns:a="http://schemas.openxmlformats.org/drawingml/2006/main" cx="6019800" cy="3781425"/>
        </p:xfrm>
        <a:graphic xmlns:a="http://schemas.openxmlformats.org/drawingml/2006/main">
          <a:graphicData uri="http://schemas.openxmlformats.org/drawingml/2006/chart">
            <c:chart xmlns:r="http://schemas.openxmlformats.org/officeDocument/2006/relationships" xmlns:c="http://schemas.openxmlformats.org/drawingml/2006/chart" r:id="Rd60d6572a39a48be"/>
          </a:graphicData>
        </a:graphic>
      </p:graphicFrame>
      <p:sp>
        <p:nvSpPr>
          <p:cNvPr id="90" name="Lamp service gain">
            <a:extLst xmlns:a="http://schemas.openxmlformats.org/drawingml/2006/main">
              <a:ext uri="{FF2B5EF4-FFF2-40B4-BE49-F238E27FC236}">
                <a16:creationId xmlns:a16="http://schemas.microsoft.com/office/drawing/2014/main" id="{288F63D4-864E-47C0-B33A-CBC034E58CE0}"/>
              </a:ext>
            </a:extLst>
          </p:cNvPr>
          <p:cNvSpPr>
            <a:spLocks xmlns:a="http://schemas.openxmlformats.org/drawingml/2006/main" noGrp="1"/>
          </p:cNvSpPr>
          <p:nvPr/>
        </p:nvSpPr>
        <p:spPr>
          <a:xfrm xmlns:a="http://schemas.openxmlformats.org/drawingml/2006/main">
            <a:off x="6734175" y="1895475"/>
            <a:ext cx="20764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ctr">
              <a:defRPr sz="2325" b="1">
                <a:solidFill>
                  <a:srgbClr val="7030A0"/>
                </a:solidFill>
                <a:latin typeface="Times New Roman"/>
                <a:ea typeface="Times New Roman"/>
                <a:cs typeface="Times New Roman"/>
              </a:defRPr>
            </a:pPr>
            <a:r>
              <a:rPr sz="2325" b="1">
                <a:solidFill>
                  <a:srgbClr val="7030A0"/>
                </a:solidFill>
                <a:latin typeface="Times New Roman"/>
                <a:ea typeface="Times New Roman"/>
                <a:cs typeface="Times New Roman"/>
              </a:rPr>
              <a:t>+43.96%</a:t>
            </a:r>
          </a:p>
          <a:p xmlns:a="http://schemas.openxmlformats.org/drawingml/2006/main">
            <a:pPr algn="ctr">
              <a:defRPr sz="2325" b="1">
                <a:solidFill>
                  <a:srgbClr val="7030A0"/>
                </a:solidFill>
                <a:latin typeface="Times New Roman"/>
                <a:ea typeface="Times New Roman"/>
                <a:cs typeface="Times New Roman"/>
              </a:defRPr>
            </a:pPr>
            <a:r>
              <a:rPr sz="2325" b="1">
                <a:solidFill>
                  <a:srgbClr val="7030A0"/>
                </a:solidFill>
                <a:latin typeface="Times New Roman"/>
                <a:ea typeface="Times New Roman"/>
                <a:cs typeface="Times New Roman"/>
              </a:rPr>
              <a:t>Lamp service</a:t>
            </a:r>
          </a:p>
        </p:txBody>
      </p:sp>
      <p:sp>
        <p:nvSpPr>
          <p:cNvPr id="91" name="Fan service reduction">
            <a:extLst xmlns:a="http://schemas.openxmlformats.org/drawingml/2006/main">
              <a:ext uri="{FF2B5EF4-FFF2-40B4-BE49-F238E27FC236}">
                <a16:creationId xmlns:a16="http://schemas.microsoft.com/office/drawing/2014/main" id="{7B90D7CA-54A3-44E5-889F-5152CE11D035}"/>
              </a:ext>
            </a:extLst>
          </p:cNvPr>
          <p:cNvSpPr>
            <a:spLocks xmlns:a="http://schemas.openxmlformats.org/drawingml/2006/main" noGrp="1"/>
          </p:cNvSpPr>
          <p:nvPr/>
        </p:nvSpPr>
        <p:spPr>
          <a:xfrm xmlns:a="http://schemas.openxmlformats.org/drawingml/2006/main">
            <a:off x="6715125" y="3390900"/>
            <a:ext cx="2095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ctr">
              <a:defRPr sz="2325" b="1">
                <a:solidFill>
                  <a:srgbClr val="A44B00"/>
                </a:solidFill>
                <a:latin typeface="Times New Roman"/>
                <a:ea typeface="Times New Roman"/>
                <a:cs typeface="Times New Roman"/>
              </a:defRPr>
            </a:pPr>
            <a:r>
              <a:rPr sz="2325" b="1">
                <a:solidFill>
                  <a:srgbClr val="A44B00"/>
                </a:solidFill>
                <a:latin typeface="Times New Roman"/>
                <a:ea typeface="Times New Roman"/>
                <a:cs typeface="Times New Roman"/>
              </a:rPr>
              <a:t>−54.47%</a:t>
            </a:r>
          </a:p>
          <a:p xmlns:a="http://schemas.openxmlformats.org/drawingml/2006/main">
            <a:pPr algn="ctr">
              <a:defRPr sz="2325" b="1">
                <a:solidFill>
                  <a:srgbClr val="A44B00"/>
                </a:solidFill>
                <a:latin typeface="Times New Roman"/>
                <a:ea typeface="Times New Roman"/>
                <a:cs typeface="Times New Roman"/>
              </a:defRPr>
            </a:pPr>
            <a:r>
              <a:rPr sz="2325" b="1">
                <a:solidFill>
                  <a:srgbClr val="A44B00"/>
                </a:solidFill>
                <a:latin typeface="Times New Roman"/>
                <a:ea typeface="Times New Roman"/>
                <a:cs typeface="Times New Roman"/>
              </a:rPr>
              <a:t>Fan service</a:t>
            </a:r>
          </a:p>
        </p:txBody>
      </p:sp>
      <p:sp>
        <p:nvSpPr>
          <p:cNvPr id="92" name="Model inputs">
            <a:extLst xmlns:a="http://schemas.openxmlformats.org/drawingml/2006/main">
              <a:ext uri="{FF2B5EF4-FFF2-40B4-BE49-F238E27FC236}">
                <a16:creationId xmlns:a16="http://schemas.microsoft.com/office/drawing/2014/main" id="{54F7F709-DB0A-4792-A199-EBC97848A5B6}"/>
              </a:ext>
            </a:extLst>
          </p:cNvPr>
          <p:cNvSpPr>
            <a:spLocks xmlns:a="http://schemas.openxmlformats.org/drawingml/2006/main" noGrp="1"/>
          </p:cNvSpPr>
          <p:nvPr/>
        </p:nvSpPr>
        <p:spPr>
          <a:xfrm xmlns:a="http://schemas.openxmlformats.org/drawingml/2006/main">
            <a:off x="609600" y="5429250"/>
            <a:ext cx="79533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l">
              <a:defRPr sz="1725" b="0">
                <a:solidFill>
                  <a:srgbClr val="000000"/>
                </a:solidFill>
                <a:latin typeface="Times New Roman"/>
                <a:ea typeface="Times New Roman"/>
                <a:cs typeface="Times New Roman"/>
              </a:defRPr>
            </a:pPr>
            <a:r>
              <a:rPr sz="1725" b="0">
                <a:solidFill>
                  <a:srgbClr val="000000"/>
                </a:solidFill>
                <a:latin typeface="Times New Roman"/>
                <a:ea typeface="Times New Roman"/>
                <a:cs typeface="Times New Roman"/>
              </a:rPr>
              <a:t>Model: 6 Ah, 68% to 20% SOC, 90% efficiency, zero charging.</a:t>
            </a:r>
          </a:p>
          <a:p xmlns:a="http://schemas.openxmlformats.org/drawingml/2006/main">
            <a:pPr algn="l">
              <a:defRPr sz="1725" b="0">
                <a:solidFill>
                  <a:srgbClr val="000000"/>
                </a:solidFill>
                <a:latin typeface="Times New Roman"/>
                <a:ea typeface="Times New Roman"/>
                <a:cs typeface="Times New Roman"/>
              </a:defRPr>
            </a:pPr>
            <a:r>
              <a:rPr sz="1725" b="0">
                <a:solidFill>
                  <a:srgbClr val="000000"/>
                </a:solidFill>
                <a:latin typeface="Times New Roman"/>
                <a:ea typeface="Times New Roman"/>
                <a:cs typeface="Times New Roman"/>
              </a:rPr>
              <a:t>Loads: 2.5 W lamp + 2.5 W fan + 0.8 W controller.</a:t>
            </a:r>
          </a:p>
        </p:txBody>
      </p:sp>
      <p:sp>
        <p:nvSpPr>
          <p:cNvPr id="93" name="Evidence scope">
            <a:extLst xmlns:a="http://schemas.openxmlformats.org/drawingml/2006/main">
              <a:ext uri="{FF2B5EF4-FFF2-40B4-BE49-F238E27FC236}">
                <a16:creationId xmlns:a16="http://schemas.microsoft.com/office/drawing/2014/main" id="{AAFE4A4D-637D-485D-A266-64F050C08CB1}"/>
              </a:ext>
            </a:extLst>
          </p:cNvPr>
          <p:cNvSpPr>
            <a:spLocks xmlns:a="http://schemas.openxmlformats.org/drawingml/2006/main" noGrp="1"/>
          </p:cNvSpPr>
          <p:nvPr/>
        </p:nvSpPr>
        <p:spPr>
          <a:xfrm xmlns:a="http://schemas.openxmlformats.org/drawingml/2006/main">
            <a:off x="457200" y="6296025"/>
            <a:ext cx="80200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l">
              <a:defRPr sz="1350" b="0">
                <a:solidFill>
                  <a:srgbClr val="595959"/>
                </a:solidFill>
                <a:latin typeface="Times New Roman"/>
                <a:ea typeface="Times New Roman"/>
                <a:cs typeface="Times New Roman"/>
              </a:defRPr>
            </a:pPr>
            <a:r>
              <a:rPr sz="1350" b="0">
                <a:solidFill>
                  <a:srgbClr val="595959"/>
                </a:solidFill>
                <a:latin typeface="Times New Roman"/>
                <a:ea typeface="Times New Roman"/>
                <a:cs typeface="Times New Roman"/>
              </a:rPr>
              <a:t>The result reallocates service. It does not create additional battery capacity.</a:t>
            </a:r>
          </a:p>
        </p:txBody>
      </p:sp>
    </p:spTree>
    <p:extLst>
      <p:ext uri="{BB962C8B-B14F-4D97-AF65-F5344CB8AC3E}">
        <p14:creationId xmlns:p14="http://schemas.microsoft.com/office/powerpoint/2010/main" val="996058863"/>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87" name="Google Shape;87;p4">
            <a:extLst xmlns:a="http://schemas.openxmlformats.org/drawingml/2006/main">
              <a:ext uri="{FF2B5EF4-FFF2-40B4-BE49-F238E27FC236}">
                <a16:creationId xmlns:a16="http://schemas.microsoft.com/office/drawing/2014/main" id="{03A659C7-FF7E-41EA-8D50-A406174CA247}"/>
              </a:ext>
            </a:extLst>
          </p:cNvPr>
          <p:cNvSpPr>
            <a:spLocks xmlns:a="http://schemas.openxmlformats.org/drawingml/2006/main" noGrp="1"/>
          </p:cNvSpPr>
          <p:nvPr/>
        </p:nvSpPr>
        <p:spPr>
          <a:xfrm xmlns:a="http://schemas.openxmlformats.org/drawingml/2006/main">
            <a:off x="8472487" y="6218237"/>
            <a:ext cx="549275" cy="5238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7625" tIns="38100" rIns="47625" bIns="38100"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595959"/>
              </a:buClr>
              <a:buSzPts val="1000"/>
              <a:buFont typeface="Arial"/>
              <a:buNone/>
              <a:defRPr sz="975" b="0">
                <a:solidFill>
                  <a:srgbClr val="595959"/>
                </a:solidFill>
                <a:latin typeface="Arial"/>
                <a:ea typeface="Arial"/>
                <a:cs typeface="Arial"/>
              </a:defRPr>
            </a:pPr>
            <a:fld id="{327921A4-25C4-3DB4-06B1-32693CEE2241}" type="slidenum">
              <a:rPr sz="975" b="0" i="0" u="none">
                <a:solidFill>
                  <a:srgbClr val="595959"/>
                </a:solidFill>
                <a:latin typeface="Arial"/>
                <a:ea typeface="Arial"/>
                <a:cs typeface="Arial"/>
              </a:rPr>
              <a:t>14</a:t>
            </a:fld>
            <a:endParaRPr/>
          </a:p>
        </p:txBody>
      </p:sp>
      <p:sp>
        <p:nvSpPr>
          <p:cNvPr id="88" name="Google Shape;88;p4">
            <a:extLst xmlns:a="http://schemas.openxmlformats.org/drawingml/2006/main">
              <a:ext uri="{FF2B5EF4-FFF2-40B4-BE49-F238E27FC236}">
                <a16:creationId xmlns:a16="http://schemas.microsoft.com/office/drawing/2014/main" id="{F0233BBF-D9CD-4D95-B580-24A0F93CFC77}"/>
              </a:ext>
            </a:extLst>
          </p:cNvPr>
          <p:cNvSpPr>
            <a:spLocks xmlns:a="http://schemas.openxmlformats.org/drawingml/2006/main" noGrp="1"/>
          </p:cNvSpPr>
          <p:nvPr/>
        </p:nvSpPr>
        <p:spPr>
          <a:xfrm xmlns:a="http://schemas.openxmlformats.org/drawingml/2006/main">
            <a:off x="1371600" y="209550"/>
            <a:ext cx="6429375" cy="571500"/>
          </a:xfrm>
          <a:prstGeom xmlns:a="http://schemas.openxmlformats.org/drawingml/2006/main" prst="rect">
            <a:avLst/>
          </a:prstGeom>
          <a:solidFill xmlns:a="http://schemas.openxmlformats.org/drawingml/2006/main">
            <a:srgbClr val="FFEED9"/>
          </a:solidFill>
          <a:ln xmlns:a="http://schemas.openxmlformats.org/drawingml/2006/main" w="9525" cmpd="sng">
            <a:solidFill>
              <a:schemeClr val="dk1"/>
            </a:solidFill>
            <a:prstDash val="solid"/>
            <a:headEnd type="none" w="sm" len="sm"/>
            <a:tailEnd type="none" w="sm" len="sm"/>
          </a:ln>
        </p:spPr>
        <p:txBody>
          <a:bodyPr xmlns:a="http://schemas.openxmlformats.org/drawingml/2006/main" spcFirstLastPara="1" wrap="square" lIns="47625" tIns="38100" rIns="47625" bIns="38100" anchor="ctr">
            <a:noAutofit/>
          </a:bodyPr>
          <a:lstStyle xmlns:a="http://schemas.openxmlformats.org/drawingml/2006/main"/>
          <a:p xmlns:a="http://schemas.openxmlformats.org/drawingml/2006/main">
            <a:pPr marL="257175" lvl="0" indent="-257175" algn="ctr">
              <a:buClr>
                <a:schemeClr val="dk1"/>
              </a:buClr>
              <a:buSzPts val="2800"/>
              <a:buNone/>
              <a:defRPr sz="2550" b="1">
                <a:solidFill>
                  <a:srgbClr val="000000"/>
                </a:solidFill>
                <a:latin typeface="Times New Roman"/>
                <a:ea typeface="Times New Roman"/>
                <a:cs typeface="Times New Roman"/>
              </a:defRPr>
            </a:pPr>
            <a:r>
              <a:rPr sz="2550" b="1">
                <a:solidFill>
                  <a:srgbClr val="000000"/>
                </a:solidFill>
                <a:latin typeface="Times New Roman"/>
                <a:ea typeface="Times New Roman"/>
                <a:cs typeface="Times New Roman"/>
              </a:rPr>
              <a:t>Startup Simulation Limits</a:t>
            </a:r>
            <a:endParaRPr sz="1050"/>
          </a:p>
        </p:txBody>
      </p:sp>
      <p:graphicFrame>
        <p:nvGraphicFramePr>
          <p:cNvPr id="95" name="Chart"/>
          <p:cNvGraphicFramePr/>
          <p:nvPr/>
        </p:nvGraphicFramePr>
        <p:xfrm>
          <a:off xmlns:a="http://schemas.openxmlformats.org/drawingml/2006/main" x="476250" y="1066800"/>
          <a:ext xmlns:a="http://schemas.openxmlformats.org/drawingml/2006/main" cx="8124825" cy="3476625"/>
        </p:xfrm>
        <a:graphic xmlns:a="http://schemas.openxmlformats.org/drawingml/2006/main">
          <a:graphicData uri="http://schemas.openxmlformats.org/drawingml/2006/chart">
            <c:chart xmlns:r="http://schemas.openxmlformats.org/officeDocument/2006/relationships" xmlns:c="http://schemas.openxmlformats.org/drawingml/2006/chart" r:id="R09b2b07b715544ef"/>
          </a:graphicData>
        </a:graphic>
      </p:graphicFrame>
      <p:sp>
        <p:nvSpPr>
          <p:cNvPr id="90" name="Scenario key">
            <a:extLst xmlns:a="http://schemas.openxmlformats.org/drawingml/2006/main">
              <a:ext uri="{FF2B5EF4-FFF2-40B4-BE49-F238E27FC236}">
                <a16:creationId xmlns:a16="http://schemas.microsoft.com/office/drawing/2014/main" id="{D6F16ECC-2699-4BDA-9691-B2FE679756F2}"/>
              </a:ext>
            </a:extLst>
          </p:cNvPr>
          <p:cNvSpPr>
            <a:spLocks xmlns:a="http://schemas.openxmlformats.org/drawingml/2006/main" noGrp="1"/>
          </p:cNvSpPr>
          <p:nvPr/>
        </p:nvSpPr>
        <p:spPr>
          <a:xfrm xmlns:a="http://schemas.openxmlformats.org/drawingml/2006/main">
            <a:off x="514350" y="4686300"/>
            <a:ext cx="82105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l">
              <a:defRPr sz="1650" b="0">
                <a:solidFill>
                  <a:srgbClr val="000000"/>
                </a:solidFill>
                <a:latin typeface="Times New Roman"/>
                <a:ea typeface="Times New Roman"/>
                <a:cs typeface="Times New Roman"/>
              </a:defRPr>
            </a:pPr>
            <a:r>
              <a:rPr sz="1650" b="0">
                <a:solidFill>
                  <a:srgbClr val="000000"/>
                </a:solidFill>
                <a:latin typeface="Times New Roman"/>
                <a:ea typeface="Times New Roman"/>
                <a:cs typeface="Times New Roman"/>
              </a:rPr>
              <a:t>Fan start / source limit (A): S1 0.6/2, S2 1.2/2, S3–S4 1.8/1.5,</a:t>
            </a:r>
          </a:p>
          <a:p xmlns:a="http://schemas.openxmlformats.org/drawingml/2006/main">
            <a:pPr algn="l">
              <a:defRPr sz="1650" b="0">
                <a:solidFill>
                  <a:srgbClr val="000000"/>
                </a:solidFill>
                <a:latin typeface="Times New Roman"/>
                <a:ea typeface="Times New Roman"/>
                <a:cs typeface="Times New Roman"/>
              </a:defRPr>
            </a:pPr>
            <a:r>
              <a:rPr sz="1650" b="0">
                <a:solidFill>
                  <a:srgbClr val="000000"/>
                </a:solidFill>
                <a:latin typeface="Times New Roman"/>
                <a:ea typeface="Times New Roman"/>
                <a:cs typeface="Times New Roman"/>
              </a:rPr>
              <a:t>S5 1.8/3, S6 1.0/2. Capacitance: 470 µF, except S4 = 2200 µF.</a:t>
            </a:r>
          </a:p>
        </p:txBody>
      </p:sp>
      <p:sp>
        <p:nvSpPr>
          <p:cNvPr id="91" name="Failed screen">
            <a:extLst xmlns:a="http://schemas.openxmlformats.org/drawingml/2006/main">
              <a:ext uri="{FF2B5EF4-FFF2-40B4-BE49-F238E27FC236}">
                <a16:creationId xmlns:a16="http://schemas.microsoft.com/office/drawing/2014/main" id="{86EDACE2-0C69-44BF-9CE1-6277AF3EE0FD}"/>
              </a:ext>
            </a:extLst>
          </p:cNvPr>
          <p:cNvSpPr>
            <a:spLocks xmlns:a="http://schemas.openxmlformats.org/drawingml/2006/main" noGrp="1"/>
          </p:cNvSpPr>
          <p:nvPr/>
        </p:nvSpPr>
        <p:spPr>
          <a:xfrm xmlns:a="http://schemas.openxmlformats.org/drawingml/2006/main">
            <a:off x="495300" y="5372100"/>
            <a:ext cx="8191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l">
              <a:defRPr sz="1950" b="1">
                <a:solidFill>
                  <a:srgbClr val="A00000"/>
                </a:solidFill>
                <a:latin typeface="Times New Roman"/>
                <a:ea typeface="Times New Roman"/>
                <a:cs typeface="Times New Roman"/>
              </a:defRPr>
            </a:pPr>
            <a:r>
              <a:rPr sz="1950" b="1">
                <a:solidFill>
                  <a:srgbClr val="A00000"/>
                </a:solidFill>
                <a:latin typeface="Times New Roman"/>
                <a:ea typeface="Times New Roman"/>
                <a:cs typeface="Times New Roman"/>
              </a:rPr>
              <a:t>S3, S4 and S5 fall below the provisional 4.75 V rail screen.</a:t>
            </a:r>
          </a:p>
        </p:txBody>
      </p:sp>
      <p:sp>
        <p:nvSpPr>
          <p:cNvPr id="92" name="Startup interpretation">
            <a:extLst xmlns:a="http://schemas.openxmlformats.org/drawingml/2006/main">
              <a:ext uri="{FF2B5EF4-FFF2-40B4-BE49-F238E27FC236}">
                <a16:creationId xmlns:a16="http://schemas.microsoft.com/office/drawing/2014/main" id="{FC5C4B89-5D78-41DA-9187-14350E12E051}"/>
              </a:ext>
            </a:extLst>
          </p:cNvPr>
          <p:cNvSpPr>
            <a:spLocks xmlns:a="http://schemas.openxmlformats.org/drawingml/2006/main" noGrp="1"/>
          </p:cNvSpPr>
          <p:nvPr/>
        </p:nvSpPr>
        <p:spPr>
          <a:xfrm xmlns:a="http://schemas.openxmlformats.org/drawingml/2006/main">
            <a:off x="523875" y="5781675"/>
            <a:ext cx="806767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l">
              <a:defRPr sz="1800" b="0">
                <a:solidFill>
                  <a:srgbClr val="000000"/>
                </a:solidFill>
                <a:latin typeface="Times New Roman"/>
                <a:ea typeface="Times New Roman"/>
                <a:cs typeface="Times New Roman"/>
              </a:defRPr>
            </a:pPr>
            <a:r>
              <a:rPr sz="1800" b="0">
                <a:solidFill>
                  <a:srgbClr val="000000"/>
                </a:solidFill>
                <a:latin typeface="Times New Roman"/>
                <a:ea typeface="Times New Roman"/>
                <a:cs typeface="Times New Roman"/>
              </a:rPr>
              <a:t>More capacitance does not fix sustained source shortage.</a:t>
            </a:r>
          </a:p>
          <a:p xmlns:a="http://schemas.openxmlformats.org/drawingml/2006/main">
            <a:pPr algn="l">
              <a:defRPr sz="1800" b="0">
                <a:solidFill>
                  <a:srgbClr val="000000"/>
                </a:solidFill>
                <a:latin typeface="Times New Roman"/>
                <a:ea typeface="Times New Roman"/>
                <a:cs typeface="Times New Roman"/>
              </a:defRPr>
            </a:pPr>
            <a:r>
              <a:rPr sz="1800" b="0">
                <a:solidFill>
                  <a:srgbClr val="000000"/>
                </a:solidFill>
                <a:latin typeface="Times New Roman"/>
                <a:ea typeface="Times New Roman"/>
                <a:cs typeface="Times New Roman"/>
              </a:rPr>
              <a:t>The starter case S6 still needs a real fan-start test.</a:t>
            </a:r>
          </a:p>
        </p:txBody>
      </p:sp>
    </p:spTree>
    <p:extLst>
      <p:ext uri="{BB962C8B-B14F-4D97-AF65-F5344CB8AC3E}">
        <p14:creationId xmlns:p14="http://schemas.microsoft.com/office/powerpoint/2010/main" val="996058863"/>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87" name="Google Shape;87;p4">
            <a:extLst xmlns:a="http://schemas.openxmlformats.org/drawingml/2006/main">
              <a:ext uri="{FF2B5EF4-FFF2-40B4-BE49-F238E27FC236}">
                <a16:creationId xmlns:a16="http://schemas.microsoft.com/office/drawing/2014/main" id="{03A659C7-FF7E-41EA-8D50-A406174CA247}"/>
              </a:ext>
            </a:extLst>
          </p:cNvPr>
          <p:cNvSpPr>
            <a:spLocks xmlns:a="http://schemas.openxmlformats.org/drawingml/2006/main" noGrp="1"/>
          </p:cNvSpPr>
          <p:nvPr/>
        </p:nvSpPr>
        <p:spPr>
          <a:xfrm xmlns:a="http://schemas.openxmlformats.org/drawingml/2006/main">
            <a:off x="8472487" y="6218237"/>
            <a:ext cx="549275" cy="5238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7625" tIns="38100" rIns="47625" bIns="38100"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595959"/>
              </a:buClr>
              <a:buSzPts val="1000"/>
              <a:buFont typeface="Arial"/>
              <a:buNone/>
              <a:defRPr sz="975" b="0">
                <a:solidFill>
                  <a:srgbClr val="595959"/>
                </a:solidFill>
                <a:latin typeface="Arial"/>
                <a:ea typeface="Arial"/>
                <a:cs typeface="Arial"/>
              </a:defRPr>
            </a:pPr>
            <a:fld id="{EA83FA91-883A-0168-8075-96CEB9DCA3C2}" type="slidenum">
              <a:rPr sz="975" b="0" i="0" u="none">
                <a:solidFill>
                  <a:srgbClr val="595959"/>
                </a:solidFill>
                <a:latin typeface="Arial"/>
                <a:ea typeface="Arial"/>
                <a:cs typeface="Arial"/>
              </a:rPr>
              <a:t>15</a:t>
            </a:fld>
            <a:endParaRPr/>
          </a:p>
        </p:txBody>
      </p:sp>
      <p:sp>
        <p:nvSpPr>
          <p:cNvPr id="88" name="Google Shape;88;p4">
            <a:extLst xmlns:a="http://schemas.openxmlformats.org/drawingml/2006/main">
              <a:ext uri="{FF2B5EF4-FFF2-40B4-BE49-F238E27FC236}">
                <a16:creationId xmlns:a16="http://schemas.microsoft.com/office/drawing/2014/main" id="{F0233BBF-D9CD-4D95-B580-24A0F93CFC77}"/>
              </a:ext>
            </a:extLst>
          </p:cNvPr>
          <p:cNvSpPr>
            <a:spLocks xmlns:a="http://schemas.openxmlformats.org/drawingml/2006/main" noGrp="1"/>
          </p:cNvSpPr>
          <p:nvPr/>
        </p:nvSpPr>
        <p:spPr>
          <a:xfrm xmlns:a="http://schemas.openxmlformats.org/drawingml/2006/main">
            <a:off x="1371600" y="209550"/>
            <a:ext cx="6429375" cy="571500"/>
          </a:xfrm>
          <a:prstGeom xmlns:a="http://schemas.openxmlformats.org/drawingml/2006/main" prst="rect">
            <a:avLst/>
          </a:prstGeom>
          <a:solidFill xmlns:a="http://schemas.openxmlformats.org/drawingml/2006/main">
            <a:srgbClr val="FFEED9"/>
          </a:solidFill>
          <a:ln xmlns:a="http://schemas.openxmlformats.org/drawingml/2006/main" w="9525" cmpd="sng">
            <a:solidFill>
              <a:schemeClr val="dk1"/>
            </a:solidFill>
            <a:prstDash val="solid"/>
            <a:headEnd type="none" w="sm" len="sm"/>
            <a:tailEnd type="none" w="sm" len="sm"/>
          </a:ln>
        </p:spPr>
        <p:txBody>
          <a:bodyPr xmlns:a="http://schemas.openxmlformats.org/drawingml/2006/main" spcFirstLastPara="1" wrap="square" lIns="47625" tIns="38100" rIns="47625" bIns="38100" anchor="ctr">
            <a:noAutofit/>
          </a:bodyPr>
          <a:lstStyle xmlns:a="http://schemas.openxmlformats.org/drawingml/2006/main"/>
          <a:p xmlns:a="http://schemas.openxmlformats.org/drawingml/2006/main">
            <a:pPr marL="257175" lvl="0" indent="-257175" algn="ctr">
              <a:buClr>
                <a:schemeClr val="dk1"/>
              </a:buClr>
              <a:buSzPts val="2800"/>
              <a:buNone/>
              <a:defRPr sz="2550" b="1">
                <a:solidFill>
                  <a:srgbClr val="000000"/>
                </a:solidFill>
                <a:latin typeface="Times New Roman"/>
                <a:ea typeface="Times New Roman"/>
                <a:cs typeface="Times New Roman"/>
              </a:defRPr>
            </a:pPr>
            <a:r>
              <a:rPr sz="2550" b="1">
                <a:solidFill>
                  <a:srgbClr val="000000"/>
                </a:solidFill>
                <a:latin typeface="Times New Roman"/>
                <a:ea typeface="Times New Roman"/>
                <a:cs typeface="Times New Roman"/>
              </a:rPr>
              <a:t>Implementation Status for Review 3</a:t>
            </a:r>
            <a:endParaRPr sz="1050"/>
          </a:p>
        </p:txBody>
      </p:sp>
      <p:graphicFrame>
        <p:nvGraphicFramePr>
          <p:cNvPr id="93" name=""/>
          <p:cNvGraphicFramePr/>
          <p:nvPr/>
        </p:nvGraphicFramePr>
        <p:xfrm>
          <a:off xmlns:a="http://schemas.openxmlformats.org/drawingml/2006/main" x="581025" y="1323975"/>
          <a:ext xmlns:a="http://schemas.openxmlformats.org/drawingml/2006/main" cx="8010525" cy="3962400"/>
        </p:xfrm>
        <a:graphic xmlns:a="http://schemas.openxmlformats.org/drawingml/2006/main">
          <a:graphicData uri="http://schemas.openxmlformats.org/drawingml/2006/table">
            <a:tbl>
              <a:tblPr/>
              <a:tblGrid>
                <a:gridCol w="4095750"/>
                <a:gridCol w="3914775"/>
              </a:tblGrid>
              <a:tr h="660400">
                <a:tc>
                  <a:txBody>
                    <a:bodyPr>
                      <a:noAutofit/>
                    </a:bodyPr>
                    <a:lstStyle/>
                    <a:p>
                      <a:pPr algn="l"/>
                      <a:r>
                        <a:rPr sz="1800" b="1">
                          <a:solidFill>
                            <a:srgbClr val="000000"/>
                          </a:solidFill>
                          <a:latin typeface="Times New Roman"/>
                          <a:ea typeface="Times New Roman"/>
                          <a:cs typeface="Times New Roman"/>
                        </a:rPr>
                        <a:t>Completed in software / CAD</a:t>
                      </a:r>
                    </a:p>
                  </a:txBody>
                  <a:tcPr marL="85725" marR="85725" marT="57150" marB="57150" anchor="ctr">
                    <a:solidFill>
                      <a:srgbClr val="F2F2F2"/>
                    </a:solidFill>
                  </a:tcPr>
                </a:tc>
                <a:tc>
                  <a:txBody>
                    <a:bodyPr>
                      <a:noAutofit/>
                    </a:bodyPr>
                    <a:lstStyle/>
                    <a:p>
                      <a:pPr algn="l"/>
                      <a:r>
                        <a:rPr sz="1800" b="1">
                          <a:solidFill>
                            <a:srgbClr val="000000"/>
                          </a:solidFill>
                          <a:latin typeface="Times New Roman"/>
                          <a:ea typeface="Times New Roman"/>
                          <a:cs typeface="Times New Roman"/>
                        </a:rPr>
                        <a:t>Pending on hardware</a:t>
                      </a:r>
                    </a:p>
                  </a:txBody>
                  <a:tcPr marL="85725" marR="85725" marT="57150" marB="57150" anchor="ctr">
                    <a:solidFill>
                      <a:srgbClr val="F2F2F2"/>
                    </a:solidFill>
                  </a:tcPr>
                </a:tc>
              </a:tr>
              <a:tr h="660400">
                <a:tc>
                  <a:txBody>
                    <a:bodyPr>
                      <a:noAutofit/>
                    </a:bodyPr>
                    <a:lstStyle/>
                    <a:p>
                      <a:pPr algn="l"/>
                      <a:r>
                        <a:rPr sz="1800" b="0">
                          <a:solidFill>
                            <a:srgbClr val="000000"/>
                          </a:solidFill>
                          <a:latin typeface="Times New Roman"/>
                          <a:ea typeface="Times New Roman"/>
                          <a:cs typeface="Times New Roman"/>
                        </a:rPr>
                        <a:t>Local dashboard, CSV and fault scenarios</a:t>
                      </a:r>
                    </a:p>
                  </a:txBody>
                  <a:tcPr marL="85725" marR="85725" marT="57150" marB="57150" anchor="ctr">
                    <a:solidFill>
                      <a:srgbClr val="FFFFFF"/>
                    </a:solidFill>
                  </a:tcPr>
                </a:tc>
                <a:tc>
                  <a:txBody>
                    <a:bodyPr>
                      <a:noAutofit/>
                    </a:bodyPr>
                    <a:lstStyle/>
                    <a:p>
                      <a:pPr algn="l"/>
                      <a:r>
                        <a:rPr sz="1800" b="0">
                          <a:solidFill>
                            <a:srgbClr val="000000"/>
                          </a:solidFill>
                          <a:latin typeface="Times New Roman"/>
                          <a:ea typeface="Times New Roman"/>
                          <a:cs typeface="Times New Roman"/>
                        </a:rPr>
                        <a:t>Buy compatible pack, charger and converter</a:t>
                      </a:r>
                    </a:p>
                  </a:txBody>
                  <a:tcPr marL="85725" marR="85725" marT="57150" marB="57150" anchor="ctr">
                    <a:solidFill>
                      <a:srgbClr val="FFFFFF"/>
                    </a:solidFill>
                  </a:tcPr>
                </a:tc>
              </a:tr>
              <a:tr h="660400">
                <a:tc>
                  <a:txBody>
                    <a:bodyPr>
                      <a:noAutofit/>
                    </a:bodyPr>
                    <a:lstStyle/>
                    <a:p>
                      <a:pPr algn="l"/>
                      <a:r>
                        <a:rPr sz="1800" b="0">
                          <a:solidFill>
                            <a:srgbClr val="000000"/>
                          </a:solidFill>
                          <a:latin typeface="Times New Roman"/>
                          <a:ea typeface="Times New Roman"/>
                          <a:cs typeface="Times New Roman"/>
                        </a:rPr>
                        <a:t>ESP32 production and bring-up builds</a:t>
                      </a:r>
                    </a:p>
                  </a:txBody>
                  <a:tcPr marL="85725" marR="85725" marT="57150" marB="57150" anchor="ctr">
                    <a:solidFill>
                      <a:srgbClr val="FFFFFF"/>
                    </a:solidFill>
                  </a:tcPr>
                </a:tc>
                <a:tc>
                  <a:txBody>
                    <a:bodyPr>
                      <a:noAutofit/>
                    </a:bodyPr>
                    <a:lstStyle/>
                    <a:p>
                      <a:pPr algn="l"/>
                      <a:r>
                        <a:rPr sz="1800" b="0">
                          <a:solidFill>
                            <a:srgbClr val="000000"/>
                          </a:solidFill>
                          <a:latin typeface="Times New Roman"/>
                          <a:ea typeface="Times New Roman"/>
                          <a:cs typeface="Times New Roman"/>
                        </a:rPr>
                        <a:t>Assemble the Rev B PCB</a:t>
                      </a:r>
                    </a:p>
                  </a:txBody>
                  <a:tcPr marL="85725" marR="85725" marT="57150" marB="57150" anchor="ctr">
                    <a:solidFill>
                      <a:srgbClr val="FFFFFF"/>
                    </a:solidFill>
                  </a:tcPr>
                </a:tc>
              </a:tr>
              <a:tr h="660400">
                <a:tc>
                  <a:txBody>
                    <a:bodyPr>
                      <a:noAutofit/>
                    </a:bodyPr>
                    <a:lstStyle/>
                    <a:p>
                      <a:pPr algn="l"/>
                      <a:r>
                        <a:rPr sz="1800" b="0">
                          <a:solidFill>
                            <a:srgbClr val="000000"/>
                          </a:solidFill>
                          <a:latin typeface="Times New Roman"/>
                          <a:ea typeface="Times New Roman"/>
                          <a:cs typeface="Times New Roman"/>
                        </a:rPr>
                        <a:t>45 Python tests and 67 C++ assertions</a:t>
                      </a:r>
                    </a:p>
                  </a:txBody>
                  <a:tcPr marL="85725" marR="85725" marT="57150" marB="57150" anchor="ctr">
                    <a:solidFill>
                      <a:srgbClr val="FFFFFF"/>
                    </a:solidFill>
                  </a:tcPr>
                </a:tc>
                <a:tc>
                  <a:txBody>
                    <a:bodyPr>
                      <a:noAutofit/>
                    </a:bodyPr>
                    <a:lstStyle/>
                    <a:p>
                      <a:pPr algn="l"/>
                      <a:r>
                        <a:rPr sz="1800" b="0">
                          <a:solidFill>
                            <a:srgbClr val="000000"/>
                          </a:solidFill>
                          <a:latin typeface="Times New Roman"/>
                          <a:ea typeface="Times New Roman"/>
                          <a:cs typeface="Times New Roman"/>
                        </a:rPr>
                        <a:t>Calibrate with an independent meter</a:t>
                      </a:r>
                    </a:p>
                  </a:txBody>
                  <a:tcPr marL="85725" marR="85725" marT="57150" marB="57150" anchor="ctr">
                    <a:solidFill>
                      <a:srgbClr val="FFFFFF"/>
                    </a:solidFill>
                  </a:tcPr>
                </a:tc>
              </a:tr>
              <a:tr h="660400">
                <a:tc>
                  <a:txBody>
                    <a:bodyPr>
                      <a:noAutofit/>
                    </a:bodyPr>
                    <a:lstStyle/>
                    <a:p>
                      <a:pPr algn="l"/>
                      <a:r>
                        <a:rPr sz="1800" b="0">
                          <a:solidFill>
                            <a:srgbClr val="000000"/>
                          </a:solidFill>
                          <a:latin typeface="Times New Roman"/>
                          <a:ea typeface="Times New Roman"/>
                          <a:cs typeface="Times New Roman"/>
                        </a:rPr>
                        <a:t>12,000 host policy comparison steps</a:t>
                      </a:r>
                    </a:p>
                  </a:txBody>
                  <a:tcPr marL="85725" marR="85725" marT="57150" marB="57150" anchor="ctr">
                    <a:solidFill>
                      <a:srgbClr val="FFFFFF"/>
                    </a:solidFill>
                  </a:tcPr>
                </a:tc>
                <a:tc>
                  <a:txBody>
                    <a:bodyPr>
                      <a:noAutofit/>
                    </a:bodyPr>
                    <a:lstStyle/>
                    <a:p>
                      <a:pPr algn="l"/>
                      <a:r>
                        <a:rPr sz="1800" b="0">
                          <a:solidFill>
                            <a:srgbClr val="000000"/>
                          </a:solidFill>
                          <a:latin typeface="Times New Roman"/>
                          <a:ea typeface="Times New Roman"/>
                          <a:cs typeface="Times New Roman"/>
                        </a:rPr>
                        <a:t>Measure startup, temperature and runtime</a:t>
                      </a:r>
                    </a:p>
                  </a:txBody>
                  <a:tcPr marL="85725" marR="85725" marT="57150" marB="57150" anchor="ctr">
                    <a:solidFill>
                      <a:srgbClr val="FFFFFF"/>
                    </a:solidFill>
                  </a:tcPr>
                </a:tc>
              </a:tr>
              <a:tr h="660400">
                <a:tc>
                  <a:txBody>
                    <a:bodyPr>
                      <a:noAutofit/>
                    </a:bodyPr>
                    <a:lstStyle/>
                    <a:p>
                      <a:pPr algn="l"/>
                      <a:r>
                        <a:rPr sz="1800" b="0">
                          <a:solidFill>
                            <a:srgbClr val="000000"/>
                          </a:solidFill>
                          <a:latin typeface="Times New Roman"/>
                          <a:ea typeface="Times New Roman"/>
                          <a:cs typeface="Times New Roman"/>
                        </a:rPr>
                        <a:t>Routed PCB and fabrication exports</a:t>
                      </a:r>
                    </a:p>
                  </a:txBody>
                  <a:tcPr marL="85725" marR="85725" marT="57150" marB="57150" anchor="ctr">
                    <a:solidFill>
                      <a:srgbClr val="FFFFFF"/>
                    </a:solidFill>
                  </a:tcPr>
                </a:tc>
                <a:tc>
                  <a:txBody>
                    <a:bodyPr>
                      <a:noAutofit/>
                    </a:bodyPr>
                    <a:lstStyle/>
                    <a:p>
                      <a:pPr algn="l"/>
                      <a:r>
                        <a:rPr sz="1800" b="0">
                          <a:solidFill>
                            <a:srgbClr val="000000"/>
                          </a:solidFill>
                          <a:latin typeface="Times New Roman"/>
                          <a:ea typeface="Times New Roman"/>
                          <a:cs typeface="Times New Roman"/>
                        </a:rPr>
                        <a:t>Demonstrate switching on a real load</a:t>
                      </a:r>
                    </a:p>
                  </a:txBody>
                  <a:tcPr marL="85725" marR="85725" marT="57150" marB="57150" anchor="ctr">
                    <a:solidFill>
                      <a:srgbClr val="FFFFFF"/>
                    </a:solidFill>
                  </a:tcPr>
                </a:tc>
              </a:tr>
            </a:tbl>
          </a:graphicData>
        </a:graphic>
      </p:graphicFrame>
      <p:sp>
        <p:nvSpPr>
          <p:cNvPr id="90" name="Demo scope">
            <a:extLst xmlns:a="http://schemas.openxmlformats.org/drawingml/2006/main">
              <a:ext uri="{FF2B5EF4-FFF2-40B4-BE49-F238E27FC236}">
                <a16:creationId xmlns:a16="http://schemas.microsoft.com/office/drawing/2014/main" id="{D528FA77-8D2D-4FC0-A358-681826F1A623}"/>
              </a:ext>
            </a:extLst>
          </p:cNvPr>
          <p:cNvSpPr>
            <a:spLocks xmlns:a="http://schemas.openxmlformats.org/drawingml/2006/main" noGrp="1"/>
          </p:cNvSpPr>
          <p:nvPr/>
        </p:nvSpPr>
        <p:spPr>
          <a:xfrm xmlns:a="http://schemas.openxmlformats.org/drawingml/2006/main">
            <a:off x="762000" y="5629275"/>
            <a:ext cx="77533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l">
              <a:defRPr sz="2025" b="1">
                <a:solidFill>
                  <a:srgbClr val="7030A0"/>
                </a:solidFill>
                <a:latin typeface="Times New Roman"/>
                <a:ea typeface="Times New Roman"/>
                <a:cs typeface="Times New Roman"/>
              </a:defRPr>
            </a:pPr>
            <a:r>
              <a:rPr sz="2025" b="1">
                <a:solidFill>
                  <a:srgbClr val="7030A0"/>
                </a:solidFill>
                <a:latin typeface="Times New Roman"/>
                <a:ea typeface="Times New Roman"/>
                <a:cs typeface="Times New Roman"/>
              </a:rPr>
              <a:t>Review demo: simulated readings and control behaviour.</a:t>
            </a:r>
          </a:p>
          <a:p xmlns:a="http://schemas.openxmlformats.org/drawingml/2006/main">
            <a:pPr algn="l">
              <a:defRPr sz="2025" b="1">
                <a:solidFill>
                  <a:srgbClr val="7030A0"/>
                </a:solidFill>
                <a:latin typeface="Times New Roman"/>
                <a:ea typeface="Times New Roman"/>
                <a:cs typeface="Times New Roman"/>
              </a:defRPr>
            </a:pPr>
            <a:r>
              <a:rPr sz="2025" b="1">
                <a:solidFill>
                  <a:srgbClr val="7030A0"/>
                </a:solidFill>
                <a:latin typeface="Times New Roman"/>
                <a:ea typeface="Times New Roman"/>
                <a:cs typeface="Times New Roman"/>
              </a:rPr>
              <a:t>No physical performance claim yet.</a:t>
            </a:r>
          </a:p>
        </p:txBody>
      </p:sp>
    </p:spTree>
    <p:extLst>
      <p:ext uri="{BB962C8B-B14F-4D97-AF65-F5344CB8AC3E}">
        <p14:creationId xmlns:p14="http://schemas.microsoft.com/office/powerpoint/2010/main" val="996058863"/>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87" name="Google Shape;87;p4">
            <a:extLst xmlns:a="http://schemas.openxmlformats.org/drawingml/2006/main">
              <a:ext uri="{FF2B5EF4-FFF2-40B4-BE49-F238E27FC236}">
                <a16:creationId xmlns:a16="http://schemas.microsoft.com/office/drawing/2014/main" id="{03A659C7-FF7E-41EA-8D50-A406174CA247}"/>
              </a:ext>
            </a:extLst>
          </p:cNvPr>
          <p:cNvSpPr>
            <a:spLocks xmlns:a="http://schemas.openxmlformats.org/drawingml/2006/main" noGrp="1"/>
          </p:cNvSpPr>
          <p:nvPr/>
        </p:nvSpPr>
        <p:spPr>
          <a:xfrm xmlns:a="http://schemas.openxmlformats.org/drawingml/2006/main">
            <a:off x="8472487" y="6218237"/>
            <a:ext cx="549275" cy="5238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7625" tIns="38100" rIns="47625" bIns="38100"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595959"/>
              </a:buClr>
              <a:buSzPts val="1000"/>
              <a:buFont typeface="Arial"/>
              <a:buNone/>
              <a:defRPr sz="975" b="0">
                <a:solidFill>
                  <a:srgbClr val="595959"/>
                </a:solidFill>
                <a:latin typeface="Arial"/>
                <a:ea typeface="Arial"/>
                <a:cs typeface="Arial"/>
              </a:defRPr>
            </a:pPr>
            <a:fld id="{DC9C7607-4BA3-B4DC-A00F-2E67A9FCFF7E}" type="slidenum">
              <a:rPr sz="975" b="0" i="0" u="none">
                <a:solidFill>
                  <a:srgbClr val="595959"/>
                </a:solidFill>
                <a:latin typeface="Arial"/>
                <a:ea typeface="Arial"/>
                <a:cs typeface="Arial"/>
              </a:rPr>
              <a:t>16</a:t>
            </a:fld>
            <a:endParaRPr/>
          </a:p>
        </p:txBody>
      </p:sp>
      <p:sp>
        <p:nvSpPr>
          <p:cNvPr id="88" name="Google Shape;88;p4">
            <a:extLst xmlns:a="http://schemas.openxmlformats.org/drawingml/2006/main">
              <a:ext uri="{FF2B5EF4-FFF2-40B4-BE49-F238E27FC236}">
                <a16:creationId xmlns:a16="http://schemas.microsoft.com/office/drawing/2014/main" id="{F0233BBF-D9CD-4D95-B580-24A0F93CFC77}"/>
              </a:ext>
            </a:extLst>
          </p:cNvPr>
          <p:cNvSpPr>
            <a:spLocks xmlns:a="http://schemas.openxmlformats.org/drawingml/2006/main" noGrp="1"/>
          </p:cNvSpPr>
          <p:nvPr/>
        </p:nvSpPr>
        <p:spPr>
          <a:xfrm xmlns:a="http://schemas.openxmlformats.org/drawingml/2006/main">
            <a:off x="1371600" y="209550"/>
            <a:ext cx="6429375" cy="571500"/>
          </a:xfrm>
          <a:prstGeom xmlns:a="http://schemas.openxmlformats.org/drawingml/2006/main" prst="rect">
            <a:avLst/>
          </a:prstGeom>
          <a:solidFill xmlns:a="http://schemas.openxmlformats.org/drawingml/2006/main">
            <a:srgbClr val="FFEED9"/>
          </a:solidFill>
          <a:ln xmlns:a="http://schemas.openxmlformats.org/drawingml/2006/main" w="9525" cmpd="sng">
            <a:solidFill>
              <a:schemeClr val="dk1"/>
            </a:solidFill>
            <a:prstDash val="solid"/>
            <a:headEnd type="none" w="sm" len="sm"/>
            <a:tailEnd type="none" w="sm" len="sm"/>
          </a:ln>
        </p:spPr>
        <p:txBody>
          <a:bodyPr xmlns:a="http://schemas.openxmlformats.org/drawingml/2006/main" spcFirstLastPara="1" wrap="square" lIns="47625" tIns="38100" rIns="47625" bIns="38100" anchor="ctr">
            <a:noAutofit/>
          </a:bodyPr>
          <a:lstStyle xmlns:a="http://schemas.openxmlformats.org/drawingml/2006/main"/>
          <a:p xmlns:a="http://schemas.openxmlformats.org/drawingml/2006/main">
            <a:pPr marL="257175" lvl="0" indent="-257175" algn="ctr">
              <a:buClr>
                <a:schemeClr val="dk1"/>
              </a:buClr>
              <a:buSzPts val="2800"/>
              <a:buNone/>
              <a:defRPr sz="2550" b="1">
                <a:solidFill>
                  <a:srgbClr val="000000"/>
                </a:solidFill>
                <a:latin typeface="Times New Roman"/>
                <a:ea typeface="Times New Roman"/>
                <a:cs typeface="Times New Roman"/>
              </a:defRPr>
            </a:pPr>
            <a:r>
              <a:rPr sz="2550" b="1">
                <a:solidFill>
                  <a:srgbClr val="000000"/>
                </a:solidFill>
                <a:latin typeface="Times New Roman"/>
                <a:ea typeface="Times New Roman"/>
                <a:cs typeface="Times New Roman"/>
              </a:rPr>
              <a:t>Expected Outcomes and Evaluation</a:t>
            </a:r>
            <a:endParaRPr sz="1050"/>
          </a:p>
        </p:txBody>
      </p:sp>
      <p:graphicFrame>
        <p:nvGraphicFramePr>
          <p:cNvPr id="93" name=""/>
          <p:cNvGraphicFramePr/>
          <p:nvPr/>
        </p:nvGraphicFramePr>
        <p:xfrm>
          <a:off xmlns:a="http://schemas.openxmlformats.org/drawingml/2006/main" x="609600" y="1257300"/>
          <a:ext xmlns:a="http://schemas.openxmlformats.org/drawingml/2006/main" cx="7915275" cy="4200525"/>
        </p:xfrm>
        <a:graphic xmlns:a="http://schemas.openxmlformats.org/drawingml/2006/main">
          <a:graphicData uri="http://schemas.openxmlformats.org/drawingml/2006/table">
            <a:tbl>
              <a:tblPr/>
              <a:tblGrid>
                <a:gridCol w="3209925"/>
                <a:gridCol w="4705350"/>
              </a:tblGrid>
              <a:tr h="600075">
                <a:tc>
                  <a:txBody>
                    <a:bodyPr>
                      <a:noAutofit/>
                    </a:bodyPr>
                    <a:lstStyle/>
                    <a:p>
                      <a:pPr algn="l"/>
                      <a:r>
                        <a:rPr sz="1800" b="1">
                          <a:solidFill>
                            <a:srgbClr val="000000"/>
                          </a:solidFill>
                          <a:latin typeface="Times New Roman"/>
                          <a:ea typeface="Times New Roman"/>
                          <a:cs typeface="Times New Roman"/>
                        </a:rPr>
                        <a:t>Outcome / metric</a:t>
                      </a:r>
                    </a:p>
                  </a:txBody>
                  <a:tcPr marL="85725" marR="85725" marT="57150" marB="57150" anchor="ctr">
                    <a:solidFill>
                      <a:srgbClr val="F2F2F2"/>
                    </a:solidFill>
                  </a:tcPr>
                </a:tc>
                <a:tc>
                  <a:txBody>
                    <a:bodyPr>
                      <a:noAutofit/>
                    </a:bodyPr>
                    <a:lstStyle/>
                    <a:p>
                      <a:pPr algn="l"/>
                      <a:r>
                        <a:rPr sz="1800" b="1">
                          <a:solidFill>
                            <a:srgbClr val="000000"/>
                          </a:solidFill>
                          <a:latin typeface="Times New Roman"/>
                          <a:ea typeface="Times New Roman"/>
                          <a:cs typeface="Times New Roman"/>
                        </a:rPr>
                        <a:t>Target or measurement</a:t>
                      </a:r>
                    </a:p>
                  </a:txBody>
                  <a:tcPr marL="85725" marR="85725" marT="57150" marB="57150" anchor="ctr">
                    <a:solidFill>
                      <a:srgbClr val="F2F2F2"/>
                    </a:solidFill>
                  </a:tcPr>
                </a:tc>
              </a:tr>
              <a:tr h="600075">
                <a:tc>
                  <a:txBody>
                    <a:bodyPr>
                      <a:noAutofit/>
                    </a:bodyPr>
                    <a:lstStyle/>
                    <a:p>
                      <a:pPr algn="l"/>
                      <a:r>
                        <a:rPr sz="1800" b="0">
                          <a:solidFill>
                            <a:srgbClr val="000000"/>
                          </a:solidFill>
                          <a:latin typeface="Times New Roman"/>
                          <a:ea typeface="Times New Roman"/>
                          <a:cs typeface="Times New Roman"/>
                        </a:rPr>
                        <a:t>Voltage measurement</a:t>
                      </a:r>
                    </a:p>
                  </a:txBody>
                  <a:tcPr marL="85725" marR="85725" marT="57150" marB="57150" anchor="ctr">
                    <a:solidFill>
                      <a:srgbClr val="FFFFFF"/>
                    </a:solidFill>
                  </a:tcPr>
                </a:tc>
                <a:tc>
                  <a:txBody>
                    <a:bodyPr>
                      <a:noAutofit/>
                    </a:bodyPr>
                    <a:lstStyle/>
                    <a:p>
                      <a:pPr algn="l"/>
                      <a:r>
                        <a:rPr sz="1800" b="0">
                          <a:solidFill>
                            <a:srgbClr val="000000"/>
                          </a:solidFill>
                          <a:latin typeface="Times New Roman"/>
                          <a:ea typeface="Times New Roman"/>
                          <a:cs typeface="Times New Roman"/>
                        </a:rPr>
                        <a:t>Target ±1% versus independent meter</a:t>
                      </a:r>
                    </a:p>
                  </a:txBody>
                  <a:tcPr marL="85725" marR="85725" marT="57150" marB="57150" anchor="ctr">
                    <a:solidFill>
                      <a:srgbClr val="FFFFFF"/>
                    </a:solidFill>
                  </a:tcPr>
                </a:tc>
              </a:tr>
              <a:tr h="600075">
                <a:tc>
                  <a:txBody>
                    <a:bodyPr>
                      <a:noAutofit/>
                    </a:bodyPr>
                    <a:lstStyle/>
                    <a:p>
                      <a:pPr algn="l"/>
                      <a:r>
                        <a:rPr sz="1800" b="0">
                          <a:solidFill>
                            <a:srgbClr val="000000"/>
                          </a:solidFill>
                          <a:latin typeface="Times New Roman"/>
                          <a:ea typeface="Times New Roman"/>
                          <a:cs typeface="Times New Roman"/>
                        </a:rPr>
                        <a:t>Current measurement</a:t>
                      </a:r>
                    </a:p>
                  </a:txBody>
                  <a:tcPr marL="85725" marR="85725" marT="57150" marB="57150" anchor="ctr">
                    <a:solidFill>
                      <a:srgbClr val="FFFFFF"/>
                    </a:solidFill>
                  </a:tcPr>
                </a:tc>
                <a:tc>
                  <a:txBody>
                    <a:bodyPr>
                      <a:noAutofit/>
                    </a:bodyPr>
                    <a:lstStyle/>
                    <a:p>
                      <a:pPr algn="l"/>
                      <a:r>
                        <a:rPr sz="1800" b="0">
                          <a:solidFill>
                            <a:srgbClr val="000000"/>
                          </a:solidFill>
                          <a:latin typeface="Times New Roman"/>
                          <a:ea typeface="Times New Roman"/>
                          <a:cs typeface="Times New Roman"/>
                        </a:rPr>
                        <a:t>Target ±(3% of reference + 10 mA)</a:t>
                      </a:r>
                    </a:p>
                  </a:txBody>
                  <a:tcPr marL="85725" marR="85725" marT="57150" marB="57150" anchor="ctr">
                    <a:solidFill>
                      <a:srgbClr val="FFFFFF"/>
                    </a:solidFill>
                  </a:tcPr>
                </a:tc>
              </a:tr>
              <a:tr h="600075">
                <a:tc>
                  <a:txBody>
                    <a:bodyPr>
                      <a:noAutofit/>
                    </a:bodyPr>
                    <a:lstStyle/>
                    <a:p>
                      <a:pPr algn="l"/>
                      <a:r>
                        <a:rPr sz="1800" b="0">
                          <a:solidFill>
                            <a:srgbClr val="000000"/>
                          </a:solidFill>
                          <a:latin typeface="Times New Roman"/>
                          <a:ea typeface="Times New Roman"/>
                          <a:cs typeface="Times New Roman"/>
                        </a:rPr>
                        <a:t>Load-control behaviour</a:t>
                      </a:r>
                    </a:p>
                  </a:txBody>
                  <a:tcPr marL="85725" marR="85725" marT="57150" marB="57150" anchor="ctr">
                    <a:solidFill>
                      <a:srgbClr val="FFFFFF"/>
                    </a:solidFill>
                  </a:tcPr>
                </a:tc>
                <a:tc>
                  <a:txBody>
                    <a:bodyPr>
                      <a:noAutofit/>
                    </a:bodyPr>
                    <a:lstStyle/>
                    <a:p>
                      <a:pPr algn="l"/>
                      <a:r>
                        <a:rPr sz="1800" b="0">
                          <a:solidFill>
                            <a:srgbClr val="000000"/>
                          </a:solidFill>
                          <a:latin typeface="Times New Roman"/>
                          <a:ea typeface="Times New Roman"/>
                          <a:cs typeface="Times New Roman"/>
                        </a:rPr>
                        <a:t>3 s low-runtime trigger and safe fault OFF</a:t>
                      </a:r>
                    </a:p>
                  </a:txBody>
                  <a:tcPr marL="85725" marR="85725" marT="57150" marB="57150" anchor="ctr">
                    <a:solidFill>
                      <a:srgbClr val="FFFFFF"/>
                    </a:solidFill>
                  </a:tcPr>
                </a:tc>
              </a:tr>
              <a:tr h="600075">
                <a:tc>
                  <a:txBody>
                    <a:bodyPr>
                      <a:noAutofit/>
                    </a:bodyPr>
                    <a:lstStyle/>
                    <a:p>
                      <a:pPr algn="l"/>
                      <a:r>
                        <a:rPr sz="1800" b="0">
                          <a:solidFill>
                            <a:srgbClr val="000000"/>
                          </a:solidFill>
                          <a:latin typeface="Times New Roman"/>
                          <a:ea typeface="Times New Roman"/>
                          <a:cs typeface="Times New Roman"/>
                        </a:rPr>
                        <a:t>Service comparison</a:t>
                      </a:r>
                    </a:p>
                  </a:txBody>
                  <a:tcPr marL="85725" marR="85725" marT="57150" marB="57150" anchor="ctr">
                    <a:solidFill>
                      <a:srgbClr val="FFFFFF"/>
                    </a:solidFill>
                  </a:tcPr>
                </a:tc>
                <a:tc>
                  <a:txBody>
                    <a:bodyPr>
                      <a:noAutofit/>
                    </a:bodyPr>
                    <a:lstStyle/>
                    <a:p>
                      <a:pPr algn="l"/>
                      <a:r>
                        <a:rPr sz="1800" b="0">
                          <a:solidFill>
                            <a:srgbClr val="000000"/>
                          </a:solidFill>
                          <a:latin typeface="Times New Roman"/>
                          <a:ea typeface="Times New Roman"/>
                          <a:cs typeface="Times New Roman"/>
                        </a:rPr>
                        <a:t>Record both lamp and fan operating time</a:t>
                      </a:r>
                    </a:p>
                  </a:txBody>
                  <a:tcPr marL="85725" marR="85725" marT="57150" marB="57150" anchor="ctr">
                    <a:solidFill>
                      <a:srgbClr val="FFFFFF"/>
                    </a:solidFill>
                  </a:tcPr>
                </a:tc>
              </a:tr>
              <a:tr h="600075">
                <a:tc>
                  <a:txBody>
                    <a:bodyPr>
                      <a:noAutofit/>
                    </a:bodyPr>
                    <a:lstStyle/>
                    <a:p>
                      <a:pPr algn="l"/>
                      <a:r>
                        <a:rPr sz="1800" b="0">
                          <a:solidFill>
                            <a:srgbClr val="000000"/>
                          </a:solidFill>
                          <a:latin typeface="Times New Roman"/>
                          <a:ea typeface="Times New Roman"/>
                          <a:cs typeface="Times New Roman"/>
                        </a:rPr>
                        <a:t>Electrical qualification</a:t>
                      </a:r>
                    </a:p>
                  </a:txBody>
                  <a:tcPr marL="85725" marR="85725" marT="57150" marB="57150" anchor="ctr">
                    <a:solidFill>
                      <a:srgbClr val="FFFFFF"/>
                    </a:solidFill>
                  </a:tcPr>
                </a:tc>
                <a:tc>
                  <a:txBody>
                    <a:bodyPr>
                      <a:noAutofit/>
                    </a:bodyPr>
                    <a:lstStyle/>
                    <a:p>
                      <a:pPr algn="l"/>
                      <a:r>
                        <a:rPr sz="1800" b="0">
                          <a:solidFill>
                            <a:srgbClr val="000000"/>
                          </a:solidFill>
                          <a:latin typeface="Times New Roman"/>
                          <a:ea typeface="Times New Roman"/>
                          <a:cs typeface="Times New Roman"/>
                        </a:rPr>
                        <a:t>Startup rails, current and temperatures</a:t>
                      </a:r>
                    </a:p>
                  </a:txBody>
                  <a:tcPr marL="85725" marR="85725" marT="57150" marB="57150" anchor="ctr">
                    <a:solidFill>
                      <a:srgbClr val="FFFFFF"/>
                    </a:solidFill>
                  </a:tcPr>
                </a:tc>
              </a:tr>
              <a:tr h="600075">
                <a:tc>
                  <a:txBody>
                    <a:bodyPr>
                      <a:noAutofit/>
                    </a:bodyPr>
                    <a:lstStyle/>
                    <a:p>
                      <a:pPr algn="l"/>
                      <a:r>
                        <a:rPr sz="1800" b="0">
                          <a:solidFill>
                            <a:srgbClr val="000000"/>
                          </a:solidFill>
                          <a:latin typeface="Times New Roman"/>
                          <a:ea typeface="Times New Roman"/>
                          <a:cs typeface="Times New Roman"/>
                        </a:rPr>
                        <a:t>Final demonstrator</a:t>
                      </a:r>
                    </a:p>
                  </a:txBody>
                  <a:tcPr marL="85725" marR="85725" marT="57150" marB="57150" anchor="ctr">
                    <a:solidFill>
                      <a:srgbClr val="FFFFFF"/>
                    </a:solidFill>
                  </a:tcPr>
                </a:tc>
                <a:tc>
                  <a:txBody>
                    <a:bodyPr>
                      <a:noAutofit/>
                    </a:bodyPr>
                    <a:lstStyle/>
                    <a:p>
                      <a:pPr algn="l"/>
                      <a:r>
                        <a:rPr sz="1800" b="0">
                          <a:solidFill>
                            <a:srgbClr val="000000"/>
                          </a:solidFill>
                          <a:latin typeface="Times New Roman"/>
                          <a:ea typeface="Times New Roman"/>
                          <a:cs typeface="Times New Roman"/>
                        </a:rPr>
                        <a:t>Assembled unit, logs, BOM and report</a:t>
                      </a:r>
                    </a:p>
                  </a:txBody>
                  <a:tcPr marL="85725" marR="85725" marT="57150" marB="57150" anchor="ctr">
                    <a:solidFill>
                      <a:srgbClr val="FFFFFF"/>
                    </a:solidFill>
                  </a:tcPr>
                </a:tc>
              </a:tr>
            </a:tbl>
          </a:graphicData>
        </a:graphic>
      </p:graphicFrame>
      <p:sp>
        <p:nvSpPr>
          <p:cNvPr id="90" name="Evidence scope">
            <a:extLst xmlns:a="http://schemas.openxmlformats.org/drawingml/2006/main">
              <a:ext uri="{FF2B5EF4-FFF2-40B4-BE49-F238E27FC236}">
                <a16:creationId xmlns:a16="http://schemas.microsoft.com/office/drawing/2014/main" id="{60D152CF-6763-480E-B69F-3E77C39A4722}"/>
              </a:ext>
            </a:extLst>
          </p:cNvPr>
          <p:cNvSpPr>
            <a:spLocks xmlns:a="http://schemas.openxmlformats.org/drawingml/2006/main" noGrp="1"/>
          </p:cNvSpPr>
          <p:nvPr/>
        </p:nvSpPr>
        <p:spPr>
          <a:xfrm xmlns:a="http://schemas.openxmlformats.org/drawingml/2006/main">
            <a:off x="457200" y="5934075"/>
            <a:ext cx="80200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l">
              <a:defRPr sz="1350" b="0">
                <a:solidFill>
                  <a:srgbClr val="595959"/>
                </a:solidFill>
                <a:latin typeface="Times New Roman"/>
                <a:ea typeface="Times New Roman"/>
                <a:cs typeface="Times New Roman"/>
              </a:defRPr>
            </a:pPr>
            <a:r>
              <a:rPr sz="1350" b="0">
                <a:solidFill>
                  <a:srgbClr val="595959"/>
                </a:solidFill>
                <a:latin typeface="Times New Roman"/>
                <a:ea typeface="Times New Roman"/>
                <a:cs typeface="Times New Roman"/>
              </a:rPr>
              <a:t>Targets are acceptance criteria. Measurements have not yet established them.</a:t>
            </a:r>
          </a:p>
        </p:txBody>
      </p:sp>
    </p:spTree>
    <p:extLst>
      <p:ext uri="{BB962C8B-B14F-4D97-AF65-F5344CB8AC3E}">
        <p14:creationId xmlns:p14="http://schemas.microsoft.com/office/powerpoint/2010/main" val="996058863"/>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87" name="Google Shape;87;p4">
            <a:extLst xmlns:a="http://schemas.openxmlformats.org/drawingml/2006/main">
              <a:ext uri="{FF2B5EF4-FFF2-40B4-BE49-F238E27FC236}">
                <a16:creationId xmlns:a16="http://schemas.microsoft.com/office/drawing/2014/main" id="{8C75BA43-0059-43FA-9B41-A224C0E6A9C8}"/>
              </a:ext>
            </a:extLst>
          </p:cNvPr>
          <p:cNvSpPr>
            <a:spLocks xmlns:a="http://schemas.openxmlformats.org/drawingml/2006/main" noGrp="1"/>
          </p:cNvSpPr>
          <p:nvPr/>
        </p:nvSpPr>
        <p:spPr>
          <a:xfrm xmlns:a="http://schemas.openxmlformats.org/drawingml/2006/main">
            <a:off x="8472487" y="6218237"/>
            <a:ext cx="549275" cy="5238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7625" tIns="38100" rIns="47625" bIns="38100"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595959"/>
              </a:buClr>
              <a:buSzPts val="1000"/>
              <a:buFont typeface="Arial"/>
              <a:buNone/>
              <a:defRPr sz="975" b="0">
                <a:solidFill>
                  <a:srgbClr val="595959"/>
                </a:solidFill>
                <a:latin typeface="Arial"/>
                <a:ea typeface="Arial"/>
                <a:cs typeface="Arial"/>
              </a:defRPr>
            </a:pPr>
            <a:fld id="{90F7333B-44AC-F7E9-D49D-FE92F45E0477}" type="slidenum">
              <a:rPr sz="975" b="0" i="0" u="none">
                <a:solidFill>
                  <a:srgbClr val="595959"/>
                </a:solidFill>
                <a:latin typeface="Arial"/>
                <a:ea typeface="Arial"/>
                <a:cs typeface="Arial"/>
              </a:rPr>
              <a:t>17</a:t>
            </a:fld>
            <a:endParaRPr/>
          </a:p>
        </p:txBody>
      </p:sp>
      <p:sp>
        <p:nvSpPr>
          <p:cNvPr id="88" name="Google Shape;88;p4">
            <a:extLst xmlns:a="http://schemas.openxmlformats.org/drawingml/2006/main">
              <a:ext uri="{FF2B5EF4-FFF2-40B4-BE49-F238E27FC236}">
                <a16:creationId xmlns:a16="http://schemas.microsoft.com/office/drawing/2014/main" id="{A62A2C57-1B7B-4FB3-8FE0-EBFE6647D2CF}"/>
              </a:ext>
            </a:extLst>
          </p:cNvPr>
          <p:cNvSpPr>
            <a:spLocks xmlns:a="http://schemas.openxmlformats.org/drawingml/2006/main" noGrp="1"/>
          </p:cNvSpPr>
          <p:nvPr/>
        </p:nvSpPr>
        <p:spPr>
          <a:xfrm xmlns:a="http://schemas.openxmlformats.org/drawingml/2006/main">
            <a:off x="1371600" y="209550"/>
            <a:ext cx="6429375" cy="571500"/>
          </a:xfrm>
          <a:prstGeom xmlns:a="http://schemas.openxmlformats.org/drawingml/2006/main" prst="rect">
            <a:avLst/>
          </a:prstGeom>
          <a:solidFill xmlns:a="http://schemas.openxmlformats.org/drawingml/2006/main">
            <a:srgbClr val="FFEED9"/>
          </a:solidFill>
          <a:ln xmlns:a="http://schemas.openxmlformats.org/drawingml/2006/main" w="9525" cmpd="sng">
            <a:solidFill>
              <a:schemeClr val="dk1"/>
            </a:solidFill>
            <a:prstDash val="solid"/>
            <a:headEnd type="none" w="sm" len="sm"/>
            <a:tailEnd type="none" w="sm" len="sm"/>
          </a:ln>
        </p:spPr>
        <p:txBody>
          <a:bodyPr xmlns:a="http://schemas.openxmlformats.org/drawingml/2006/main" spcFirstLastPara="1" wrap="square" lIns="47625" tIns="38100" rIns="47625" bIns="38100" anchor="ctr">
            <a:noAutofit/>
          </a:bodyPr>
          <a:lstStyle xmlns:a="http://schemas.openxmlformats.org/drawingml/2006/main"/>
          <a:p xmlns:a="http://schemas.openxmlformats.org/drawingml/2006/main">
            <a:pPr marL="257175" lvl="0" indent="-257175" algn="ctr">
              <a:buClr>
                <a:schemeClr val="dk1"/>
              </a:buClr>
              <a:buSzPts val="2800"/>
              <a:buNone/>
              <a:defRPr sz="2550" b="1">
                <a:solidFill>
                  <a:srgbClr val="000000"/>
                </a:solidFill>
                <a:latin typeface="Times New Roman"/>
                <a:ea typeface="Times New Roman"/>
                <a:cs typeface="Times New Roman"/>
              </a:defRPr>
            </a:pPr>
            <a:r>
              <a:rPr sz="2550" b="1">
                <a:solidFill>
                  <a:srgbClr val="000000"/>
                </a:solidFill>
                <a:latin typeface="Times New Roman"/>
                <a:ea typeface="Times New Roman"/>
                <a:cs typeface="Times New Roman"/>
              </a:rPr>
              <a:t>Project Timeline</a:t>
            </a:r>
            <a:endParaRPr sz="1050"/>
          </a:p>
        </p:txBody>
      </p:sp>
      <p:graphicFrame>
        <p:nvGraphicFramePr>
          <p:cNvPr id="93" name="Table 1"/>
          <p:cNvGraphicFramePr/>
          <p:nvPr/>
        </p:nvGraphicFramePr>
        <p:xfrm>
          <a:off xmlns:a="http://schemas.openxmlformats.org/drawingml/2006/main" x="666750" y="1266825"/>
          <a:ext xmlns:a="http://schemas.openxmlformats.org/drawingml/2006/main" cx="7810500" cy="4010025"/>
        </p:xfrm>
        <a:graphic xmlns:a="http://schemas.openxmlformats.org/drawingml/2006/main">
          <a:graphicData uri="http://schemas.openxmlformats.org/drawingml/2006/table">
            <a:tbl>
              <a:tblPr/>
              <a:tblGrid>
                <a:gridCol w="1981200"/>
                <a:gridCol w="5829300"/>
              </a:tblGrid>
              <a:tr h="402590">
                <a:tc>
                  <a:txBody>
                    <a:bodyPr>
                      <a:noAutofit/>
                    </a:bodyPr>
                    <a:lstStyle/>
                    <a:p>
                      <a:r>
                        <a:rPr sz="1800" b="1">
                          <a:solidFill>
                            <a:srgbClr val="000000"/>
                          </a:solidFill>
                          <a:latin typeface="Times New Roman"/>
                          <a:ea typeface="Times New Roman"/>
                          <a:cs typeface="Times New Roman"/>
                        </a:rPr>
                        <a:t>Stage</a:t>
                      </a:r>
                      <a:endParaRPr>
                        <a:latin typeface="Cambria"/>
                        <a:ea typeface="Cambria"/>
                        <a:cs typeface="Cambria"/>
                      </a:endParaRPr>
                    </a:p>
                  </a:txBody>
                  <a:tcPr marL="114300" marR="114300" marT="66675" marB="666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r>
                        <a:rPr sz="1800" b="1">
                          <a:solidFill>
                            <a:srgbClr val="000000"/>
                          </a:solidFill>
                          <a:latin typeface="Times New Roman"/>
                          <a:ea typeface="Times New Roman"/>
                          <a:cs typeface="Times New Roman"/>
                        </a:rPr>
                        <a:t>Work and expected evidence</a:t>
                      </a:r>
                      <a:endParaRPr>
                        <a:latin typeface="Cambria"/>
                        <a:ea typeface="Cambria"/>
                        <a:cs typeface="Cambria"/>
                      </a:endParaRPr>
                    </a:p>
                  </a:txBody>
                  <a:tcPr marL="114300" marR="114300" marT="66675" marB="666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684404">
                <a:tc>
                  <a:txBody>
                    <a:bodyPr>
                      <a:noAutofit/>
                    </a:bodyPr>
                    <a:lstStyle/>
                    <a:p>
                      <a:r>
                        <a:rPr sz="1800" b="0">
                          <a:solidFill>
                            <a:srgbClr val="000000"/>
                          </a:solidFill>
                          <a:latin typeface="Times New Roman"/>
                          <a:ea typeface="Times New Roman"/>
                          <a:cs typeface="Times New Roman"/>
                        </a:rPr>
                        <a:t>By 3 Oct 2026</a:t>
                      </a:r>
                    </a:p>
                  </a:txBody>
                  <a:tcPr marL="114300" marR="114300" marT="66675" marB="666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r>
                        <a:rPr sz="1800" b="0">
                          <a:solidFill>
                            <a:srgbClr val="000000"/>
                          </a:solidFill>
                          <a:latin typeface="Times New Roman"/>
                          <a:ea typeface="Times New Roman"/>
                          <a:cs typeface="Times New Roman"/>
                        </a:rPr>
                        <a:t>Review 3: design, software demo and simulations</a:t>
                      </a:r>
                    </a:p>
                  </a:txBody>
                  <a:tcPr marL="114300" marR="114300" marT="66675" marB="666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684404">
                <a:tc>
                  <a:txBody>
                    <a:bodyPr>
                      <a:noAutofit/>
                    </a:bodyPr>
                    <a:lstStyle/>
                    <a:p>
                      <a:r>
                        <a:rPr sz="1800" b="0">
                          <a:solidFill>
                            <a:srgbClr val="000000"/>
                          </a:solidFill>
                          <a:latin typeface="Times New Roman"/>
                          <a:ea typeface="Times New Roman"/>
                          <a:cs typeface="Times New Roman"/>
                        </a:rPr>
                        <a:t>October 2026</a:t>
                      </a:r>
                    </a:p>
                  </a:txBody>
                  <a:tcPr marL="114300" marR="114300" marT="66675" marB="666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r>
                        <a:rPr sz="1800" b="0">
                          <a:solidFill>
                            <a:srgbClr val="000000"/>
                          </a:solidFill>
                          <a:latin typeface="Times New Roman"/>
                          <a:ea typeface="Times New Roman"/>
                          <a:cs typeface="Times New Roman"/>
                        </a:rPr>
                        <a:t>Confirm parts and quotes, then assemble on bench supply</a:t>
                      </a:r>
                    </a:p>
                  </a:txBody>
                  <a:tcPr marL="114300" marR="114300" marT="66675" marB="666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402590">
                <a:tc>
                  <a:txBody>
                    <a:bodyPr>
                      <a:noAutofit/>
                    </a:bodyPr>
                    <a:lstStyle/>
                    <a:p>
                      <a:r>
                        <a:rPr sz="1800" b="0">
                          <a:solidFill>
                            <a:srgbClr val="000000"/>
                          </a:solidFill>
                          <a:latin typeface="Times New Roman"/>
                          <a:ea typeface="Times New Roman"/>
                          <a:cs typeface="Times New Roman"/>
                        </a:rPr>
                        <a:t>Nov–Dec 2026</a:t>
                      </a:r>
                    </a:p>
                  </a:txBody>
                  <a:tcPr marL="114300" marR="114300" marT="66675" marB="666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r>
                        <a:rPr sz="1800" b="0">
                          <a:solidFill>
                            <a:srgbClr val="000000"/>
                          </a:solidFill>
                          <a:latin typeface="Times New Roman"/>
                          <a:ea typeface="Times New Roman"/>
                          <a:cs typeface="Times New Roman"/>
                        </a:rPr>
                        <a:t>Calibration, fan startup and loaded thermal tests</a:t>
                      </a:r>
                    </a:p>
                  </a:txBody>
                  <a:tcPr marL="114300" marR="114300" marT="66675" marB="666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684404">
                <a:tc>
                  <a:txBody>
                    <a:bodyPr>
                      <a:noAutofit/>
                    </a:bodyPr>
                    <a:lstStyle/>
                    <a:p>
                      <a:r>
                        <a:rPr sz="1800" b="0">
                          <a:solidFill>
                            <a:srgbClr val="000000"/>
                          </a:solidFill>
                          <a:latin typeface="Times New Roman"/>
                          <a:ea typeface="Times New Roman"/>
                          <a:cs typeface="Times New Roman"/>
                        </a:rPr>
                        <a:t>Next semester</a:t>
                      </a:r>
                    </a:p>
                  </a:txBody>
                  <a:tcPr marL="114300" marR="114300" marT="66675" marB="666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r>
                        <a:rPr sz="1800" b="0">
                          <a:solidFill>
                            <a:srgbClr val="000000"/>
                          </a:solidFill>
                          <a:latin typeface="Times New Roman"/>
                          <a:ea typeface="Times New Roman"/>
                          <a:cs typeface="Times New Roman"/>
                        </a:rPr>
                        <a:t>Repeated baseline/priority trials and enclosure</a:t>
                      </a:r>
                    </a:p>
                  </a:txBody>
                  <a:tcPr marL="114300" marR="114300" marT="66675" marB="666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684404">
                <a:tc>
                  <a:txBody>
                    <a:bodyPr>
                      <a:noAutofit/>
                    </a:bodyPr>
                    <a:lstStyle/>
                    <a:p>
                      <a:r>
                        <a:rPr sz="1800" b="0">
                          <a:solidFill>
                            <a:srgbClr val="000000"/>
                          </a:solidFill>
                          <a:latin typeface="Times New Roman"/>
                          <a:ea typeface="Times New Roman"/>
                          <a:cs typeface="Times New Roman"/>
                        </a:rPr>
                        <a:t>Final submission</a:t>
                      </a:r>
                    </a:p>
                  </a:txBody>
                  <a:tcPr marL="114300" marR="114300" marT="66675" marB="666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r>
                        <a:rPr sz="1800" b="0">
                          <a:solidFill>
                            <a:srgbClr val="000000"/>
                          </a:solidFill>
                          <a:latin typeface="Times New Roman"/>
                          <a:ea typeface="Times New Roman"/>
                          <a:cs typeface="Times New Roman"/>
                        </a:rPr>
                        <a:t>Working prototype, measured results and final report</a:t>
                      </a:r>
                    </a:p>
                  </a:txBody>
                  <a:tcPr marL="114300" marR="114300" marT="66675" marB="666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bl>
          </a:graphicData>
        </a:graphic>
      </p:graphicFrame>
      <p:sp>
        <p:nvSpPr>
          <p:cNvPr id="90" name="Schedule condition">
            <a:extLst xmlns:a="http://schemas.openxmlformats.org/drawingml/2006/main">
              <a:ext uri="{FF2B5EF4-FFF2-40B4-BE49-F238E27FC236}">
                <a16:creationId xmlns:a16="http://schemas.microsoft.com/office/drawing/2014/main" id="{D02B4EBE-A212-489C-86E6-CF342BEDF8C0}"/>
              </a:ext>
            </a:extLst>
          </p:cNvPr>
          <p:cNvSpPr>
            <a:spLocks xmlns:a="http://schemas.openxmlformats.org/drawingml/2006/main" noGrp="1"/>
          </p:cNvSpPr>
          <p:nvPr/>
        </p:nvSpPr>
        <p:spPr>
          <a:xfrm xmlns:a="http://schemas.openxmlformats.org/drawingml/2006/main">
            <a:off x="828675" y="5638800"/>
            <a:ext cx="75247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l">
              <a:defRPr sz="1875" b="0">
                <a:solidFill>
                  <a:srgbClr val="000000"/>
                </a:solidFill>
                <a:latin typeface="Times New Roman"/>
                <a:ea typeface="Times New Roman"/>
                <a:cs typeface="Times New Roman"/>
              </a:defRPr>
            </a:pPr>
            <a:r>
              <a:rPr sz="1875" b="0">
                <a:solidFill>
                  <a:srgbClr val="000000"/>
                </a:solidFill>
                <a:latin typeface="Times New Roman"/>
                <a:ea typeface="Times New Roman"/>
                <a:cs typeface="Times New Roman"/>
              </a:rPr>
              <a:t>Procurement and lab access control the build schedule.</a:t>
            </a:r>
          </a:p>
          <a:p xmlns:a="http://schemas.openxmlformats.org/drawingml/2006/main">
            <a:pPr algn="l">
              <a:defRPr sz="1875" b="0">
                <a:solidFill>
                  <a:srgbClr val="000000"/>
                </a:solidFill>
                <a:latin typeface="Times New Roman"/>
                <a:ea typeface="Times New Roman"/>
                <a:cs typeface="Times New Roman"/>
              </a:defRPr>
            </a:pPr>
            <a:r>
              <a:rPr sz="1875" b="0">
                <a:solidFill>
                  <a:srgbClr val="000000"/>
                </a:solidFill>
                <a:latin typeface="Times New Roman"/>
                <a:ea typeface="Times New Roman"/>
                <a:cs typeface="Times New Roman"/>
              </a:rPr>
              <a:t>Confirm the final submission date with the department.</a:t>
            </a:r>
          </a:p>
        </p:txBody>
      </p:sp>
    </p:spTree>
    <p:extLst>
      <p:ext uri="{BB962C8B-B14F-4D97-AF65-F5344CB8AC3E}">
        <p14:creationId xmlns:p14="http://schemas.microsoft.com/office/powerpoint/2010/main" val="4115128655"/>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87" name="Google Shape;87;p4">
            <a:extLst xmlns:a="http://schemas.openxmlformats.org/drawingml/2006/main">
              <a:ext uri="{FF2B5EF4-FFF2-40B4-BE49-F238E27FC236}">
                <a16:creationId xmlns:a16="http://schemas.microsoft.com/office/drawing/2014/main" id="{65D73292-3E94-4421-9AF7-E134C512CB36}"/>
              </a:ext>
            </a:extLst>
          </p:cNvPr>
          <p:cNvSpPr>
            <a:spLocks xmlns:a="http://schemas.openxmlformats.org/drawingml/2006/main" noGrp="1"/>
          </p:cNvSpPr>
          <p:nvPr/>
        </p:nvSpPr>
        <p:spPr>
          <a:xfrm xmlns:a="http://schemas.openxmlformats.org/drawingml/2006/main">
            <a:off x="8472487" y="6218237"/>
            <a:ext cx="549275" cy="5238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7625" tIns="38100" rIns="47625" bIns="38100"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595959"/>
              </a:buClr>
              <a:buSzPts val="1000"/>
              <a:buFont typeface="Arial"/>
              <a:buNone/>
              <a:defRPr sz="975" b="0">
                <a:solidFill>
                  <a:srgbClr val="595959"/>
                </a:solidFill>
                <a:latin typeface="Arial"/>
                <a:ea typeface="Arial"/>
                <a:cs typeface="Arial"/>
              </a:defRPr>
            </a:pPr>
            <a:fld id="{B1C6C81E-38B9-7560-621D-5A151A79DF9B}" type="slidenum">
              <a:rPr sz="975" b="0" i="0" u="none">
                <a:solidFill>
                  <a:srgbClr val="595959"/>
                </a:solidFill>
                <a:latin typeface="Arial"/>
                <a:ea typeface="Arial"/>
                <a:cs typeface="Arial"/>
              </a:rPr>
              <a:t>18</a:t>
            </a:fld>
            <a:endParaRPr/>
          </a:p>
        </p:txBody>
      </p:sp>
      <p:sp>
        <p:nvSpPr>
          <p:cNvPr id="88" name="Google Shape;88;p4">
            <a:extLst xmlns:a="http://schemas.openxmlformats.org/drawingml/2006/main">
              <a:ext uri="{FF2B5EF4-FFF2-40B4-BE49-F238E27FC236}">
                <a16:creationId xmlns:a16="http://schemas.microsoft.com/office/drawing/2014/main" id="{616791E0-642A-4768-9EA3-1B1E92D21798}"/>
              </a:ext>
            </a:extLst>
          </p:cNvPr>
          <p:cNvSpPr>
            <a:spLocks xmlns:a="http://schemas.openxmlformats.org/drawingml/2006/main" noGrp="1"/>
          </p:cNvSpPr>
          <p:nvPr/>
        </p:nvSpPr>
        <p:spPr>
          <a:xfrm xmlns:a="http://schemas.openxmlformats.org/drawingml/2006/main">
            <a:off x="1371600" y="209550"/>
            <a:ext cx="6429375" cy="571500"/>
          </a:xfrm>
          <a:prstGeom xmlns:a="http://schemas.openxmlformats.org/drawingml/2006/main" prst="rect">
            <a:avLst/>
          </a:prstGeom>
          <a:solidFill xmlns:a="http://schemas.openxmlformats.org/drawingml/2006/main">
            <a:srgbClr val="FFEED9"/>
          </a:solidFill>
          <a:ln xmlns:a="http://schemas.openxmlformats.org/drawingml/2006/main" w="9525" cmpd="sng">
            <a:solidFill>
              <a:schemeClr val="dk1"/>
            </a:solidFill>
            <a:prstDash val="solid"/>
            <a:headEnd type="none" w="sm" len="sm"/>
            <a:tailEnd type="none" w="sm" len="sm"/>
          </a:ln>
        </p:spPr>
        <p:txBody>
          <a:bodyPr xmlns:a="http://schemas.openxmlformats.org/drawingml/2006/main" spcFirstLastPara="1" wrap="square" lIns="47625" tIns="38100" rIns="47625" bIns="38100" anchor="ctr">
            <a:noAutofit/>
          </a:bodyPr>
          <a:lstStyle xmlns:a="http://schemas.openxmlformats.org/drawingml/2006/main"/>
          <a:p xmlns:a="http://schemas.openxmlformats.org/drawingml/2006/main">
            <a:pPr marL="257175" lvl="0" indent="-257175" algn="ctr">
              <a:buClr>
                <a:schemeClr val="dk1"/>
              </a:buClr>
              <a:buSzPts val="2800"/>
              <a:buNone/>
              <a:defRPr sz="2550" b="1">
                <a:solidFill>
                  <a:srgbClr val="000000"/>
                </a:solidFill>
                <a:latin typeface="Times New Roman"/>
                <a:ea typeface="Times New Roman"/>
                <a:cs typeface="Times New Roman"/>
              </a:defRPr>
            </a:pPr>
            <a:r>
              <a:rPr sz="2550" b="1">
                <a:solidFill>
                  <a:srgbClr val="000000"/>
                </a:solidFill>
                <a:latin typeface="Times New Roman"/>
                <a:ea typeface="Times New Roman"/>
                <a:cs typeface="Times New Roman"/>
              </a:rPr>
              <a:t>References 1 of 4</a:t>
            </a:r>
            <a:endParaRPr sz="1050"/>
          </a:p>
        </p:txBody>
      </p:sp>
      <p:sp>
        <p:nvSpPr>
          <p:cNvPr id="89" name="References">
            <a:extLst xmlns:a="http://schemas.openxmlformats.org/drawingml/2006/main">
              <a:ext uri="{FF2B5EF4-FFF2-40B4-BE49-F238E27FC236}">
                <a16:creationId xmlns:a16="http://schemas.microsoft.com/office/drawing/2014/main" id="{59346A43-D99A-4A26-9D54-E05D9990560A}"/>
              </a:ext>
            </a:extLst>
          </p:cNvPr>
          <p:cNvSpPr>
            <a:spLocks xmlns:a="http://schemas.openxmlformats.org/drawingml/2006/main" noGrp="1"/>
          </p:cNvSpPr>
          <p:nvPr/>
        </p:nvSpPr>
        <p:spPr>
          <a:xfrm xmlns:a="http://schemas.openxmlformats.org/drawingml/2006/main">
            <a:off x="533400" y="1209675"/>
            <a:ext cx="8105775" cy="501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l">
              <a:spcAft>
                <a:spcPts val="800"/>
              </a:spcAft>
              <a:defRPr sz="1500" b="0">
                <a:solidFill>
                  <a:srgbClr val="000000"/>
                </a:solidFill>
                <a:latin typeface="Times New Roman"/>
                <a:ea typeface="Times New Roman"/>
                <a:cs typeface="Times New Roman"/>
              </a:defRPr>
            </a:pPr>
            <a:r>
              <a:rPr sz="1500" b="0">
                <a:solidFill>
                  <a:srgbClr val="000000"/>
                </a:solidFill>
                <a:latin typeface="Times New Roman"/>
                <a:ea typeface="Times New Roman"/>
                <a:cs typeface="Times New Roman"/>
              </a:rPr>
              <a:t>[1] Marahatta et al., 2021. 'Priority-based low voltage DC microgrid system for rural electrification,' Energy Reports, vol. 7, pp. 43-51, 2021
DOI: </a:t>
            </a:r>
            <a:r>
              <a:rPr sz="1500" b="0">
                <a:solidFill>
                  <a:srgbClr val="000000"/>
                </a:solidFill>
                <a:latin typeface="Times New Roman"/>
                <a:ea typeface="Times New Roman"/>
                <a:cs typeface="Times New Roman"/>
                <a:hlinkClick xmlns:r="http://schemas.openxmlformats.org/officeDocument/2006/relationships" r:id="Rd737e5893e8540a4"/>
              </a:rPr>
              <a:t>10.1016/j.egyr.2020.11.030</a:t>
            </a:r>
          </a:p>
          <a:p xmlns:a="http://schemas.openxmlformats.org/drawingml/2006/main">
            <a:pPr algn="l">
              <a:spcAft>
                <a:spcPts val="800"/>
              </a:spcAft>
              <a:defRPr sz="1500" b="0">
                <a:solidFill>
                  <a:srgbClr val="000000"/>
                </a:solidFill>
                <a:latin typeface="Times New Roman"/>
                <a:ea typeface="Times New Roman"/>
                <a:cs typeface="Times New Roman"/>
              </a:defRPr>
            </a:pPr>
            <a:r>
              <a:rPr sz="1500" b="0">
                <a:solidFill>
                  <a:srgbClr val="000000"/>
                </a:solidFill>
                <a:latin typeface="Times New Roman"/>
                <a:ea typeface="Times New Roman"/>
                <a:cs typeface="Times New Roman"/>
              </a:rPr>
              <a:t>[2] Rajbhandari et al., 2024. 'Enhanced demand side management for solar-based isolated microgrid system: Load prioritisation and energy optimisation,' IET Smart Grid, vol. 7, no. 3, pp. 294-313, 2024
DOI: </a:t>
            </a:r>
            <a:r>
              <a:rPr sz="1500" b="0">
                <a:solidFill>
                  <a:srgbClr val="000000"/>
                </a:solidFill>
                <a:latin typeface="Times New Roman"/>
                <a:ea typeface="Times New Roman"/>
                <a:cs typeface="Times New Roman"/>
                <a:hlinkClick xmlns:r="http://schemas.openxmlformats.org/officeDocument/2006/relationships" r:id="R34ca74e9ccdf49b4"/>
              </a:rPr>
              <a:t>10.1049/stg2.12151</a:t>
            </a:r>
          </a:p>
          <a:p xmlns:a="http://schemas.openxmlformats.org/drawingml/2006/main">
            <a:pPr algn="l">
              <a:spcAft>
                <a:spcPts val="800"/>
              </a:spcAft>
              <a:defRPr sz="1500" b="0">
                <a:solidFill>
                  <a:srgbClr val="000000"/>
                </a:solidFill>
                <a:latin typeface="Times New Roman"/>
                <a:ea typeface="Times New Roman"/>
                <a:cs typeface="Times New Roman"/>
              </a:defRPr>
            </a:pPr>
            <a:r>
              <a:rPr sz="1500" b="0">
                <a:solidFill>
                  <a:srgbClr val="000000"/>
                </a:solidFill>
                <a:latin typeface="Times New Roman"/>
                <a:ea typeface="Times New Roman"/>
                <a:cs typeface="Times New Roman"/>
              </a:rPr>
              <a:t>[3] Bai et al., 2020. 'DC Microgrid System Modeling and Simulation Based on a Specific Algorithm for Grid-Connected and Islanded Modes with Real-Time Demand-Side Management Optimization,' Applied Sciences, vol. 10, no. 7, Art. 2544, 2020
DOI: </a:t>
            </a:r>
            <a:r>
              <a:rPr sz="1500" b="0">
                <a:solidFill>
                  <a:srgbClr val="000000"/>
                </a:solidFill>
                <a:latin typeface="Times New Roman"/>
                <a:ea typeface="Times New Roman"/>
                <a:cs typeface="Times New Roman"/>
                <a:hlinkClick xmlns:r="http://schemas.openxmlformats.org/officeDocument/2006/relationships" r:id="Re4eb96f2dc964b81"/>
              </a:rPr>
              <a:t>10.3390/app10072544</a:t>
            </a:r>
          </a:p>
          <a:p xmlns:a="http://schemas.openxmlformats.org/drawingml/2006/main">
            <a:pPr algn="l">
              <a:spcAft>
                <a:spcPts val="800"/>
              </a:spcAft>
              <a:defRPr sz="1500" b="0">
                <a:solidFill>
                  <a:srgbClr val="000000"/>
                </a:solidFill>
                <a:latin typeface="Times New Roman"/>
                <a:ea typeface="Times New Roman"/>
                <a:cs typeface="Times New Roman"/>
              </a:defRPr>
            </a:pPr>
            <a:r>
              <a:rPr sz="1500" b="0">
                <a:solidFill>
                  <a:srgbClr val="000000"/>
                </a:solidFill>
                <a:latin typeface="Times New Roman"/>
                <a:ea typeface="Times New Roman"/>
                <a:cs typeface="Times New Roman"/>
              </a:rPr>
              <a:t>[4] Lv et al., 2021. 'Research on Control Strategy of Isolated DC Microgrid Based on SOC of Energy Storage System,' Electronics, vol. 10, no. 7, Art. 834, 2021
DOI: </a:t>
            </a:r>
            <a:r>
              <a:rPr sz="1500" b="0">
                <a:solidFill>
                  <a:srgbClr val="000000"/>
                </a:solidFill>
                <a:latin typeface="Times New Roman"/>
                <a:ea typeface="Times New Roman"/>
                <a:cs typeface="Times New Roman"/>
                <a:hlinkClick xmlns:r="http://schemas.openxmlformats.org/officeDocument/2006/relationships" r:id="Re4845a752dfe4fec"/>
              </a:rPr>
              <a:t>10.3390/electronics10070834</a:t>
            </a:r>
          </a:p>
          <a:p xmlns:a="http://schemas.openxmlformats.org/drawingml/2006/main">
            <a:pPr algn="l">
              <a:spcAft>
                <a:spcPts val="800"/>
              </a:spcAft>
              <a:defRPr sz="1500" b="0">
                <a:solidFill>
                  <a:srgbClr val="000000"/>
                </a:solidFill>
                <a:latin typeface="Times New Roman"/>
                <a:ea typeface="Times New Roman"/>
                <a:cs typeface="Times New Roman"/>
              </a:defRPr>
            </a:pPr>
            <a:r>
              <a:rPr sz="1500" b="0">
                <a:solidFill>
                  <a:srgbClr val="000000"/>
                </a:solidFill>
                <a:latin typeface="Times New Roman"/>
                <a:ea typeface="Times New Roman"/>
                <a:cs typeface="Times New Roman"/>
              </a:rPr>
              <a:t>[5] Guo &amp; Kors, 2021. 'Design of a Laboratory Scale Solar Microgrid Cyber-Physical System for Education,' Electronics, vol. 10, no. 13, Art. 1562, 2021
DOI: </a:t>
            </a:r>
            <a:r>
              <a:rPr sz="1500" b="0">
                <a:solidFill>
                  <a:srgbClr val="000000"/>
                </a:solidFill>
                <a:latin typeface="Times New Roman"/>
                <a:ea typeface="Times New Roman"/>
                <a:cs typeface="Times New Roman"/>
                <a:hlinkClick xmlns:r="http://schemas.openxmlformats.org/officeDocument/2006/relationships" r:id="Ra828562cc419448d"/>
              </a:rPr>
              <a:t>10.3390/electronics10131562</a:t>
            </a:r>
          </a:p>
        </p:txBody>
      </p:sp>
    </p:spTree>
    <p:extLst>
      <p:ext uri="{BB962C8B-B14F-4D97-AF65-F5344CB8AC3E}">
        <p14:creationId xmlns:p14="http://schemas.microsoft.com/office/powerpoint/2010/main" val="3624773730"/>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sp>
        <p:nvSpPr>
          <p:cNvPr id="87" name="Google Shape;87;p4">
            <a:extLst xmlns:a="http://schemas.openxmlformats.org/drawingml/2006/main">
              <a:ext uri="{FF2B5EF4-FFF2-40B4-BE49-F238E27FC236}">
                <a16:creationId xmlns:a16="http://schemas.microsoft.com/office/drawing/2014/main" id="{65D73292-3E94-4421-9AF7-E134C512CB36}"/>
              </a:ext>
            </a:extLst>
          </p:cNvPr>
          <p:cNvSpPr>
            <a:spLocks xmlns:a="http://schemas.openxmlformats.org/drawingml/2006/main" noGrp="1"/>
          </p:cNvSpPr>
          <p:nvPr/>
        </p:nvSpPr>
        <p:spPr>
          <a:xfrm xmlns:a="http://schemas.openxmlformats.org/drawingml/2006/main">
            <a:off x="8472487" y="6218237"/>
            <a:ext cx="549275" cy="5238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7625" tIns="38100" rIns="47625" bIns="38100"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595959"/>
              </a:buClr>
              <a:buSzPts val="1000"/>
              <a:buFont typeface="Arial"/>
              <a:buNone/>
              <a:defRPr sz="975" b="0">
                <a:solidFill>
                  <a:srgbClr val="595959"/>
                </a:solidFill>
                <a:latin typeface="Arial"/>
                <a:ea typeface="Arial"/>
                <a:cs typeface="Arial"/>
              </a:defRPr>
            </a:pPr>
            <a:fld id="{CCF91274-D221-1BB4-3BF9-836E3AD31EBE}" type="slidenum">
              <a:rPr sz="975" b="0" i="0" u="none">
                <a:solidFill>
                  <a:srgbClr val="595959"/>
                </a:solidFill>
                <a:latin typeface="Arial"/>
                <a:ea typeface="Arial"/>
                <a:cs typeface="Arial"/>
              </a:rPr>
              <a:t>19</a:t>
            </a:fld>
            <a:endParaRPr/>
          </a:p>
        </p:txBody>
      </p:sp>
      <p:sp>
        <p:nvSpPr>
          <p:cNvPr id="88" name="Google Shape;88;p4">
            <a:extLst xmlns:a="http://schemas.openxmlformats.org/drawingml/2006/main">
              <a:ext uri="{FF2B5EF4-FFF2-40B4-BE49-F238E27FC236}">
                <a16:creationId xmlns:a16="http://schemas.microsoft.com/office/drawing/2014/main" id="{616791E0-642A-4768-9EA3-1B1E92D21798}"/>
              </a:ext>
            </a:extLst>
          </p:cNvPr>
          <p:cNvSpPr>
            <a:spLocks xmlns:a="http://schemas.openxmlformats.org/drawingml/2006/main" noGrp="1"/>
          </p:cNvSpPr>
          <p:nvPr/>
        </p:nvSpPr>
        <p:spPr>
          <a:xfrm xmlns:a="http://schemas.openxmlformats.org/drawingml/2006/main">
            <a:off x="1371600" y="209550"/>
            <a:ext cx="6429375" cy="571500"/>
          </a:xfrm>
          <a:prstGeom xmlns:a="http://schemas.openxmlformats.org/drawingml/2006/main" prst="rect">
            <a:avLst/>
          </a:prstGeom>
          <a:solidFill xmlns:a="http://schemas.openxmlformats.org/drawingml/2006/main">
            <a:srgbClr val="FFEED9"/>
          </a:solidFill>
          <a:ln xmlns:a="http://schemas.openxmlformats.org/drawingml/2006/main" w="9525" cmpd="sng">
            <a:solidFill>
              <a:schemeClr val="dk1"/>
            </a:solidFill>
            <a:prstDash val="solid"/>
            <a:headEnd type="none" w="sm" len="sm"/>
            <a:tailEnd type="none" w="sm" len="sm"/>
          </a:ln>
        </p:spPr>
        <p:txBody>
          <a:bodyPr xmlns:a="http://schemas.openxmlformats.org/drawingml/2006/main" spcFirstLastPara="1" wrap="square" lIns="47625" tIns="38100" rIns="47625" bIns="38100" anchor="ctr">
            <a:noAutofit/>
          </a:bodyPr>
          <a:lstStyle xmlns:a="http://schemas.openxmlformats.org/drawingml/2006/main"/>
          <a:p xmlns:a="http://schemas.openxmlformats.org/drawingml/2006/main">
            <a:pPr marL="257175" lvl="0" indent="-257175" algn="ctr">
              <a:buClr>
                <a:schemeClr val="dk1"/>
              </a:buClr>
              <a:buSzPts val="2800"/>
              <a:buNone/>
              <a:defRPr sz="2550" b="1">
                <a:solidFill>
                  <a:srgbClr val="000000"/>
                </a:solidFill>
                <a:latin typeface="Times New Roman"/>
                <a:ea typeface="Times New Roman"/>
                <a:cs typeface="Times New Roman"/>
              </a:defRPr>
            </a:pPr>
            <a:r>
              <a:rPr sz="2550" b="1">
                <a:solidFill>
                  <a:srgbClr val="000000"/>
                </a:solidFill>
                <a:latin typeface="Times New Roman"/>
                <a:ea typeface="Times New Roman"/>
                <a:cs typeface="Times New Roman"/>
              </a:rPr>
              <a:t>References 2 of 4</a:t>
            </a:r>
            <a:endParaRPr sz="1050"/>
          </a:p>
        </p:txBody>
      </p:sp>
      <p:sp>
        <p:nvSpPr>
          <p:cNvPr id="89" name="References">
            <a:extLst xmlns:a="http://schemas.openxmlformats.org/drawingml/2006/main">
              <a:ext uri="{FF2B5EF4-FFF2-40B4-BE49-F238E27FC236}">
                <a16:creationId xmlns:a16="http://schemas.microsoft.com/office/drawing/2014/main" id="{66C0F65E-FC1D-4F60-B344-51C088222E50}"/>
              </a:ext>
            </a:extLst>
          </p:cNvPr>
          <p:cNvSpPr>
            <a:spLocks xmlns:a="http://schemas.openxmlformats.org/drawingml/2006/main" noGrp="1"/>
          </p:cNvSpPr>
          <p:nvPr/>
        </p:nvSpPr>
        <p:spPr>
          <a:xfrm xmlns:a="http://schemas.openxmlformats.org/drawingml/2006/main">
            <a:off x="533400" y="1209675"/>
            <a:ext cx="8105775" cy="501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l">
              <a:spcAft>
                <a:spcPts val="800"/>
              </a:spcAft>
              <a:defRPr sz="1500" b="0">
                <a:solidFill>
                  <a:srgbClr val="000000"/>
                </a:solidFill>
                <a:latin typeface="Times New Roman"/>
                <a:ea typeface="Times New Roman"/>
                <a:cs typeface="Times New Roman"/>
              </a:defRPr>
            </a:pPr>
            <a:r>
              <a:rPr sz="1500" b="0">
                <a:solidFill>
                  <a:srgbClr val="000000"/>
                </a:solidFill>
                <a:latin typeface="Times New Roman"/>
                <a:ea typeface="Times New Roman"/>
                <a:cs typeface="Times New Roman"/>
              </a:rPr>
              <a:t>[6] Yusubov &amp; Bekirova, 2023. 'A standalone DC microgrid energy management strategy using the battery state of charge,' Informatyka, Automatyka, Pomiary w Gospodarce i Ochronie Środowiska, vol. 13, no. 3, pp. 75-78, 2023
DOI: </a:t>
            </a:r>
            <a:r>
              <a:rPr sz="1500" b="0">
                <a:solidFill>
                  <a:srgbClr val="000000"/>
                </a:solidFill>
                <a:latin typeface="Times New Roman"/>
                <a:ea typeface="Times New Roman"/>
                <a:cs typeface="Times New Roman"/>
                <a:hlinkClick xmlns:r="http://schemas.openxmlformats.org/officeDocument/2006/relationships" r:id="Rdda19e9c0c464bb2"/>
              </a:rPr>
              <a:t>10.35784/iapgos.5320</a:t>
            </a:r>
          </a:p>
          <a:p xmlns:a="http://schemas.openxmlformats.org/drawingml/2006/main">
            <a:pPr algn="l">
              <a:spcAft>
                <a:spcPts val="800"/>
              </a:spcAft>
              <a:defRPr sz="1500" b="0">
                <a:solidFill>
                  <a:srgbClr val="000000"/>
                </a:solidFill>
                <a:latin typeface="Times New Roman"/>
                <a:ea typeface="Times New Roman"/>
                <a:cs typeface="Times New Roman"/>
              </a:defRPr>
            </a:pPr>
            <a:r>
              <a:rPr sz="1500" b="0">
                <a:solidFill>
                  <a:srgbClr val="000000"/>
                </a:solidFill>
                <a:latin typeface="Times New Roman"/>
                <a:ea typeface="Times New Roman"/>
                <a:cs typeface="Times New Roman"/>
              </a:rPr>
              <a:t>[7] Basantes et al., 2023. 'Energy Management System (EMS) Based on Model Predictive Control (MPC) for an Isolated DC Microgrid,' Energies, vol. 16, no. 6, Art. 2912, 2023
DOI: </a:t>
            </a:r>
            <a:r>
              <a:rPr sz="1500" b="0">
                <a:solidFill>
                  <a:srgbClr val="000000"/>
                </a:solidFill>
                <a:latin typeface="Times New Roman"/>
                <a:ea typeface="Times New Roman"/>
                <a:cs typeface="Times New Roman"/>
                <a:hlinkClick xmlns:r="http://schemas.openxmlformats.org/officeDocument/2006/relationships" r:id="R6753a7b8c7d344f9"/>
              </a:rPr>
              <a:t>10.3390/en16062912</a:t>
            </a:r>
          </a:p>
          <a:p xmlns:a="http://schemas.openxmlformats.org/drawingml/2006/main">
            <a:pPr algn="l">
              <a:spcAft>
                <a:spcPts val="800"/>
              </a:spcAft>
              <a:defRPr sz="1500" b="0">
                <a:solidFill>
                  <a:srgbClr val="000000"/>
                </a:solidFill>
                <a:latin typeface="Times New Roman"/>
                <a:ea typeface="Times New Roman"/>
                <a:cs typeface="Times New Roman"/>
              </a:defRPr>
            </a:pPr>
            <a:r>
              <a:rPr sz="1500" b="0">
                <a:solidFill>
                  <a:srgbClr val="000000"/>
                </a:solidFill>
                <a:latin typeface="Times New Roman"/>
                <a:ea typeface="Times New Roman"/>
                <a:cs typeface="Times New Roman"/>
              </a:rPr>
              <a:t>[8] Sepehrzad et al., 2023. 'Experimental and developed DC microgrid energy management integrated with battery energy storage based on multiple dynamic matrix model predictive control,' Journal of Energy Storage, vol. 74, Part A, Art. 109282, 2023
DOI: </a:t>
            </a:r>
            <a:r>
              <a:rPr sz="1500" b="0">
                <a:solidFill>
                  <a:srgbClr val="000000"/>
                </a:solidFill>
                <a:latin typeface="Times New Roman"/>
                <a:ea typeface="Times New Roman"/>
                <a:cs typeface="Times New Roman"/>
                <a:hlinkClick xmlns:r="http://schemas.openxmlformats.org/officeDocument/2006/relationships" r:id="Rf47e5d50b97645c8"/>
              </a:rPr>
              <a:t>10.1016/j.est.2023.109282</a:t>
            </a:r>
          </a:p>
          <a:p xmlns:a="http://schemas.openxmlformats.org/drawingml/2006/main">
            <a:pPr algn="l">
              <a:spcAft>
                <a:spcPts val="800"/>
              </a:spcAft>
              <a:defRPr sz="1500" b="0">
                <a:solidFill>
                  <a:srgbClr val="000000"/>
                </a:solidFill>
                <a:latin typeface="Times New Roman"/>
                <a:ea typeface="Times New Roman"/>
                <a:cs typeface="Times New Roman"/>
              </a:defRPr>
            </a:pPr>
            <a:r>
              <a:rPr sz="1500" b="0">
                <a:solidFill>
                  <a:srgbClr val="000000"/>
                </a:solidFill>
                <a:latin typeface="Times New Roman"/>
                <a:ea typeface="Times New Roman"/>
                <a:cs typeface="Times New Roman"/>
              </a:rPr>
              <a:t>[9] Khawaja et al., 2023. 'Design of cost-based sizing and energy management framework for standalone microgrid using reinforcement learning,' Solar Energy, vol. 251, pp. 249-260, 2023
DOI: </a:t>
            </a:r>
            <a:r>
              <a:rPr sz="1500" b="0">
                <a:solidFill>
                  <a:srgbClr val="000000"/>
                </a:solidFill>
                <a:latin typeface="Times New Roman"/>
                <a:ea typeface="Times New Roman"/>
                <a:cs typeface="Times New Roman"/>
                <a:hlinkClick xmlns:r="http://schemas.openxmlformats.org/officeDocument/2006/relationships" r:id="Rf8798ea3eaf74b10"/>
              </a:rPr>
              <a:t>10.1016/j.solener.2023.01.027</a:t>
            </a:r>
          </a:p>
          <a:p xmlns:a="http://schemas.openxmlformats.org/drawingml/2006/main">
            <a:pPr algn="l">
              <a:spcAft>
                <a:spcPts val="800"/>
              </a:spcAft>
              <a:defRPr sz="1500" b="0">
                <a:solidFill>
                  <a:srgbClr val="000000"/>
                </a:solidFill>
                <a:latin typeface="Times New Roman"/>
                <a:ea typeface="Times New Roman"/>
                <a:cs typeface="Times New Roman"/>
              </a:defRPr>
            </a:pPr>
            <a:r>
              <a:rPr sz="1500" b="0">
                <a:solidFill>
                  <a:srgbClr val="000000"/>
                </a:solidFill>
                <a:latin typeface="Times New Roman"/>
                <a:ea typeface="Times New Roman"/>
                <a:cs typeface="Times New Roman"/>
              </a:rPr>
              <a:t>[10] Singh &amp; Maulik, 2023. 'DC Microgrid energy management with correlated uncertainties,' Sustainable Energy, Grids and Networks, vol. 35, Art. 101137, 2023
DOI: </a:t>
            </a:r>
            <a:r>
              <a:rPr sz="1500" b="0">
                <a:solidFill>
                  <a:srgbClr val="000000"/>
                </a:solidFill>
                <a:latin typeface="Times New Roman"/>
                <a:ea typeface="Times New Roman"/>
                <a:cs typeface="Times New Roman"/>
                <a:hlinkClick xmlns:r="http://schemas.openxmlformats.org/officeDocument/2006/relationships" r:id="Ra252715f8236492b"/>
              </a:rPr>
              <a:t>10.1016/j.segan.2023.101137</a:t>
            </a:r>
          </a:p>
        </p:txBody>
      </p:sp>
    </p:spTree>
    <p:extLst>
      <p:ext uri="{BB962C8B-B14F-4D97-AF65-F5344CB8AC3E}">
        <p14:creationId xmlns:p14="http://schemas.microsoft.com/office/powerpoint/2010/main" val="3624773730"/>
      </p:ext>
    </p:extLst>
  </p:cSld>
</p:sld>
</file>

<file path=ppt/slides/slide20.xml><?xml version="1.0" encoding="utf-8"?>
<p:sld xmlns:p="http://schemas.openxmlformats.org/presentationml/2006/main">
  <p:cSld>
    <p:spTree>
      <p:nvGrpSpPr>
        <p:cNvPr id="1" name=""/>
        <p:cNvGrpSpPr/>
        <p:nvPr/>
      </p:nvGrpSpPr>
      <p:grpSpPr>
        <a:xfrm xmlns:a="http://schemas.openxmlformats.org/drawingml/2006/main"/>
      </p:grpSpPr>
      <p:sp>
        <p:nvSpPr>
          <p:cNvPr id="87" name="Google Shape;87;p4">
            <a:extLst xmlns:a="http://schemas.openxmlformats.org/drawingml/2006/main">
              <a:ext uri="{FF2B5EF4-FFF2-40B4-BE49-F238E27FC236}">
                <a16:creationId xmlns:a16="http://schemas.microsoft.com/office/drawing/2014/main" id="{65D73292-3E94-4421-9AF7-E134C512CB36}"/>
              </a:ext>
            </a:extLst>
          </p:cNvPr>
          <p:cNvSpPr>
            <a:spLocks xmlns:a="http://schemas.openxmlformats.org/drawingml/2006/main" noGrp="1"/>
          </p:cNvSpPr>
          <p:nvPr/>
        </p:nvSpPr>
        <p:spPr>
          <a:xfrm xmlns:a="http://schemas.openxmlformats.org/drawingml/2006/main">
            <a:off x="8472487" y="6218237"/>
            <a:ext cx="549275" cy="5238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7625" tIns="38100" rIns="47625" bIns="38100"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595959"/>
              </a:buClr>
              <a:buSzPts val="1000"/>
              <a:buFont typeface="Arial"/>
              <a:buNone/>
              <a:defRPr sz="975" b="0">
                <a:solidFill>
                  <a:srgbClr val="595959"/>
                </a:solidFill>
                <a:latin typeface="Arial"/>
                <a:ea typeface="Arial"/>
                <a:cs typeface="Arial"/>
              </a:defRPr>
            </a:pPr>
            <a:fld id="{844E025A-983C-6D44-79C6-4612AACD43FC}" type="slidenum">
              <a:rPr sz="975" b="0" i="0" u="none">
                <a:solidFill>
                  <a:srgbClr val="595959"/>
                </a:solidFill>
                <a:latin typeface="Arial"/>
                <a:ea typeface="Arial"/>
                <a:cs typeface="Arial"/>
              </a:rPr>
              <a:t>20</a:t>
            </a:fld>
            <a:endParaRPr/>
          </a:p>
        </p:txBody>
      </p:sp>
      <p:sp>
        <p:nvSpPr>
          <p:cNvPr id="88" name="Google Shape;88;p4">
            <a:extLst xmlns:a="http://schemas.openxmlformats.org/drawingml/2006/main">
              <a:ext uri="{FF2B5EF4-FFF2-40B4-BE49-F238E27FC236}">
                <a16:creationId xmlns:a16="http://schemas.microsoft.com/office/drawing/2014/main" id="{616791E0-642A-4768-9EA3-1B1E92D21798}"/>
              </a:ext>
            </a:extLst>
          </p:cNvPr>
          <p:cNvSpPr>
            <a:spLocks xmlns:a="http://schemas.openxmlformats.org/drawingml/2006/main" noGrp="1"/>
          </p:cNvSpPr>
          <p:nvPr/>
        </p:nvSpPr>
        <p:spPr>
          <a:xfrm xmlns:a="http://schemas.openxmlformats.org/drawingml/2006/main">
            <a:off x="1371600" y="209550"/>
            <a:ext cx="6429375" cy="571500"/>
          </a:xfrm>
          <a:prstGeom xmlns:a="http://schemas.openxmlformats.org/drawingml/2006/main" prst="rect">
            <a:avLst/>
          </a:prstGeom>
          <a:solidFill xmlns:a="http://schemas.openxmlformats.org/drawingml/2006/main">
            <a:srgbClr val="FFEED9"/>
          </a:solidFill>
          <a:ln xmlns:a="http://schemas.openxmlformats.org/drawingml/2006/main" w="9525" cmpd="sng">
            <a:solidFill>
              <a:schemeClr val="dk1"/>
            </a:solidFill>
            <a:prstDash val="solid"/>
            <a:headEnd type="none" w="sm" len="sm"/>
            <a:tailEnd type="none" w="sm" len="sm"/>
          </a:ln>
        </p:spPr>
        <p:txBody>
          <a:bodyPr xmlns:a="http://schemas.openxmlformats.org/drawingml/2006/main" spcFirstLastPara="1" wrap="square" lIns="47625" tIns="38100" rIns="47625" bIns="38100" anchor="ctr">
            <a:noAutofit/>
          </a:bodyPr>
          <a:lstStyle xmlns:a="http://schemas.openxmlformats.org/drawingml/2006/main"/>
          <a:p xmlns:a="http://schemas.openxmlformats.org/drawingml/2006/main">
            <a:pPr marL="257175" lvl="0" indent="-257175" algn="ctr">
              <a:buClr>
                <a:schemeClr val="dk1"/>
              </a:buClr>
              <a:buSzPts val="2800"/>
              <a:buNone/>
              <a:defRPr sz="2550" b="1">
                <a:solidFill>
                  <a:srgbClr val="000000"/>
                </a:solidFill>
                <a:latin typeface="Times New Roman"/>
                <a:ea typeface="Times New Roman"/>
                <a:cs typeface="Times New Roman"/>
              </a:defRPr>
            </a:pPr>
            <a:r>
              <a:rPr sz="2550" b="1">
                <a:solidFill>
                  <a:srgbClr val="000000"/>
                </a:solidFill>
                <a:latin typeface="Times New Roman"/>
                <a:ea typeface="Times New Roman"/>
                <a:cs typeface="Times New Roman"/>
              </a:rPr>
              <a:t>References 3 of 4</a:t>
            </a:r>
            <a:endParaRPr sz="1050"/>
          </a:p>
        </p:txBody>
      </p:sp>
      <p:sp>
        <p:nvSpPr>
          <p:cNvPr id="89" name="References">
            <a:extLst xmlns:a="http://schemas.openxmlformats.org/drawingml/2006/main">
              <a:ext uri="{FF2B5EF4-FFF2-40B4-BE49-F238E27FC236}">
                <a16:creationId xmlns:a16="http://schemas.microsoft.com/office/drawing/2014/main" id="{3540BE93-4AD7-4952-A9B3-6BB473E10856}"/>
              </a:ext>
            </a:extLst>
          </p:cNvPr>
          <p:cNvSpPr>
            <a:spLocks xmlns:a="http://schemas.openxmlformats.org/drawingml/2006/main" noGrp="1"/>
          </p:cNvSpPr>
          <p:nvPr/>
        </p:nvSpPr>
        <p:spPr>
          <a:xfrm xmlns:a="http://schemas.openxmlformats.org/drawingml/2006/main">
            <a:off x="533400" y="1209675"/>
            <a:ext cx="8105775" cy="501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l">
              <a:spcAft>
                <a:spcPts val="800"/>
              </a:spcAft>
              <a:defRPr sz="1500" b="0">
                <a:solidFill>
                  <a:srgbClr val="000000"/>
                </a:solidFill>
                <a:latin typeface="Times New Roman"/>
                <a:ea typeface="Times New Roman"/>
                <a:cs typeface="Times New Roman"/>
              </a:defRPr>
            </a:pPr>
            <a:r>
              <a:rPr sz="1500" b="0">
                <a:solidFill>
                  <a:srgbClr val="000000"/>
                </a:solidFill>
                <a:latin typeface="Times New Roman"/>
                <a:ea typeface="Times New Roman"/>
                <a:cs typeface="Times New Roman"/>
              </a:rPr>
              <a:t>[11] Movassagh et al., 2021. "A Critical Look at Coulomb Counting Approach for State of Charge Estimation in Batteries," Energies, vol. 14, no. 14, Art. 4074, 2021
DOI: </a:t>
            </a:r>
            <a:r>
              <a:rPr sz="1500" b="0">
                <a:solidFill>
                  <a:srgbClr val="000000"/>
                </a:solidFill>
                <a:latin typeface="Times New Roman"/>
                <a:ea typeface="Times New Roman"/>
                <a:cs typeface="Times New Roman"/>
                <a:hlinkClick xmlns:r="http://schemas.openxmlformats.org/officeDocument/2006/relationships" r:id="R699f115101b5499a"/>
              </a:rPr>
              <a:t>10.3390/en14144074</a:t>
            </a:r>
          </a:p>
          <a:p xmlns:a="http://schemas.openxmlformats.org/drawingml/2006/main">
            <a:pPr algn="l">
              <a:spcAft>
                <a:spcPts val="800"/>
              </a:spcAft>
              <a:defRPr sz="1500" b="0">
                <a:solidFill>
                  <a:srgbClr val="000000"/>
                </a:solidFill>
                <a:latin typeface="Times New Roman"/>
                <a:ea typeface="Times New Roman"/>
                <a:cs typeface="Times New Roman"/>
              </a:defRPr>
            </a:pPr>
            <a:r>
              <a:rPr sz="1500" b="0">
                <a:solidFill>
                  <a:srgbClr val="000000"/>
                </a:solidFill>
                <a:latin typeface="Times New Roman"/>
                <a:ea typeface="Times New Roman"/>
                <a:cs typeface="Times New Roman"/>
              </a:rPr>
              <a:t>[12] Zhang et al., 2018. "Online estimation of battery equivalent circuit model parameters and state of charge using decoupled least squares technique," Energy, vol. 142, pp. 678–688, 2018
DOI: </a:t>
            </a:r>
            <a:r>
              <a:rPr sz="1500" b="0">
                <a:solidFill>
                  <a:srgbClr val="000000"/>
                </a:solidFill>
                <a:latin typeface="Times New Roman"/>
                <a:ea typeface="Times New Roman"/>
                <a:cs typeface="Times New Roman"/>
                <a:hlinkClick xmlns:r="http://schemas.openxmlformats.org/officeDocument/2006/relationships" r:id="R45df74bc08dd497b"/>
              </a:rPr>
              <a:t>10.1016/j.energy.2017.10.043</a:t>
            </a:r>
          </a:p>
          <a:p xmlns:a="http://schemas.openxmlformats.org/drawingml/2006/main">
            <a:pPr algn="l">
              <a:spcAft>
                <a:spcPts val="800"/>
              </a:spcAft>
              <a:defRPr sz="1500" b="0">
                <a:solidFill>
                  <a:srgbClr val="000000"/>
                </a:solidFill>
                <a:latin typeface="Times New Roman"/>
                <a:ea typeface="Times New Roman"/>
                <a:cs typeface="Times New Roman"/>
              </a:defRPr>
            </a:pPr>
            <a:r>
              <a:rPr sz="1500" b="0">
                <a:solidFill>
                  <a:srgbClr val="000000"/>
                </a:solidFill>
                <a:latin typeface="Times New Roman"/>
                <a:ea typeface="Times New Roman"/>
                <a:cs typeface="Times New Roman"/>
              </a:rPr>
              <a:t>[13] Gismero et al., 2020. "Recursive State of Charge and State of Health Estimation Method for Lithium-Ion Batteries Based on Coulomb Counting and Open Circuit Voltage," Energies, vol. 13, no. 7, Art. 1811, 2020
DOI: </a:t>
            </a:r>
            <a:r>
              <a:rPr sz="1500" b="0">
                <a:solidFill>
                  <a:srgbClr val="000000"/>
                </a:solidFill>
                <a:latin typeface="Times New Roman"/>
                <a:ea typeface="Times New Roman"/>
                <a:cs typeface="Times New Roman"/>
                <a:hlinkClick xmlns:r="http://schemas.openxmlformats.org/officeDocument/2006/relationships" r:id="R91908855b9854346"/>
              </a:rPr>
              <a:t>10.3390/en13071811</a:t>
            </a:r>
          </a:p>
          <a:p xmlns:a="http://schemas.openxmlformats.org/drawingml/2006/main">
            <a:pPr algn="l">
              <a:spcAft>
                <a:spcPts val="800"/>
              </a:spcAft>
              <a:defRPr sz="1500" b="0">
                <a:solidFill>
                  <a:srgbClr val="000000"/>
                </a:solidFill>
                <a:latin typeface="Times New Roman"/>
                <a:ea typeface="Times New Roman"/>
                <a:cs typeface="Times New Roman"/>
              </a:defRPr>
            </a:pPr>
            <a:r>
              <a:rPr sz="1500" b="0">
                <a:solidFill>
                  <a:srgbClr val="000000"/>
                </a:solidFill>
                <a:latin typeface="Times New Roman"/>
                <a:ea typeface="Times New Roman"/>
                <a:cs typeface="Times New Roman"/>
              </a:rPr>
              <a:t>[14] Yang et al., 2021. "Parameter Identification and State-of-Charge Estimation for Lithium-Ion Batteries Using Separated Time Scales and Extended Kalman Filter," Energies, vol. 14, no. 4, Art. 1054, 2021
DOI: </a:t>
            </a:r>
            <a:r>
              <a:rPr sz="1500" b="0">
                <a:solidFill>
                  <a:srgbClr val="000000"/>
                </a:solidFill>
                <a:latin typeface="Times New Roman"/>
                <a:ea typeface="Times New Roman"/>
                <a:cs typeface="Times New Roman"/>
                <a:hlinkClick xmlns:r="http://schemas.openxmlformats.org/officeDocument/2006/relationships" r:id="Rf9c6ab0bef4c4b0f"/>
              </a:rPr>
              <a:t>10.3390/en14041054</a:t>
            </a:r>
          </a:p>
          <a:p xmlns:a="http://schemas.openxmlformats.org/drawingml/2006/main">
            <a:pPr algn="l">
              <a:spcAft>
                <a:spcPts val="800"/>
              </a:spcAft>
              <a:defRPr sz="1500" b="0">
                <a:solidFill>
                  <a:srgbClr val="000000"/>
                </a:solidFill>
                <a:latin typeface="Times New Roman"/>
                <a:ea typeface="Times New Roman"/>
                <a:cs typeface="Times New Roman"/>
              </a:defRPr>
            </a:pPr>
            <a:r>
              <a:rPr sz="1500" b="0">
                <a:solidFill>
                  <a:srgbClr val="000000"/>
                </a:solidFill>
                <a:latin typeface="Times New Roman"/>
                <a:ea typeface="Times New Roman"/>
                <a:cs typeface="Times New Roman"/>
              </a:rPr>
              <a:t>[15] Rzepka et al., 2021. "Implementing an Extended Kalman Filter for SoC Estimation of a Li-Ion Battery with Hysteresis: A Step-by-Step Guide," Energies, vol. 14, no. 13, Art. 3733, 2021
DOI: </a:t>
            </a:r>
            <a:r>
              <a:rPr sz="1500" b="0">
                <a:solidFill>
                  <a:srgbClr val="000000"/>
                </a:solidFill>
                <a:latin typeface="Times New Roman"/>
                <a:ea typeface="Times New Roman"/>
                <a:cs typeface="Times New Roman"/>
                <a:hlinkClick xmlns:r="http://schemas.openxmlformats.org/officeDocument/2006/relationships" r:id="Ree2be5fb157a4d03"/>
              </a:rPr>
              <a:t>10.3390/en14133733</a:t>
            </a:r>
          </a:p>
        </p:txBody>
      </p:sp>
    </p:spTree>
    <p:extLst>
      <p:ext uri="{BB962C8B-B14F-4D97-AF65-F5344CB8AC3E}">
        <p14:creationId xmlns:p14="http://schemas.microsoft.com/office/powerpoint/2010/main" val="3624773730"/>
      </p:ext>
    </p:extLst>
  </p:cSld>
</p:sld>
</file>

<file path=ppt/slides/slide21.xml><?xml version="1.0" encoding="utf-8"?>
<p:sld xmlns:p="http://schemas.openxmlformats.org/presentationml/2006/main">
  <p:cSld>
    <p:spTree>
      <p:nvGrpSpPr>
        <p:cNvPr id="1" name=""/>
        <p:cNvGrpSpPr/>
        <p:nvPr/>
      </p:nvGrpSpPr>
      <p:grpSpPr>
        <a:xfrm xmlns:a="http://schemas.openxmlformats.org/drawingml/2006/main"/>
      </p:grpSpPr>
      <p:sp>
        <p:nvSpPr>
          <p:cNvPr id="87" name="Google Shape;87;p4">
            <a:extLst xmlns:a="http://schemas.openxmlformats.org/drawingml/2006/main">
              <a:ext uri="{FF2B5EF4-FFF2-40B4-BE49-F238E27FC236}">
                <a16:creationId xmlns:a16="http://schemas.microsoft.com/office/drawing/2014/main" id="{65D73292-3E94-4421-9AF7-E134C512CB36}"/>
              </a:ext>
            </a:extLst>
          </p:cNvPr>
          <p:cNvSpPr>
            <a:spLocks xmlns:a="http://schemas.openxmlformats.org/drawingml/2006/main" noGrp="1"/>
          </p:cNvSpPr>
          <p:nvPr/>
        </p:nvSpPr>
        <p:spPr>
          <a:xfrm xmlns:a="http://schemas.openxmlformats.org/drawingml/2006/main">
            <a:off x="8472487" y="6218237"/>
            <a:ext cx="549275" cy="5238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7625" tIns="38100" rIns="47625" bIns="38100"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595959"/>
              </a:buClr>
              <a:buSzPts val="1000"/>
              <a:buFont typeface="Arial"/>
              <a:buNone/>
              <a:defRPr sz="975" b="0">
                <a:solidFill>
                  <a:srgbClr val="595959"/>
                </a:solidFill>
                <a:latin typeface="Arial"/>
                <a:ea typeface="Arial"/>
                <a:cs typeface="Arial"/>
              </a:defRPr>
            </a:pPr>
            <a:fld id="{F6DF2BE2-2DFA-1C03-677D-BDC2260D6D92}" type="slidenum">
              <a:rPr sz="975" b="0" i="0" u="none">
                <a:solidFill>
                  <a:srgbClr val="595959"/>
                </a:solidFill>
                <a:latin typeface="Arial"/>
                <a:ea typeface="Arial"/>
                <a:cs typeface="Arial"/>
              </a:rPr>
              <a:t>21</a:t>
            </a:fld>
            <a:endParaRPr/>
          </a:p>
        </p:txBody>
      </p:sp>
      <p:sp>
        <p:nvSpPr>
          <p:cNvPr id="88" name="Google Shape;88;p4">
            <a:extLst xmlns:a="http://schemas.openxmlformats.org/drawingml/2006/main">
              <a:ext uri="{FF2B5EF4-FFF2-40B4-BE49-F238E27FC236}">
                <a16:creationId xmlns:a16="http://schemas.microsoft.com/office/drawing/2014/main" id="{616791E0-642A-4768-9EA3-1B1E92D21798}"/>
              </a:ext>
            </a:extLst>
          </p:cNvPr>
          <p:cNvSpPr>
            <a:spLocks xmlns:a="http://schemas.openxmlformats.org/drawingml/2006/main" noGrp="1"/>
          </p:cNvSpPr>
          <p:nvPr/>
        </p:nvSpPr>
        <p:spPr>
          <a:xfrm xmlns:a="http://schemas.openxmlformats.org/drawingml/2006/main">
            <a:off x="1371600" y="209550"/>
            <a:ext cx="6429375" cy="571500"/>
          </a:xfrm>
          <a:prstGeom xmlns:a="http://schemas.openxmlformats.org/drawingml/2006/main" prst="rect">
            <a:avLst/>
          </a:prstGeom>
          <a:solidFill xmlns:a="http://schemas.openxmlformats.org/drawingml/2006/main">
            <a:srgbClr val="FFEED9"/>
          </a:solidFill>
          <a:ln xmlns:a="http://schemas.openxmlformats.org/drawingml/2006/main" w="9525" cmpd="sng">
            <a:solidFill>
              <a:schemeClr val="dk1"/>
            </a:solidFill>
            <a:prstDash val="solid"/>
            <a:headEnd type="none" w="sm" len="sm"/>
            <a:tailEnd type="none" w="sm" len="sm"/>
          </a:ln>
        </p:spPr>
        <p:txBody>
          <a:bodyPr xmlns:a="http://schemas.openxmlformats.org/drawingml/2006/main" spcFirstLastPara="1" wrap="square" lIns="47625" tIns="38100" rIns="47625" bIns="38100" anchor="ctr">
            <a:noAutofit/>
          </a:bodyPr>
          <a:lstStyle xmlns:a="http://schemas.openxmlformats.org/drawingml/2006/main"/>
          <a:p xmlns:a="http://schemas.openxmlformats.org/drawingml/2006/main">
            <a:pPr marL="257175" lvl="0" indent="-257175" algn="ctr">
              <a:buClr>
                <a:schemeClr val="dk1"/>
              </a:buClr>
              <a:buSzPts val="2800"/>
              <a:buNone/>
              <a:defRPr sz="2550" b="1">
                <a:solidFill>
                  <a:srgbClr val="000000"/>
                </a:solidFill>
                <a:latin typeface="Times New Roman"/>
                <a:ea typeface="Times New Roman"/>
                <a:cs typeface="Times New Roman"/>
              </a:defRPr>
            </a:pPr>
            <a:r>
              <a:rPr sz="2550" b="1">
                <a:solidFill>
                  <a:srgbClr val="000000"/>
                </a:solidFill>
                <a:latin typeface="Times New Roman"/>
                <a:ea typeface="Times New Roman"/>
                <a:cs typeface="Times New Roman"/>
              </a:rPr>
              <a:t>References 4 of 4</a:t>
            </a:r>
            <a:endParaRPr sz="1050"/>
          </a:p>
        </p:txBody>
      </p:sp>
      <p:sp>
        <p:nvSpPr>
          <p:cNvPr id="89" name="References">
            <a:extLst xmlns:a="http://schemas.openxmlformats.org/drawingml/2006/main">
              <a:ext uri="{FF2B5EF4-FFF2-40B4-BE49-F238E27FC236}">
                <a16:creationId xmlns:a16="http://schemas.microsoft.com/office/drawing/2014/main" id="{71F48D2D-6A13-4AB2-A2CB-CF75F43E5079}"/>
              </a:ext>
            </a:extLst>
          </p:cNvPr>
          <p:cNvSpPr>
            <a:spLocks xmlns:a="http://schemas.openxmlformats.org/drawingml/2006/main" noGrp="1"/>
          </p:cNvSpPr>
          <p:nvPr/>
        </p:nvSpPr>
        <p:spPr>
          <a:xfrm xmlns:a="http://schemas.openxmlformats.org/drawingml/2006/main">
            <a:off x="533400" y="1209675"/>
            <a:ext cx="8105775" cy="501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l">
              <a:spcAft>
                <a:spcPts val="800"/>
              </a:spcAft>
              <a:defRPr sz="1500" b="0">
                <a:solidFill>
                  <a:srgbClr val="000000"/>
                </a:solidFill>
                <a:latin typeface="Times New Roman"/>
                <a:ea typeface="Times New Roman"/>
                <a:cs typeface="Times New Roman"/>
              </a:defRPr>
            </a:pPr>
            <a:r>
              <a:rPr sz="1500" b="0">
                <a:solidFill>
                  <a:srgbClr val="000000"/>
                </a:solidFill>
                <a:latin typeface="Times New Roman"/>
                <a:ea typeface="Times New Roman"/>
                <a:cs typeface="Times New Roman"/>
              </a:rPr>
              <a:t>[16] Zine et al., 2022. "Experimentally Validated Coulomb Counting Method for Battery State-of-Charge Estimation under Variable Current Profiles," Energies, vol. 15, no. 21, Art. 8172, 2022
DOI: </a:t>
            </a:r>
            <a:r>
              <a:rPr sz="1500" b="0">
                <a:solidFill>
                  <a:srgbClr val="000000"/>
                </a:solidFill>
                <a:latin typeface="Times New Roman"/>
                <a:ea typeface="Times New Roman"/>
                <a:cs typeface="Times New Roman"/>
                <a:hlinkClick xmlns:r="http://schemas.openxmlformats.org/officeDocument/2006/relationships" r:id="R9e2c07a3e0eb4d35"/>
              </a:rPr>
              <a:t>10.3390/en15218172</a:t>
            </a:r>
          </a:p>
          <a:p xmlns:a="http://schemas.openxmlformats.org/drawingml/2006/main">
            <a:pPr algn="l">
              <a:spcAft>
                <a:spcPts val="800"/>
              </a:spcAft>
              <a:defRPr sz="1500" b="0">
                <a:solidFill>
                  <a:srgbClr val="000000"/>
                </a:solidFill>
                <a:latin typeface="Times New Roman"/>
                <a:ea typeface="Times New Roman"/>
                <a:cs typeface="Times New Roman"/>
              </a:defRPr>
            </a:pPr>
            <a:r>
              <a:rPr sz="1500" b="0">
                <a:solidFill>
                  <a:srgbClr val="000000"/>
                </a:solidFill>
                <a:latin typeface="Times New Roman"/>
                <a:ea typeface="Times New Roman"/>
                <a:cs typeface="Times New Roman"/>
              </a:rPr>
              <a:t>[17] Fahmy et al., 2023. "Hybrid State of Charge Estimation of Lithium-Ion Battery Using the Coulomb Counting Method and an Adaptive Unscented Kalman Filter," Energies, vol. 16, no. 14, Art. 5558, 2023
DOI: </a:t>
            </a:r>
            <a:r>
              <a:rPr sz="1500" b="0">
                <a:solidFill>
                  <a:srgbClr val="000000"/>
                </a:solidFill>
                <a:latin typeface="Times New Roman"/>
                <a:ea typeface="Times New Roman"/>
                <a:cs typeface="Times New Roman"/>
                <a:hlinkClick xmlns:r="http://schemas.openxmlformats.org/officeDocument/2006/relationships" r:id="Rd0f9c73f8c9e4d7e"/>
              </a:rPr>
              <a:t>10.3390/en16145558</a:t>
            </a:r>
          </a:p>
          <a:p xmlns:a="http://schemas.openxmlformats.org/drawingml/2006/main">
            <a:pPr algn="l">
              <a:spcAft>
                <a:spcPts val="800"/>
              </a:spcAft>
              <a:defRPr sz="1500" b="0">
                <a:solidFill>
                  <a:srgbClr val="000000"/>
                </a:solidFill>
                <a:latin typeface="Times New Roman"/>
                <a:ea typeface="Times New Roman"/>
                <a:cs typeface="Times New Roman"/>
              </a:defRPr>
            </a:pPr>
            <a:r>
              <a:rPr sz="1500" b="0">
                <a:solidFill>
                  <a:srgbClr val="000000"/>
                </a:solidFill>
                <a:latin typeface="Times New Roman"/>
                <a:ea typeface="Times New Roman"/>
                <a:cs typeface="Times New Roman"/>
              </a:rPr>
              <a:t>[18] Wang et al., 2023. "State of Charge Estimation of LiFePO4 in Various Temperature Scenarios," Batteries, vol. 9, no. 1, Art. 43, 2023
DOI: </a:t>
            </a:r>
            <a:r>
              <a:rPr sz="1500" b="0">
                <a:solidFill>
                  <a:srgbClr val="000000"/>
                </a:solidFill>
                <a:latin typeface="Times New Roman"/>
                <a:ea typeface="Times New Roman"/>
                <a:cs typeface="Times New Roman"/>
                <a:hlinkClick xmlns:r="http://schemas.openxmlformats.org/officeDocument/2006/relationships" r:id="R40cf97b48eb04469"/>
              </a:rPr>
              <a:t>10.3390/batteries9010043</a:t>
            </a:r>
          </a:p>
          <a:p xmlns:a="http://schemas.openxmlformats.org/drawingml/2006/main">
            <a:pPr algn="l">
              <a:spcAft>
                <a:spcPts val="800"/>
              </a:spcAft>
              <a:defRPr sz="1500" b="0">
                <a:solidFill>
                  <a:srgbClr val="000000"/>
                </a:solidFill>
                <a:latin typeface="Times New Roman"/>
                <a:ea typeface="Times New Roman"/>
                <a:cs typeface="Times New Roman"/>
              </a:defRPr>
            </a:pPr>
            <a:r>
              <a:rPr sz="1500" b="0">
                <a:solidFill>
                  <a:srgbClr val="000000"/>
                </a:solidFill>
                <a:latin typeface="Times New Roman"/>
                <a:ea typeface="Times New Roman"/>
                <a:cs typeface="Times New Roman"/>
              </a:rPr>
              <a:t>[19] Turkmanović et al., 2024. "Toward Energy Efficient Battery State of Charge Estimation on Embedded Platforms," Electronics, vol. 13, no. 21, Art. 4256, 2024
DOI: </a:t>
            </a:r>
            <a:r>
              <a:rPr sz="1500" b="0">
                <a:solidFill>
                  <a:srgbClr val="000000"/>
                </a:solidFill>
                <a:latin typeface="Times New Roman"/>
                <a:ea typeface="Times New Roman"/>
                <a:cs typeface="Times New Roman"/>
                <a:hlinkClick xmlns:r="http://schemas.openxmlformats.org/officeDocument/2006/relationships" r:id="R06a930165e824866"/>
              </a:rPr>
              <a:t>10.3390/electronics13214256</a:t>
            </a:r>
          </a:p>
          <a:p xmlns:a="http://schemas.openxmlformats.org/drawingml/2006/main">
            <a:pPr algn="l">
              <a:spcAft>
                <a:spcPts val="800"/>
              </a:spcAft>
              <a:defRPr sz="1500" b="0">
                <a:solidFill>
                  <a:srgbClr val="000000"/>
                </a:solidFill>
                <a:latin typeface="Times New Roman"/>
                <a:ea typeface="Times New Roman"/>
                <a:cs typeface="Times New Roman"/>
              </a:defRPr>
            </a:pPr>
            <a:r>
              <a:rPr sz="1500" b="0">
                <a:solidFill>
                  <a:srgbClr val="000000"/>
                </a:solidFill>
                <a:latin typeface="Times New Roman"/>
                <a:ea typeface="Times New Roman"/>
                <a:cs typeface="Times New Roman"/>
              </a:rPr>
              <a:t>[20] Bampi et al., 2025. "Electronic Load for Parameter Characterization in Equivalent Circuit Models of Lithium-Ion Batteries," Eletrônica de Potência, vol. 30, Art. e202521, 2025
DOI: </a:t>
            </a:r>
            <a:r>
              <a:rPr sz="1500" b="0">
                <a:solidFill>
                  <a:srgbClr val="000000"/>
                </a:solidFill>
                <a:latin typeface="Times New Roman"/>
                <a:ea typeface="Times New Roman"/>
                <a:cs typeface="Times New Roman"/>
                <a:hlinkClick xmlns:r="http://schemas.openxmlformats.org/officeDocument/2006/relationships" r:id="R8eda923f891a4530"/>
              </a:rPr>
              <a:t>10.18618/REP.e202521</a:t>
            </a:r>
          </a:p>
        </p:txBody>
      </p:sp>
    </p:spTree>
    <p:extLst>
      <p:ext uri="{BB962C8B-B14F-4D97-AF65-F5344CB8AC3E}">
        <p14:creationId xmlns:p14="http://schemas.microsoft.com/office/powerpoint/2010/main" val="3624773730"/>
      </p:ext>
    </p:extLst>
  </p:cSld>
</p:sld>
</file>

<file path=ppt/slides/slide22.xml><?xml version="1.0" encoding="utf-8"?>
<p:sld xmlns:p="http://schemas.openxmlformats.org/presentationml/2006/main">
  <p:cSld>
    <p:spTree>
      <p:nvGrpSpPr>
        <p:cNvPr id="1" name=""/>
        <p:cNvGrpSpPr/>
        <p:nvPr/>
      </p:nvGrpSpPr>
      <p:grpSpPr>
        <a:xfrm xmlns:a="http://schemas.openxmlformats.org/drawingml/2006/main"/>
      </p:grpSpPr>
      <p:sp>
        <p:nvSpPr>
          <p:cNvPr id="179" name="Google Shape;179;p17">
            <a:extLst xmlns:a="http://schemas.openxmlformats.org/drawingml/2006/main">
              <a:ext uri="{FF2B5EF4-FFF2-40B4-BE49-F238E27FC236}">
                <a16:creationId xmlns:a16="http://schemas.microsoft.com/office/drawing/2014/main" id="{4E7501E9-A26E-4364-B4B0-8C30AE991BBD}"/>
              </a:ext>
            </a:extLst>
          </p:cNvPr>
          <p:cNvSpPr>
            <a:spLocks xmlns:a="http://schemas.openxmlformats.org/drawingml/2006/main" noGrp="1"/>
          </p:cNvSpPr>
          <p:nvPr>
            <p:ph type="title" idx="0"/>
          </p:nvPr>
        </p:nvSpPr>
        <p:spPr>
          <a:xfrm xmlns:a="http://schemas.openxmlformats.org/drawingml/2006/main">
            <a:off x="227012" y="2547937"/>
            <a:ext cx="8520112" cy="112236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7625" tIns="38100" rIns="47625" bIns="381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3300" b="0">
                <a:solidFill>
                  <a:srgbClr val="000000"/>
                </a:solidFill>
                <a:latin typeface="Arial"/>
                <a:ea typeface="Arial"/>
                <a:cs typeface="Arial"/>
              </a:defRPr>
            </a:pPr>
            <a:r>
              <a:rPr sz="3300" b="0" i="0" u="none">
                <a:solidFill>
                  <a:srgbClr val="000000"/>
                </a:solidFill>
                <a:latin typeface="Arial"/>
                <a:ea typeface="Arial"/>
                <a:cs typeface="Arial"/>
              </a:rPr>
              <a:t>Thank You</a:t>
            </a:r>
            <a:endParaRPr/>
          </a:p>
          <a:p xmlns:a="http://schemas.openxmlformats.org/drawingml/2006/main">
            <a:pPr marL="0" lvl="0" indent="0" algn="ctr">
              <a:lnSpc>
                <a:spcPct val="100000"/>
              </a:lnSpc>
              <a:spcBef>
                <a:spcPts val="0"/>
              </a:spcBef>
              <a:spcAft>
                <a:spcPts val="0"/>
              </a:spcAft>
              <a:buSzPts val="3600"/>
              <a:buNone/>
              <a:defRPr sz="3300" b="0">
                <a:solidFill>
                  <a:srgbClr val="000000"/>
                </a:solidFill>
                <a:latin typeface="Arial"/>
                <a:ea typeface="Arial"/>
                <a:cs typeface="Arial"/>
              </a:defRPr>
            </a:pPr>
            <a:r>
              <a:rPr sz="3300" b="0" i="0" u="none">
                <a:solidFill>
                  <a:srgbClr val="000000"/>
                </a:solidFill>
                <a:latin typeface="Arial"/>
                <a:ea typeface="Arial"/>
                <a:cs typeface="Arial"/>
              </a:rPr>
              <a:t>Questions and Discussion</a:t>
            </a:r>
            <a:endParaRPr/>
          </a:p>
        </p:txBody>
      </p:sp>
      <p:sp>
        <p:nvSpPr>
          <p:cNvPr id="180" name="Google Shape;180;p17">
            <a:extLst xmlns:a="http://schemas.openxmlformats.org/drawingml/2006/main">
              <a:ext uri="{FF2B5EF4-FFF2-40B4-BE49-F238E27FC236}">
                <a16:creationId xmlns:a16="http://schemas.microsoft.com/office/drawing/2014/main" id="{1FD5008D-1496-4E8B-9701-5F5D2723164A}"/>
              </a:ext>
            </a:extLst>
          </p:cNvPr>
          <p:cNvSpPr>
            <a:spLocks xmlns:a="http://schemas.openxmlformats.org/drawingml/2006/main" noGrp="1"/>
          </p:cNvSpPr>
          <p:nvPr/>
        </p:nvSpPr>
        <p:spPr>
          <a:xfrm xmlns:a="http://schemas.openxmlformats.org/drawingml/2006/main">
            <a:off x="8472487" y="6218237"/>
            <a:ext cx="549275" cy="5238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7625" tIns="38100" rIns="47625" bIns="38100"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595959"/>
              </a:buClr>
              <a:buSzPts val="1000"/>
              <a:buFont typeface="Arial"/>
              <a:buNone/>
              <a:defRPr sz="975" b="0">
                <a:solidFill>
                  <a:srgbClr val="595959"/>
                </a:solidFill>
                <a:latin typeface="Arial"/>
                <a:ea typeface="Arial"/>
                <a:cs typeface="Arial"/>
              </a:defRPr>
            </a:pPr>
            <a:fld id="{0BB18BA8-60F4-C50D-CD9B-1BB87D3E8506}" type="slidenum">
              <a:rPr sz="975" b="0" i="0" u="none">
                <a:solidFill>
                  <a:srgbClr val="595959"/>
                </a:solidFill>
                <a:latin typeface="Arial"/>
                <a:ea typeface="Arial"/>
                <a:cs typeface="Arial"/>
              </a:rPr>
              <a:t>22</a:t>
            </a:fld>
            <a:endParaRPr/>
          </a:p>
        </p:txBody>
      </p:sp>
    </p:spTree>
    <p:extLst>
      <p:ext uri="{BB962C8B-B14F-4D97-AF65-F5344CB8AC3E}">
        <p14:creationId xmlns:p14="http://schemas.microsoft.com/office/powerpoint/2010/main" val="975710446"/>
      </p:ext>
    </p:extLst>
  </p:cSld>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imple 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2026-10-01T14:45:26.8640000Z</dcterms:created>
  <dcterms:modified xsi:type="dcterms:W3CDTF">2026-10-01T14:45:26.8640000Z</dcterms:modified>
</coreProperties>
</file>