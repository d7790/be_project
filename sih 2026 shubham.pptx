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67" d="100"/>
          <a:sy n="67" d="100"/>
        </p:scale>
        <p:origin x="85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77393"/>
            <a:ext cx="12192000" cy="480695"/>
          </a:xfrm>
          <a:custGeom>
            <a:avLst/>
            <a:gdLst/>
            <a:ahLst/>
            <a:cxnLst/>
            <a:rect l="l" t="t" r="r" b="b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54355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2143" y="236778"/>
            <a:ext cx="695406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9500" y="2565615"/>
            <a:ext cx="8879840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psij.com/index.php/PSIJ/article/view/687" TargetMode="External"/><Relationship Id="rId2" Type="http://schemas.openxmlformats.org/officeDocument/2006/relationships/hyperlink" Target="http://ncbi.nlm.nih.gov/pmc/articles/PMC672001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journal.esrgroups.org/jes/article/view/544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97083" y="1121922"/>
            <a:ext cx="4638675" cy="5154930"/>
            <a:chOff x="5656681" y="851395"/>
            <a:chExt cx="4638675" cy="5154930"/>
          </a:xfrm>
        </p:grpSpPr>
        <p:sp>
          <p:nvSpPr>
            <p:cNvPr id="3" name="object 3"/>
            <p:cNvSpPr/>
            <p:nvPr/>
          </p:nvSpPr>
          <p:spPr>
            <a:xfrm>
              <a:off x="5656681" y="851395"/>
              <a:ext cx="4638675" cy="5154930"/>
            </a:xfrm>
            <a:custGeom>
              <a:avLst/>
              <a:gdLst/>
              <a:ahLst/>
              <a:cxnLst/>
              <a:rect l="l" t="t" r="r" b="b"/>
              <a:pathLst>
                <a:path w="4638675" h="5154930">
                  <a:moveTo>
                    <a:pt x="1873072" y="0"/>
                  </a:moveTo>
                  <a:lnTo>
                    <a:pt x="1179715" y="0"/>
                  </a:lnTo>
                  <a:lnTo>
                    <a:pt x="1147053" y="5761"/>
                  </a:lnTo>
                  <a:lnTo>
                    <a:pt x="1091986" y="48606"/>
                  </a:lnTo>
                  <a:lnTo>
                    <a:pt x="1072083" y="83527"/>
                  </a:lnTo>
                  <a:lnTo>
                    <a:pt x="726122" y="880922"/>
                  </a:lnTo>
                  <a:lnTo>
                    <a:pt x="713363" y="920377"/>
                  </a:lnTo>
                  <a:lnTo>
                    <a:pt x="709115" y="962507"/>
                  </a:lnTo>
                  <a:lnTo>
                    <a:pt x="713363" y="1004548"/>
                  </a:lnTo>
                  <a:lnTo>
                    <a:pt x="726122" y="1044003"/>
                  </a:lnTo>
                  <a:lnTo>
                    <a:pt x="1072083" y="1841766"/>
                  </a:lnTo>
                  <a:lnTo>
                    <a:pt x="1092058" y="1876686"/>
                  </a:lnTo>
                  <a:lnTo>
                    <a:pt x="1118514" y="1903323"/>
                  </a:lnTo>
                  <a:lnTo>
                    <a:pt x="1092593" y="1962721"/>
                  </a:lnTo>
                  <a:lnTo>
                    <a:pt x="786599" y="2667965"/>
                  </a:lnTo>
                  <a:lnTo>
                    <a:pt x="769118" y="2713803"/>
                  </a:lnTo>
                  <a:lnTo>
                    <a:pt x="756631" y="2761970"/>
                  </a:lnTo>
                  <a:lnTo>
                    <a:pt x="749139" y="2811690"/>
                  </a:lnTo>
                  <a:lnTo>
                    <a:pt x="746642" y="2862186"/>
                  </a:lnTo>
                  <a:lnTo>
                    <a:pt x="749139" y="2912682"/>
                  </a:lnTo>
                  <a:lnTo>
                    <a:pt x="756631" y="2962402"/>
                  </a:lnTo>
                  <a:lnTo>
                    <a:pt x="769118" y="3010569"/>
                  </a:lnTo>
                  <a:lnTo>
                    <a:pt x="786599" y="3056407"/>
                  </a:lnTo>
                  <a:lnTo>
                    <a:pt x="1610283" y="4955768"/>
                  </a:lnTo>
                  <a:lnTo>
                    <a:pt x="1635778" y="5005560"/>
                  </a:lnTo>
                  <a:lnTo>
                    <a:pt x="1665921" y="5049074"/>
                  </a:lnTo>
                  <a:lnTo>
                    <a:pt x="1700159" y="5085807"/>
                  </a:lnTo>
                  <a:lnTo>
                    <a:pt x="1737936" y="5115253"/>
                  </a:lnTo>
                  <a:lnTo>
                    <a:pt x="1778699" y="5136910"/>
                  </a:lnTo>
                  <a:lnTo>
                    <a:pt x="1821893" y="5150274"/>
                  </a:lnTo>
                  <a:lnTo>
                    <a:pt x="1866963" y="5154841"/>
                  </a:lnTo>
                  <a:lnTo>
                    <a:pt x="3517912" y="5154841"/>
                  </a:lnTo>
                  <a:lnTo>
                    <a:pt x="3561859" y="5150274"/>
                  </a:lnTo>
                  <a:lnTo>
                    <a:pt x="3604583" y="5136910"/>
                  </a:lnTo>
                  <a:lnTo>
                    <a:pt x="3645259" y="5115253"/>
                  </a:lnTo>
                  <a:lnTo>
                    <a:pt x="3683063" y="5085807"/>
                  </a:lnTo>
                  <a:lnTo>
                    <a:pt x="3717171" y="5049074"/>
                  </a:lnTo>
                  <a:lnTo>
                    <a:pt x="3746757" y="5005560"/>
                  </a:lnTo>
                  <a:lnTo>
                    <a:pt x="3770998" y="4955768"/>
                  </a:lnTo>
                  <a:lnTo>
                    <a:pt x="4598276" y="3056407"/>
                  </a:lnTo>
                  <a:lnTo>
                    <a:pt x="4615878" y="3010569"/>
                  </a:lnTo>
                  <a:lnTo>
                    <a:pt x="4628451" y="2962402"/>
                  </a:lnTo>
                  <a:lnTo>
                    <a:pt x="4635995" y="2912682"/>
                  </a:lnTo>
                  <a:lnTo>
                    <a:pt x="4638509" y="2862186"/>
                  </a:lnTo>
                  <a:lnTo>
                    <a:pt x="4635995" y="2811690"/>
                  </a:lnTo>
                  <a:lnTo>
                    <a:pt x="4628451" y="2761970"/>
                  </a:lnTo>
                  <a:lnTo>
                    <a:pt x="4615878" y="2713803"/>
                  </a:lnTo>
                  <a:lnTo>
                    <a:pt x="4598276" y="2667965"/>
                  </a:lnTo>
                  <a:lnTo>
                    <a:pt x="4270719" y="1915922"/>
                  </a:lnTo>
                  <a:lnTo>
                    <a:pt x="1176832" y="1915922"/>
                  </a:lnTo>
                  <a:lnTo>
                    <a:pt x="1168478" y="1915578"/>
                  </a:lnTo>
                  <a:lnTo>
                    <a:pt x="1160189" y="1914526"/>
                  </a:lnTo>
                  <a:lnTo>
                    <a:pt x="1152033" y="1912734"/>
                  </a:lnTo>
                  <a:lnTo>
                    <a:pt x="1144079" y="1910168"/>
                  </a:lnTo>
                  <a:lnTo>
                    <a:pt x="1125004" y="1899361"/>
                  </a:lnTo>
                  <a:lnTo>
                    <a:pt x="1143355" y="1856524"/>
                  </a:lnTo>
                  <a:lnTo>
                    <a:pt x="1168552" y="1798929"/>
                  </a:lnTo>
                  <a:lnTo>
                    <a:pt x="1163878" y="1796046"/>
                  </a:lnTo>
                  <a:lnTo>
                    <a:pt x="1131781" y="1758281"/>
                  </a:lnTo>
                  <a:lnTo>
                    <a:pt x="816838" y="1034999"/>
                  </a:lnTo>
                  <a:lnTo>
                    <a:pt x="801989" y="962507"/>
                  </a:lnTo>
                  <a:lnTo>
                    <a:pt x="805701" y="925196"/>
                  </a:lnTo>
                  <a:lnTo>
                    <a:pt x="1123556" y="183248"/>
                  </a:lnTo>
                  <a:lnTo>
                    <a:pt x="1163832" y="128881"/>
                  </a:lnTo>
                  <a:lnTo>
                    <a:pt x="1218958" y="109080"/>
                  </a:lnTo>
                  <a:lnTo>
                    <a:pt x="1990423" y="109080"/>
                  </a:lnTo>
                  <a:lnTo>
                    <a:pt x="1979282" y="83527"/>
                  </a:lnTo>
                  <a:lnTo>
                    <a:pt x="1960004" y="48606"/>
                  </a:lnTo>
                  <a:lnTo>
                    <a:pt x="1934683" y="22323"/>
                  </a:lnTo>
                  <a:lnTo>
                    <a:pt x="1905108" y="5761"/>
                  </a:lnTo>
                  <a:lnTo>
                    <a:pt x="1873072" y="0"/>
                  </a:lnTo>
                  <a:close/>
                </a:path>
                <a:path w="4638675" h="5154930">
                  <a:moveTo>
                    <a:pt x="673557" y="3124809"/>
                  </a:moveTo>
                  <a:lnTo>
                    <a:pt x="272161" y="3124809"/>
                  </a:lnTo>
                  <a:lnTo>
                    <a:pt x="253315" y="3128201"/>
                  </a:lnTo>
                  <a:lnTo>
                    <a:pt x="221431" y="3153206"/>
                  </a:lnTo>
                  <a:lnTo>
                    <a:pt x="9715" y="3634930"/>
                  </a:lnTo>
                  <a:lnTo>
                    <a:pt x="0" y="3682264"/>
                  </a:lnTo>
                  <a:lnTo>
                    <a:pt x="2428" y="3706712"/>
                  </a:lnTo>
                  <a:lnTo>
                    <a:pt x="209880" y="4191127"/>
                  </a:lnTo>
                  <a:lnTo>
                    <a:pt x="236158" y="4226450"/>
                  </a:lnTo>
                  <a:lnTo>
                    <a:pt x="272161" y="4239361"/>
                  </a:lnTo>
                  <a:lnTo>
                    <a:pt x="673557" y="4239361"/>
                  </a:lnTo>
                  <a:lnTo>
                    <a:pt x="723879" y="4211270"/>
                  </a:lnTo>
                  <a:lnTo>
                    <a:pt x="936002" y="3729609"/>
                  </a:lnTo>
                  <a:lnTo>
                    <a:pt x="945984" y="3682264"/>
                  </a:lnTo>
                  <a:lnTo>
                    <a:pt x="943489" y="3657819"/>
                  </a:lnTo>
                  <a:lnTo>
                    <a:pt x="735114" y="3173399"/>
                  </a:lnTo>
                  <a:lnTo>
                    <a:pt x="709198" y="3137903"/>
                  </a:lnTo>
                  <a:lnTo>
                    <a:pt x="673557" y="3124809"/>
                  </a:lnTo>
                  <a:close/>
                </a:path>
                <a:path w="4638675" h="5154930">
                  <a:moveTo>
                    <a:pt x="3517912" y="569887"/>
                  </a:moveTo>
                  <a:lnTo>
                    <a:pt x="2192401" y="569887"/>
                  </a:lnTo>
                  <a:lnTo>
                    <a:pt x="2209317" y="608406"/>
                  </a:lnTo>
                  <a:lnTo>
                    <a:pt x="2323795" y="871562"/>
                  </a:lnTo>
                  <a:lnTo>
                    <a:pt x="2336353" y="911017"/>
                  </a:lnTo>
                  <a:lnTo>
                    <a:pt x="2340535" y="953147"/>
                  </a:lnTo>
                  <a:lnTo>
                    <a:pt x="2336353" y="995189"/>
                  </a:lnTo>
                  <a:lnTo>
                    <a:pt x="2323795" y="1034643"/>
                  </a:lnTo>
                  <a:lnTo>
                    <a:pt x="1976399" y="1832406"/>
                  </a:lnTo>
                  <a:lnTo>
                    <a:pt x="1957071" y="1867326"/>
                  </a:lnTo>
                  <a:lnTo>
                    <a:pt x="1902048" y="1910168"/>
                  </a:lnTo>
                  <a:lnTo>
                    <a:pt x="1870202" y="1915922"/>
                  </a:lnTo>
                  <a:lnTo>
                    <a:pt x="4270719" y="1915922"/>
                  </a:lnTo>
                  <a:lnTo>
                    <a:pt x="3770998" y="768604"/>
                  </a:lnTo>
                  <a:lnTo>
                    <a:pt x="3746757" y="718831"/>
                  </a:lnTo>
                  <a:lnTo>
                    <a:pt x="3717171" y="675368"/>
                  </a:lnTo>
                  <a:lnTo>
                    <a:pt x="3683063" y="638705"/>
                  </a:lnTo>
                  <a:lnTo>
                    <a:pt x="3645259" y="609334"/>
                  </a:lnTo>
                  <a:lnTo>
                    <a:pt x="3604583" y="587746"/>
                  </a:lnTo>
                  <a:lnTo>
                    <a:pt x="3561859" y="574433"/>
                  </a:lnTo>
                  <a:lnTo>
                    <a:pt x="3517912" y="569887"/>
                  </a:lnTo>
                  <a:close/>
                </a:path>
                <a:path w="4638675" h="5154930">
                  <a:moveTo>
                    <a:pt x="2097354" y="569887"/>
                  </a:moveTo>
                  <a:lnTo>
                    <a:pt x="1866963" y="569887"/>
                  </a:lnTo>
                  <a:lnTo>
                    <a:pt x="1821893" y="574433"/>
                  </a:lnTo>
                  <a:lnTo>
                    <a:pt x="1778699" y="587746"/>
                  </a:lnTo>
                  <a:lnTo>
                    <a:pt x="1737936" y="609334"/>
                  </a:lnTo>
                  <a:lnTo>
                    <a:pt x="1700159" y="638705"/>
                  </a:lnTo>
                  <a:lnTo>
                    <a:pt x="1665921" y="675368"/>
                  </a:lnTo>
                  <a:lnTo>
                    <a:pt x="1635778" y="718831"/>
                  </a:lnTo>
                  <a:lnTo>
                    <a:pt x="1610283" y="768604"/>
                  </a:lnTo>
                  <a:lnTo>
                    <a:pt x="1179360" y="1762569"/>
                  </a:lnTo>
                  <a:lnTo>
                    <a:pt x="1167472" y="1790280"/>
                  </a:lnTo>
                  <a:lnTo>
                    <a:pt x="1187272" y="1801444"/>
                  </a:lnTo>
                  <a:lnTo>
                    <a:pt x="1194355" y="1803809"/>
                  </a:lnTo>
                  <a:lnTo>
                    <a:pt x="1201540" y="1805495"/>
                  </a:lnTo>
                  <a:lnTo>
                    <a:pt x="1208792" y="1806505"/>
                  </a:lnTo>
                  <a:lnTo>
                    <a:pt x="1216075" y="1806841"/>
                  </a:lnTo>
                  <a:lnTo>
                    <a:pt x="1830958" y="1806841"/>
                  </a:lnTo>
                  <a:lnTo>
                    <a:pt x="1885365" y="1786909"/>
                  </a:lnTo>
                  <a:lnTo>
                    <a:pt x="1924913" y="1732686"/>
                  </a:lnTo>
                  <a:lnTo>
                    <a:pt x="2233079" y="1025639"/>
                  </a:lnTo>
                  <a:lnTo>
                    <a:pt x="2247928" y="953147"/>
                  </a:lnTo>
                  <a:lnTo>
                    <a:pt x="2244216" y="915836"/>
                  </a:lnTo>
                  <a:lnTo>
                    <a:pt x="2233079" y="880922"/>
                  </a:lnTo>
                  <a:lnTo>
                    <a:pt x="2120404" y="622439"/>
                  </a:lnTo>
                  <a:lnTo>
                    <a:pt x="2097354" y="569887"/>
                  </a:lnTo>
                  <a:close/>
                </a:path>
                <a:path w="4638675" h="5154930">
                  <a:moveTo>
                    <a:pt x="1990423" y="109080"/>
                  </a:moveTo>
                  <a:lnTo>
                    <a:pt x="1833841" y="109080"/>
                  </a:lnTo>
                  <a:lnTo>
                    <a:pt x="1862195" y="114187"/>
                  </a:lnTo>
                  <a:lnTo>
                    <a:pt x="1888421" y="128881"/>
                  </a:lnTo>
                  <a:lnTo>
                    <a:pt x="1910935" y="152216"/>
                  </a:lnTo>
                  <a:lnTo>
                    <a:pt x="1928152" y="183248"/>
                  </a:lnTo>
                  <a:lnTo>
                    <a:pt x="2057755" y="481330"/>
                  </a:lnTo>
                  <a:lnTo>
                    <a:pt x="2091956" y="559447"/>
                  </a:lnTo>
                  <a:lnTo>
                    <a:pt x="2186635" y="559447"/>
                  </a:lnTo>
                  <a:lnTo>
                    <a:pt x="2165756" y="511200"/>
                  </a:lnTo>
                  <a:lnTo>
                    <a:pt x="1990423" y="109080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761" y="1715782"/>
              <a:ext cx="3203257" cy="342538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277779" y="1250899"/>
            <a:ext cx="2468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4273" y="289204"/>
            <a:ext cx="9674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75" dirty="0">
                <a:solidFill>
                  <a:srgbClr val="1E487C"/>
                </a:solidFill>
                <a:latin typeface="Georgia"/>
                <a:cs typeface="Georgia"/>
              </a:rPr>
              <a:t>SMART</a:t>
            </a:r>
            <a:r>
              <a:rPr sz="4000" spc="390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00" dirty="0">
                <a:solidFill>
                  <a:srgbClr val="1E487C"/>
                </a:solidFill>
                <a:latin typeface="Georgia"/>
                <a:cs typeface="Georgia"/>
              </a:rPr>
              <a:t>INDIA</a:t>
            </a:r>
            <a:r>
              <a:rPr sz="4000" spc="400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14" dirty="0">
                <a:solidFill>
                  <a:srgbClr val="1E487C"/>
                </a:solidFill>
                <a:latin typeface="Georgia"/>
                <a:cs typeface="Georgia"/>
              </a:rPr>
              <a:t>HACKATHON</a:t>
            </a:r>
            <a:r>
              <a:rPr sz="4000" spc="385" dirty="0">
                <a:solidFill>
                  <a:srgbClr val="1E487C"/>
                </a:solidFill>
                <a:latin typeface="Georgia"/>
                <a:cs typeface="Georgia"/>
              </a:rPr>
              <a:t> </a:t>
            </a:r>
            <a:r>
              <a:rPr sz="4000" spc="155" dirty="0">
                <a:solidFill>
                  <a:srgbClr val="1E487C"/>
                </a:solidFill>
                <a:latin typeface="Georgia"/>
                <a:cs typeface="Georgia"/>
              </a:rPr>
              <a:t>2026</a:t>
            </a:r>
            <a:endParaRPr sz="40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584" y="1983731"/>
            <a:ext cx="6248927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180" algn="l"/>
              </a:tabLst>
            </a:pPr>
            <a:r>
              <a:rPr sz="2800" b="1" dirty="0">
                <a:latin typeface="Arial"/>
                <a:cs typeface="Arial"/>
              </a:rPr>
              <a:t>Problem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Statement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ID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–</a:t>
            </a:r>
            <a:r>
              <a:rPr lang="en-IN" sz="2800" b="1" spc="-50" dirty="0">
                <a:latin typeface="Arial"/>
                <a:cs typeface="Arial"/>
              </a:rPr>
              <a:t> </a:t>
            </a:r>
            <a:r>
              <a:rPr lang="en-IN" sz="2800" spc="-50" dirty="0">
                <a:latin typeface="Arial"/>
                <a:cs typeface="Arial"/>
              </a:rPr>
              <a:t>26200</a:t>
            </a:r>
            <a:endParaRPr sz="2800" dirty="0">
              <a:latin typeface="Arial"/>
              <a:cs typeface="Arial"/>
            </a:endParaRPr>
          </a:p>
          <a:p>
            <a:pPr marL="297180" indent="-284480" algn="l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2800" b="1" dirty="0">
                <a:latin typeface="Arial"/>
                <a:cs typeface="Arial"/>
              </a:rPr>
              <a:t>Problem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Statement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Title-</a:t>
            </a:r>
            <a:r>
              <a:rPr lang="en-IN" sz="2800" b="1" spc="-10" dirty="0">
                <a:latin typeface="Arial"/>
                <a:cs typeface="Arial"/>
              </a:rPr>
              <a:t> </a:t>
            </a:r>
            <a:r>
              <a:rPr lang="en-IN" sz="2800" spc="-10" dirty="0">
                <a:latin typeface="Arial"/>
                <a:cs typeface="Arial"/>
              </a:rPr>
              <a:t>Student innovation-innovative ideas that helps manage and generate renewable/sustainable sources more efficiently </a:t>
            </a:r>
            <a:endParaRPr sz="28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2800" b="1" dirty="0">
                <a:latin typeface="Arial"/>
                <a:cs typeface="Arial"/>
              </a:rPr>
              <a:t>Theme-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Renewable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Energy</a:t>
            </a:r>
            <a:endParaRPr sz="28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2800" b="1" dirty="0">
                <a:latin typeface="Arial"/>
                <a:cs typeface="Arial"/>
              </a:rPr>
              <a:t>PS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Category-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Software</a:t>
            </a:r>
            <a:r>
              <a:rPr sz="2800" spc="-55" dirty="0">
                <a:latin typeface="Arial"/>
                <a:cs typeface="Arial"/>
              </a:rPr>
              <a:t> </a:t>
            </a:r>
            <a:endParaRPr sz="28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2800" b="1" spc="-35" dirty="0">
                <a:latin typeface="Arial"/>
                <a:cs typeface="Arial"/>
              </a:rPr>
              <a:t>Team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ID-</a:t>
            </a:r>
            <a:endParaRPr sz="2800" b="1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2800" b="1" spc="-35" dirty="0">
                <a:latin typeface="Arial"/>
                <a:cs typeface="Arial"/>
              </a:rPr>
              <a:t>Team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Name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(Registered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on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portal)</a:t>
            </a:r>
            <a:endParaRPr sz="2800" b="1" dirty="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3147" y="91486"/>
            <a:ext cx="2249639" cy="1061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144557-84BD-17AF-D291-C200685BB087}"/>
              </a:ext>
            </a:extLst>
          </p:cNvPr>
          <p:cNvSpPr txBox="1"/>
          <p:nvPr/>
        </p:nvSpPr>
        <p:spPr>
          <a:xfrm>
            <a:off x="12952071" y="5335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44460" y="536255"/>
            <a:ext cx="2644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IDEA</a:t>
            </a:r>
            <a:r>
              <a:rPr spc="-225" dirty="0"/>
              <a:t> </a:t>
            </a:r>
            <a:r>
              <a:rPr spc="-10" dirty="0"/>
              <a:t>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328" y="1569953"/>
            <a:ext cx="117773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3540" indent="-370840">
              <a:lnSpc>
                <a:spcPct val="100000"/>
              </a:lnSpc>
              <a:spcBef>
                <a:spcPts val="100"/>
              </a:spcBef>
              <a:buSzPct val="96875"/>
              <a:buFont typeface="Segoe UI Symbol"/>
              <a:buChar char="❖"/>
              <a:tabLst>
                <a:tab pos="383540" algn="l"/>
              </a:tabLst>
            </a:pPr>
            <a:r>
              <a:rPr lang="en-IN" sz="3200" b="1" u="sng" dirty="0" err="1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Wattsense</a:t>
            </a:r>
            <a:r>
              <a:rPr lang="en-IN" sz="3200" b="1" u="sng" dirty="0">
                <a:solidFill>
                  <a:srgbClr val="1E487C"/>
                </a:solidFill>
                <a:uFill>
                  <a:solidFill>
                    <a:srgbClr val="1E487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: AI based battery management system :-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328" y="3941117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328" y="4683098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199" y="2697186"/>
            <a:ext cx="10819296" cy="2487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sz="20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20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2000" spc="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</a:t>
            </a:r>
            <a:r>
              <a:rPr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0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flow,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current/voltage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7620" algn="just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r>
              <a:rPr sz="20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0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appliances</a:t>
            </a:r>
            <a:r>
              <a:rPr sz="20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sz="20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(zero</a:t>
            </a:r>
            <a:r>
              <a:rPr sz="20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20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setup)</a:t>
            </a:r>
            <a:r>
              <a:rPr sz="20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</a:t>
            </a:r>
            <a:r>
              <a:rPr sz="20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sz="20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predictive,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350" algn="just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35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USP:</a:t>
            </a:r>
            <a:r>
              <a:rPr sz="20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z="20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agnostic</a:t>
            </a:r>
            <a:r>
              <a:rPr sz="20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0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</a:t>
            </a:r>
            <a:r>
              <a:rPr sz="20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Powerwall)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7150" y="372772"/>
            <a:ext cx="7819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8969" y="231737"/>
            <a:ext cx="6954062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TECHNICAL</a:t>
            </a:r>
            <a:r>
              <a:rPr spc="-3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598" y="198120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656080" y="1981200"/>
            <a:ext cx="8879840" cy="341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ESP32,</a:t>
            </a:r>
            <a:r>
              <a:rPr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INA219/INA226</a:t>
            </a:r>
            <a:r>
              <a:rPr sz="20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</a:t>
            </a:r>
            <a:r>
              <a:rPr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sz="20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BMS,</a:t>
            </a:r>
            <a:r>
              <a:rPr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sz="20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panel,</a:t>
            </a:r>
            <a:r>
              <a:rPr sz="20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15">
              <a:lnSpc>
                <a:spcPct val="100000"/>
              </a:lnSpc>
              <a:spcBef>
                <a:spcPts val="100"/>
              </a:spcBef>
            </a:pPr>
            <a:endParaRPr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15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sz="20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Arduino/C++,</a:t>
            </a:r>
            <a:r>
              <a:rPr sz="20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sz="20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0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DB,</a:t>
            </a:r>
            <a:r>
              <a:rPr sz="20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web/app</a:t>
            </a:r>
            <a:r>
              <a:rPr sz="20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dashboard,</a:t>
            </a:r>
            <a:r>
              <a:rPr sz="20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AI/LLM</a:t>
            </a:r>
            <a:r>
              <a:rPr sz="20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20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15">
              <a:lnSpc>
                <a:spcPct val="100000"/>
              </a:lnSpc>
            </a:pPr>
            <a:endParaRPr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battery,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current;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endParaRPr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85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appliances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matching;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syncs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cloud, where</a:t>
            </a:r>
            <a:r>
              <a:rPr sz="20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598" y="2937698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1598" y="3915053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1598" y="4742548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6833" y="372772"/>
            <a:ext cx="8117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10">
            <a:extLst>
              <a:ext uri="{FF2B5EF4-FFF2-40B4-BE49-F238E27FC236}">
                <a16:creationId xmlns:a16="http://schemas.microsoft.com/office/drawing/2014/main" id="{F5835897-D082-D8C3-195A-ED5D1E35D2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2D353804-C082-C1CF-F121-44FBC7FE084C}"/>
              </a:ext>
            </a:extLst>
          </p:cNvPr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45CEFA20-7E79-CD0B-CA5D-0766F9FAD01D}"/>
              </a:ext>
            </a:extLst>
          </p:cNvPr>
          <p:cNvSpPr txBox="1"/>
          <p:nvPr/>
        </p:nvSpPr>
        <p:spPr>
          <a:xfrm>
            <a:off x="603014" y="372772"/>
            <a:ext cx="7057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413-2796-A2BD-1CB9-FD8B367C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762000"/>
            <a:ext cx="7543800" cy="5562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DEC1BD-696B-29E5-FDDB-3C0D985FCEC6}"/>
              </a:ext>
            </a:extLst>
          </p:cNvPr>
          <p:cNvSpPr txBox="1"/>
          <p:nvPr/>
        </p:nvSpPr>
        <p:spPr>
          <a:xfrm>
            <a:off x="3429000" y="115669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2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8969" y="231737"/>
            <a:ext cx="6954062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8952" y="2194133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08022" y="2185069"/>
            <a:ext cx="8879840" cy="2487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Technically</a:t>
            </a:r>
            <a:r>
              <a:rPr sz="20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feasible:</a:t>
            </a:r>
            <a:r>
              <a:rPr sz="20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20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</a:t>
            </a:r>
            <a:r>
              <a:rPr sz="20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0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</a:t>
            </a:r>
            <a:r>
              <a:rPr sz="20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counting,</a:t>
            </a:r>
            <a:r>
              <a:rPr sz="20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r>
              <a:rPr sz="20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sensing,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NILM-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unproven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IN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scale,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limits,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simplified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lang="en-IN" sz="20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350" algn="just">
              <a:lnSpc>
                <a:spcPct val="100000"/>
              </a:lnSpc>
            </a:pPr>
            <a:endParaRPr sz="20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sz="2000" spc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strategies:  expand</a:t>
            </a:r>
            <a:r>
              <a:rPr sz="2000"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sz="2000" spc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 validate</a:t>
            </a:r>
            <a:r>
              <a:rPr sz="20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000" spc="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multimeter,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3678" y="3129279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9128" y="4064425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4914" y="372772"/>
            <a:ext cx="7819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8969" y="266927"/>
            <a:ext cx="6954062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080" y="2338958"/>
            <a:ext cx="10479723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rural/off-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 small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telecom/farm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setups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</a:t>
            </a:r>
            <a:r>
              <a:rPr sz="2000" spc="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000" spc="5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efficiently,</a:t>
            </a:r>
            <a:r>
              <a:rPr sz="2000" spc="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000" spc="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needing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</a:t>
            </a:r>
            <a:r>
              <a:rPr sz="2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sz="20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endParaRPr lang="en-IN" sz="20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</a:t>
            </a:r>
            <a:r>
              <a:rPr sz="20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sz="2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waste,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7129" y="372772"/>
            <a:ext cx="7819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867" y="231450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3411" y="2314504"/>
            <a:ext cx="10249358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rtl="0"/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Zeifman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Roth,</a:t>
            </a:r>
            <a:r>
              <a:rPr lang="en-I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Nonintrusiv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I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Monitoring: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Overview"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2000" dirty="0">
                <a:hlinkClick r:id="rId2"/>
              </a:rPr>
              <a:t>ncbi.nlm.nih.gov/</a:t>
            </a:r>
            <a:r>
              <a:rPr lang="en-IN" sz="2000" dirty="0" err="1">
                <a:hlinkClick r:id="rId2"/>
              </a:rPr>
              <a:t>pmc</a:t>
            </a:r>
            <a:r>
              <a:rPr lang="en-IN" sz="2000" dirty="0">
                <a:hlinkClick r:id="rId2"/>
              </a:rPr>
              <a:t>/articles/PMC6720010</a:t>
            </a:r>
            <a:endParaRPr lang="en-IN" sz="2000" dirty="0"/>
          </a:p>
          <a:p>
            <a:pPr marL="12700" marR="6350" algn="just">
              <a:lnSpc>
                <a:spcPct val="100000"/>
              </a:lnSpc>
              <a:spcBef>
                <a:spcPts val="100"/>
              </a:spcBef>
              <a:tabLst>
                <a:tab pos="1039494" algn="l"/>
                <a:tab pos="1395095" algn="l"/>
                <a:tab pos="2143760" algn="l"/>
                <a:tab pos="3683000" algn="l"/>
                <a:tab pos="4890135" algn="l"/>
                <a:tab pos="5600700" algn="l"/>
                <a:tab pos="6920865" algn="l"/>
                <a:tab pos="7403465" algn="l"/>
                <a:tab pos="863854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"Implementation</a:t>
            </a:r>
            <a:r>
              <a:rPr sz="20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</a:t>
            </a:r>
            <a:r>
              <a:rPr sz="20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r>
              <a:rPr sz="20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0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</a:t>
            </a:r>
            <a:r>
              <a:rPr sz="20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sz="20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sz="20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Battery" (Arduino-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based)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hlinkClick r:id="rId3"/>
              </a:rPr>
              <a:t>journalpsij.com/</a:t>
            </a:r>
            <a:r>
              <a:rPr lang="en-IN" sz="2000" dirty="0" err="1">
                <a:hlinkClick r:id="rId3"/>
              </a:rPr>
              <a:t>index.php</a:t>
            </a:r>
            <a:r>
              <a:rPr lang="en-IN" sz="2000" dirty="0">
                <a:hlinkClick r:id="rId3"/>
              </a:rPr>
              <a:t>/PSIJ/article/view/687</a:t>
            </a:r>
            <a:endParaRPr lang="en-IN" sz="2000" dirty="0"/>
          </a:p>
          <a:p>
            <a:pPr marL="12700" marR="8255" algn="just"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 rtl="0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"Monitoring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0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Plants</a:t>
            </a:r>
            <a:r>
              <a:rPr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IoT"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(ESP32</a:t>
            </a:r>
            <a:r>
              <a:rPr sz="20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INA219)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hlinkClick r:id="rId4"/>
              </a:rPr>
              <a:t>journal.esrgroups.org/</a:t>
            </a:r>
            <a:r>
              <a:rPr lang="en-IN" sz="2000" dirty="0" err="1">
                <a:hlinkClick r:id="rId4"/>
              </a:rPr>
              <a:t>jes</a:t>
            </a:r>
            <a:r>
              <a:rPr lang="en-IN" sz="2000" dirty="0">
                <a:hlinkClick r:id="rId4"/>
              </a:rPr>
              <a:t>/article/view/5442</a:t>
            </a:r>
            <a:endParaRPr lang="en-IN" sz="2000" dirty="0"/>
          </a:p>
          <a:p>
            <a:pPr marL="12700" marR="5080" algn="just"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8867" y="327914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231" y="419100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3961" y="372772"/>
            <a:ext cx="7819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 algn="just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latin typeface="Calibri"/>
                <a:cs typeface="Calibri"/>
              </a:rPr>
              <a:t>Team Matrix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</TotalTime>
  <Words>470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MT</vt:lpstr>
      <vt:lpstr>Calibri</vt:lpstr>
      <vt:lpstr>Georgia</vt:lpstr>
      <vt:lpstr>Segoe UI Symbol</vt:lpstr>
      <vt:lpstr>Times New Roman</vt:lpstr>
      <vt:lpstr>Trebuchet MS</vt:lpstr>
      <vt:lpstr>Office Theme</vt:lpstr>
      <vt:lpstr>SMART INDIA HACKATHON 2026</vt:lpstr>
      <vt:lpstr>IDEA TITLE</vt:lpstr>
      <vt:lpstr>TECHNICAL APPROACH</vt:lpstr>
      <vt:lpstr>PowerPoint Presentation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Abhiraj navarkar</cp:lastModifiedBy>
  <cp:revision>4</cp:revision>
  <dcterms:created xsi:type="dcterms:W3CDTF">2026-08-13T02:52:32Z</dcterms:created>
  <dcterms:modified xsi:type="dcterms:W3CDTF">2026-09-03T04:55:39Z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2026-08-10T00:00:00Z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2026-08-10T00:00:00Z</vt:filetime>
  </property>
</Properties>
</file>