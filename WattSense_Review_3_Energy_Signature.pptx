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Masters/slideMaster2.xml" ContentType="application/vnd.openxmlformats-officedocument.presentationml.slideMaster+xml"/>
  <Override PartName="/ppt/slideMasters/theme/theme3.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4.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86e1555a17c4738" /><Relationship Type="http://schemas.openxmlformats.org/officeDocument/2006/relationships/extended-properties" Target="/docProps/app.xml" Id="R16aababe1ce84722" /><Relationship Type="http://schemas.openxmlformats.org/officeDocument/2006/relationships/officeDocument" Target="/ppt/presentation.xml" Id="Rc2adbd5f0d5743cf" /></Relationships>
</file>

<file path=ppt/presentation.xml><?xml version="1.0" encoding="utf-8"?>
<p:presentation xmlns:p="http://schemas.openxmlformats.org/presentationml/2006/main">
  <p:sldMasterIdLst>
    <p:sldMasterId xmlns:r="http://schemas.openxmlformats.org/officeDocument/2006/relationships" id="2147483648" r:id="R3931704252d549df"/>
    <p:sldMasterId xmlns:r="http://schemas.openxmlformats.org/officeDocument/2006/relationships" id="2147483659" r:id="R16c08498f0d94ede"/>
  </p:sldMasterIdLst>
  <p:notesMasterIdLst>
    <p:notesMasterId xmlns:r="http://schemas.openxmlformats.org/officeDocument/2006/relationships" r:id="R6a2dd99dfb7a46e2"/>
  </p:notesMasterIdLst>
  <p:sldIdLst>
    <p:sldId xmlns:r="http://schemas.openxmlformats.org/officeDocument/2006/relationships" id="256" r:id="R5f8162edc1024513"/>
    <p:sldId xmlns:r="http://schemas.openxmlformats.org/officeDocument/2006/relationships" id="257" r:id="R21d0225b04c145c3"/>
    <p:sldId xmlns:r="http://schemas.openxmlformats.org/officeDocument/2006/relationships" id="258" r:id="Rae7344609764440c"/>
    <p:sldId xmlns:r="http://schemas.openxmlformats.org/officeDocument/2006/relationships" id="259" r:id="R0007de6ce7354487"/>
    <p:sldId xmlns:r="http://schemas.openxmlformats.org/officeDocument/2006/relationships" id="260" r:id="R57e43be17e5f4c12"/>
    <p:sldId xmlns:r="http://schemas.openxmlformats.org/officeDocument/2006/relationships" id="261" r:id="Rf7473ab2ecc84a50"/>
    <p:sldId xmlns:r="http://schemas.openxmlformats.org/officeDocument/2006/relationships" id="262" r:id="R71ba95cbeffa4af5"/>
    <p:sldId xmlns:r="http://schemas.openxmlformats.org/officeDocument/2006/relationships" id="263" r:id="R3422db45709c4cf6"/>
    <p:sldId xmlns:r="http://schemas.openxmlformats.org/officeDocument/2006/relationships" id="264" r:id="Rdc2d74565235458e"/>
    <p:sldId xmlns:r="http://schemas.openxmlformats.org/officeDocument/2006/relationships" id="265" r:id="R8191e21f0c7943a8"/>
    <p:sldId xmlns:r="http://schemas.openxmlformats.org/officeDocument/2006/relationships" id="266" r:id="R6ecd772e62cc488f"/>
    <p:sldId xmlns:r="http://schemas.openxmlformats.org/officeDocument/2006/relationships" id="267" r:id="R96261b395a094452"/>
    <p:sldId xmlns:r="http://schemas.openxmlformats.org/officeDocument/2006/relationships" id="268" r:id="R49747c176e0443e1"/>
    <p:sldId xmlns:r="http://schemas.openxmlformats.org/officeDocument/2006/relationships" id="269" r:id="R996ade5423c34178"/>
  </p:sldIdLst>
  <p:sldSz cx="9144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EE197F5D-6551-475C-A2F8-58654C6B5B28}">
  <a:tblStyle styleId="{EE197F5D-6551-475C-A2F8-58654C6B5B28}"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fb61cadd8c104751" /><Relationship Type="http://schemas.openxmlformats.org/officeDocument/2006/relationships/slideMaster" Target="/ppt/slideMasters/slideMaster1.xml" Id="R3931704252d549df" /><Relationship Type="http://schemas.openxmlformats.org/officeDocument/2006/relationships/slideMaster" Target="/ppt/slideMasters/slideMaster2.xml" Id="R16c08498f0d94ede" /><Relationship Type="http://schemas.openxmlformats.org/officeDocument/2006/relationships/notesMaster" Target="/ppt/notesMasters/notesMaster1.xml" Id="R6a2dd99dfb7a46e2" /><Relationship Type="http://schemas.openxmlformats.org/officeDocument/2006/relationships/presProps" Target="/ppt/presProps.xml" Id="R6a356acc642346b2" /><Relationship Type="http://schemas.openxmlformats.org/officeDocument/2006/relationships/viewProps" Target="/ppt/viewProps.xml" Id="R194a3e3a6fdd4f6d" /><Relationship Type="http://schemas.openxmlformats.org/officeDocument/2006/relationships/tableStyles" Target="/ppt/tableStyles.xml" Id="R3e3e6e1faf5a49d5" /><Relationship Type="http://schemas.openxmlformats.org/officeDocument/2006/relationships/slide" Target="/ppt/slides/slide1.xml" Id="R5f8162edc1024513" /><Relationship Type="http://schemas.openxmlformats.org/officeDocument/2006/relationships/slide" Target="/ppt/slides/slide2.xml" Id="R21d0225b04c145c3" /><Relationship Type="http://schemas.openxmlformats.org/officeDocument/2006/relationships/slide" Target="/ppt/slides/slide3.xml" Id="Rae7344609764440c" /><Relationship Type="http://schemas.openxmlformats.org/officeDocument/2006/relationships/slide" Target="/ppt/slides/slide4.xml" Id="R0007de6ce7354487" /><Relationship Type="http://schemas.openxmlformats.org/officeDocument/2006/relationships/slide" Target="/ppt/slides/slide5.xml" Id="R57e43be17e5f4c12" /><Relationship Type="http://schemas.openxmlformats.org/officeDocument/2006/relationships/slide" Target="/ppt/slides/slide6.xml" Id="Rf7473ab2ecc84a50" /><Relationship Type="http://schemas.openxmlformats.org/officeDocument/2006/relationships/slide" Target="/ppt/slides/slide7.xml" Id="R71ba95cbeffa4af5" /><Relationship Type="http://schemas.openxmlformats.org/officeDocument/2006/relationships/slide" Target="/ppt/slides/slide8.xml" Id="R3422db45709c4cf6" /><Relationship Type="http://schemas.openxmlformats.org/officeDocument/2006/relationships/slide" Target="/ppt/slides/slide9.xml" Id="Rdc2d74565235458e" /><Relationship Type="http://schemas.openxmlformats.org/officeDocument/2006/relationships/slide" Target="/ppt/slides/slide10.xml" Id="R8191e21f0c7943a8" /><Relationship Type="http://schemas.openxmlformats.org/officeDocument/2006/relationships/slide" Target="/ppt/slides/slide11.xml" Id="R6ecd772e62cc488f" /><Relationship Type="http://schemas.openxmlformats.org/officeDocument/2006/relationships/slide" Target="/ppt/slides/slide12.xml" Id="R96261b395a094452" /><Relationship Type="http://schemas.openxmlformats.org/officeDocument/2006/relationships/slide" Target="/ppt/slides/slide13.xml" Id="R49747c176e0443e1" /><Relationship Type="http://schemas.openxmlformats.org/officeDocument/2006/relationships/slide" Target="/ppt/slides/slide14.xml" Id="R996ade5423c3417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4.xml" Id="R1cba1166bf82472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4.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afb613a79dd4ebd" /><Relationship Type="http://schemas.openxmlformats.org/officeDocument/2006/relationships/notesMaster" Target="/ppt/notesMasters/notesMaster1.xml" Id="R106d3ad4cc5040cf" /></Relationships>
</file>

<file path=ppt/notesSlides/_rels/notesSlide2.xml.rels>&#65279;<?xml version="1.0" encoding="utf-8"?><Relationships xmlns="http://schemas.openxmlformats.org/package/2006/relationships"><Relationship Type="http://schemas.openxmlformats.org/officeDocument/2006/relationships/slide" Target="/ppt/slides/slide2.xml" Id="R8bf90d63fb2e45ee" /><Relationship Type="http://schemas.openxmlformats.org/officeDocument/2006/relationships/notesMaster" Target="/ppt/notesMasters/notesMaster1.xml" Id="Re996ef96ba5a44c5" /></Relationships>
</file>

<file path=ppt/notesSlides/_rels/notesSlide3.xml.rels>&#65279;<?xml version="1.0" encoding="utf-8"?><Relationships xmlns="http://schemas.openxmlformats.org/package/2006/relationships"><Relationship Type="http://schemas.openxmlformats.org/officeDocument/2006/relationships/slide" Target="/ppt/slides/slide3.xml" Id="R5847662717644c12" /><Relationship Type="http://schemas.openxmlformats.org/officeDocument/2006/relationships/notesMaster" Target="/ppt/notesMasters/notesMaster1.xml" Id="Rd771572355554f77" /></Relationships>
</file>

<file path=ppt/notesSlides/_rels/notesSlide4.xml.rels>&#65279;<?xml version="1.0" encoding="utf-8"?><Relationships xmlns="http://schemas.openxmlformats.org/package/2006/relationships"><Relationship Type="http://schemas.openxmlformats.org/officeDocument/2006/relationships/slide" Target="/ppt/slides/slide4.xml" Id="Rdf03fdbd050b4a93" /><Relationship Type="http://schemas.openxmlformats.org/officeDocument/2006/relationships/notesMaster" Target="/ppt/notesMasters/notesMaster1.xml" Id="Rfd0e7cda51464a3f" /></Relationships>
</file>

<file path=ppt/notesSlides/_rels/notesSlide5.xml.rels>&#65279;<?xml version="1.0" encoding="utf-8"?><Relationships xmlns="http://schemas.openxmlformats.org/package/2006/relationships"><Relationship Type="http://schemas.openxmlformats.org/officeDocument/2006/relationships/slide" Target="/ppt/slides/slide5.xml" Id="Rc39d5face22642df" /><Relationship Type="http://schemas.openxmlformats.org/officeDocument/2006/relationships/notesMaster" Target="/ppt/notesMasters/notesMaster1.xml" Id="R2f749bc7d8624bc4" /></Relationships>
</file>

<file path=ppt/notesSlides/_rels/notesSlide6.xml.rels>&#65279;<?xml version="1.0" encoding="utf-8"?><Relationships xmlns="http://schemas.openxmlformats.org/package/2006/relationships"><Relationship Type="http://schemas.openxmlformats.org/officeDocument/2006/relationships/slide" Target="/ppt/slides/slide6.xml" Id="R3e98d23eb5f04046" /><Relationship Type="http://schemas.openxmlformats.org/officeDocument/2006/relationships/notesMaster" Target="/ppt/notesMasters/notesMaster1.xml" Id="R98e368164c914cba" /></Relationships>
</file>

<file path=ppt/notesSlides/_rels/notesSlide7.xml.rels>&#65279;<?xml version="1.0" encoding="utf-8"?><Relationships xmlns="http://schemas.openxmlformats.org/package/2006/relationships"><Relationship Type="http://schemas.openxmlformats.org/officeDocument/2006/relationships/slide" Target="/ppt/slides/slide7.xml" Id="R0976776867a2410c" /><Relationship Type="http://schemas.openxmlformats.org/officeDocument/2006/relationships/notesMaster" Target="/ppt/notesMasters/notesMaster1.xml" Id="R2ae02b152d0042ce" /></Relationships>
</file>

<file path=ppt/notesSlides/_rels/notesSlide8.xml.rels>&#65279;<?xml version="1.0" encoding="utf-8"?><Relationships xmlns="http://schemas.openxmlformats.org/package/2006/relationships"><Relationship Type="http://schemas.openxmlformats.org/officeDocument/2006/relationships/slide" Target="/ppt/slides/slide8.xml" Id="R18e70cf9c7c84dcf" /><Relationship Type="http://schemas.openxmlformats.org/officeDocument/2006/relationships/notesMaster" Target="/ppt/notesMasters/notesMaster1.xml" Id="R03c2c4b8340f4fb9" /></Relationships>
</file>

<file path=ppt/notesSlides/_rels/notesSlide9.xml.rels>&#65279;<?xml version="1.0" encoding="utf-8"?><Relationships xmlns="http://schemas.openxmlformats.org/package/2006/relationships"><Relationship Type="http://schemas.openxmlformats.org/officeDocument/2006/relationships/slide" Target="/ppt/slides/slide9.xml" Id="Rf5e3a13817a24b82" /><Relationship Type="http://schemas.openxmlformats.org/officeDocument/2006/relationships/notesMaster" Target="/ppt/notesMasters/notesMaster1.xml" Id="R02cc3d34060c4a7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0e4f0de90a442ff" /><Relationship Type="http://schemas.openxmlformats.org/officeDocument/2006/relationships/notesMaster" Target="/ppt/notesMasters/notesMaster1.xml" Id="Ree1691f7a3d046f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e9506c98d094c3d" /><Relationship Type="http://schemas.openxmlformats.org/officeDocument/2006/relationships/notesMaster" Target="/ppt/notesMasters/notesMaster1.xml" Id="R60c536c94837467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2704f17466d4020" /><Relationship Type="http://schemas.openxmlformats.org/officeDocument/2006/relationships/notesMaster" Target="/ppt/notesMasters/notesMaster1.xml" Id="R1da318e929d44fe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20726993fa6435a" /><Relationship Type="http://schemas.openxmlformats.org/officeDocument/2006/relationships/notesMaster" Target="/ppt/notesMasters/notesMaster1.xml" Id="R08675bae8ef24bd4"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94187fbf1a8b46c9" /><Relationship Type="http://schemas.openxmlformats.org/officeDocument/2006/relationships/notesMaster" Target="/ppt/notesMasters/notesMaster1.xml" Id="Rb98144de97ea4fc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 main project focus is energy-signature analysis, load-energy estimation and battery-runtime estimation. Group 7 and guide Mahesh Sapte were confirmed on 3 October 2026. The two unconfirmed roll numbers are intentionally blank. This title replaces the earlier priority-load demonstration framing for this review; existing code and hardware have not been changed by preparing these slides.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User steering and confirmed team details, 3 October 2026</a:t>
            </a:r>
            <a:endParaRPr/>
          </a:p>
          <a:p xmlns:a="http://schemas.openxmlformats.org/drawingml/2006/main">
            <a:pPr marL="0" lvl="0" indent="0" algn="l">
              <a:spcBef>
                <a:spcPts val="0"/>
              </a:spcBef>
              <a:spcAft>
                <a:spcPts val="0"/>
              </a:spcAft>
              <a:buNone/>
            </a:pPr>
            <a:r>
              <a:t>sih 2026 shubham.pptx</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 restored SIH USP is signature-based load detection and energy estimation linked to battery backup. Signature matching and the dataset remain proposed work. The present monitoring foundation comprises firmware, synthetic demonstration, charge/runtime software, local logging and a routed four-layer PCB. The prototype scope is selected known DC loads; the current PCB does not directly measure household AC appliances. Automatic matching after initial training differs from universal zero-configuration recognition. No classifier accuracy or physical energy/runtime measurement is currently available.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sih 2026 shubham.pptx</a:t>
            </a:r>
            <a:endParaRPr/>
          </a:p>
          <a:p xmlns:a="http://schemas.openxmlformats.org/drawingml/2006/main">
            <a:pPr marL="0" lvl="0" indent="0" algn="l">
              <a:spcBef>
                <a:spcPts val="0"/>
              </a:spcBef>
              <a:spcAft>
                <a:spcPts val="0"/>
              </a:spcAft>
              <a:buNone/>
            </a:pPr>
            <a:r>
              <a:t>firmware/include/controller.h</a:t>
            </a:r>
            <a:endParaRPr/>
          </a:p>
          <a:p xmlns:a="http://schemas.openxmlformats.org/drawingml/2006/main">
            <a:pPr marL="0" lvl="0" indent="0" algn="l">
              <a:spcBef>
                <a:spcPts val="0"/>
              </a:spcBef>
              <a:spcAft>
                <a:spcPts val="0"/>
              </a:spcAft>
              <a:buNone/>
            </a:pPr>
            <a:r>
              <a:t>wattsense/server.py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These papers inform the proposed project. Findings belong to the cited authors and are not WattSense results. Scope limits describe applicability to our small DC prototype.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[1] Christos Athanasiadis, Dimitrios Doukas, Theofilos Papadopoulos, Antonios Chrysopoulos, "A Scalable Real-Time Non-Intrusive Load Monitoring System for the Estimation of Household Appliance Power Consumption", Energies, vol. 14, no. 3, Art. 767, 2021, doi: 10.3390/en14030767.</a:t>
            </a:r>
            <a:endParaRPr/>
          </a:p>
          <a:p xmlns:a="http://schemas.openxmlformats.org/drawingml/2006/main">
            <a:pPr marL="0" lvl="0" indent="0" algn="l">
              <a:spcBef>
                <a:spcPts val="0"/>
              </a:spcBef>
              <a:spcAft>
                <a:spcPts val="0"/>
              </a:spcAft>
              <a:buNone/>
            </a:pPr>
            <a:r>
              <a:t>https://www.mdpi.com/1996-1073/14/3/767</a:t>
            </a:r>
            <a:endParaRPr/>
          </a:p>
          <a:p xmlns:a="http://schemas.openxmlformats.org/drawingml/2006/main">
            <a:pPr marL="0" lvl="0" indent="0" algn="l">
              <a:spcBef>
                <a:spcPts val="0"/>
              </a:spcBef>
              <a:spcAft>
                <a:spcPts val="0"/>
              </a:spcAft>
              <a:buNone/>
            </a:pPr>
            <a:r>
              <a:t>Evidence: Primary publisher abstract states three blocks: event detection, CNN classifier and power estimator using active-power turn-on transients. It reports computational/memory efficiency qualitatively. Cached full-page excerpt ends within the introduction, so dataset names, exact sampling rates and numerical performance are not asserted. The limitation cell is an applicability inference: this method needs suitable transient measurements and an already trained target-appliance classifier. It does not validate WattSense, universal detection or zero-configuration deployment.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[2] Rachel Stephen Mollel, Lina Stankovic, Vladimir Stankovic, "Explainability-Informed Feature Selection and Performance Prediction for Nonintrusive Load Monitoring", Sensors, vol. 23, no. 10, Art. 4845, 2023, doi: 10.3390/s23104845.</a:t>
            </a:r>
            <a:endParaRPr/>
          </a:p>
          <a:p xmlns:a="http://schemas.openxmlformats.org/drawingml/2006/main">
            <a:pPr marL="0" lvl="0" indent="0" algn="l">
              <a:spcBef>
                <a:spcPts val="0"/>
              </a:spcBef>
              <a:spcAft>
                <a:spcPts val="0"/>
              </a:spcAft>
              <a:buNone/>
            </a:pPr>
            <a:r>
              <a:t>https://www.mdpi.com/1424-8220/23/10/4845</a:t>
            </a:r>
            <a:endParaRPr/>
          </a:p>
          <a:p xmlns:a="http://schemas.openxmlformats.org/drawingml/2006/main">
            <a:pPr marL="0" lvl="0" indent="0" algn="l">
              <a:spcBef>
                <a:spcPts val="0"/>
              </a:spcBef>
              <a:spcAft>
                <a:spcPts val="0"/>
              </a:spcAft>
              <a:buNone/>
            </a:pPr>
            <a:r>
              <a:t>Evidence: Publisher abstract describes interpretable decision-tree classification, local/global feature importance, REFIT training and unseen same-house/UK-DALE-house evaluation. It reports class-specific improvements, but the displayed row deliberately transfers no percentage to WattSense. Cross-house transfer testing is a design implication drawn from the study setting; the current DC INA219 system cannot inherit its household-data performance.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[3] Herman Cristiano Jaime, Adler Diniz de Souza, Raphael Carlos Santos Machado, Otávio de Souza Martins Gomes, "Machine Learning Models for Non-Intrusive Load Monitoring: A Systematic Review and Meta-Analysis", Inventions, vol. 11, no. 2, Art. 29, 2026, doi: 10.3390/inventions11020029.</a:t>
            </a:r>
            <a:endParaRPr/>
          </a:p>
          <a:p xmlns:a="http://schemas.openxmlformats.org/drawingml/2006/main">
            <a:pPr marL="0" lvl="0" indent="0" algn="l">
              <a:spcBef>
                <a:spcPts val="0"/>
              </a:spcBef>
              <a:spcAft>
                <a:spcPts val="0"/>
              </a:spcAft>
              <a:buNone/>
            </a:pPr>
            <a:r>
              <a:t>https://www.mdpi.com/2411-5134/11/2/29</a:t>
            </a:r>
            <a:endParaRPr/>
          </a:p>
          <a:p xmlns:a="http://schemas.openxmlformats.org/drawingml/2006/main">
            <a:pPr marL="0" lvl="0" indent="0" algn="l">
              <a:spcBef>
                <a:spcPts val="0"/>
              </a:spcBef>
              <a:spcAft>
                <a:spcPts val="0"/>
              </a:spcAft>
              <a:buNone/>
            </a:pPr>
            <a:r>
              <a:t>Evidence: This is a systematic review and meta-analysis, not a new hardware trial. The publisher abstract states 30 eligible studies, random-effects pooling of F1 scores and substantial heterogeneity. Hybrid models had high pooled scores with limited study support; traditional models had broader validation. No pooled score is used as a WattSense result. Issue citation year is 2026; covered primary-study period is 2017-2024.</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[4] Haotian Xiang, Wenjing Su, Yi Zong, "Non-Intrusive Load Monitoring: A Systematic Review of Methods, Scenario-Specific Challenges, and Pathways to Practical Deployment", Energies, vol. 19, no. 8, Art. 1883, 2026, doi: 10.3390/en19081883.</a:t>
            </a:r>
            <a:endParaRPr/>
          </a:p>
          <a:p xmlns:a="http://schemas.openxmlformats.org/drawingml/2006/main">
            <a:pPr marL="0" lvl="0" indent="0" algn="l">
              <a:spcBef>
                <a:spcPts val="0"/>
              </a:spcBef>
              <a:spcAft>
                <a:spcPts val="0"/>
              </a:spcAft>
              <a:buNone/>
            </a:pPr>
            <a:r>
              <a:t>https://www.mdpi.com/1996-1073/19/8/1883</a:t>
            </a:r>
            <a:endParaRPr/>
          </a:p>
          <a:p xmlns:a="http://schemas.openxmlformats.org/drawingml/2006/main">
            <a:pPr marL="0" lvl="0" indent="0" algn="l">
              <a:spcBef>
                <a:spcPts val="0"/>
              </a:spcBef>
              <a:spcAft>
                <a:spcPts val="0"/>
              </a:spcAft>
              <a:buNone/>
            </a:pPr>
            <a:r>
              <a:t>Evidence: This is a systematic review/framework, not new hardware validation. Its abstract explicitly identifies real-time/accuracy trade-offs, privacy, unknown loads, behaviour modelling, data quality, transferability, integration and cost. The row is a qualitative synthesis and does not assert a dataset, new classifier or measured accuracy for this review. Relevant to scoping a small known-load prototype with an unknown/ambiguous output.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[5] Yiran Li, Yan Li, Peng Han, "A Non-Intrusive Load Identification Method Based on the Fusion of Steady-State Features and Lightweight Network", Energies, vol. 19, no. 13, Art. 3131, 2026, doi: 10.3390/en19133131.</a:t>
            </a:r>
            <a:endParaRPr/>
          </a:p>
          <a:p xmlns:a="http://schemas.openxmlformats.org/drawingml/2006/main">
            <a:pPr marL="0" lvl="0" indent="0" algn="l">
              <a:spcBef>
                <a:spcPts val="0"/>
              </a:spcBef>
              <a:spcAft>
                <a:spcPts val="0"/>
              </a:spcAft>
              <a:buNone/>
            </a:pPr>
            <a:r>
              <a:t>https://www.mdpi.com/1996-1073/19/13/3131</a:t>
            </a:r>
            <a:endParaRPr/>
          </a:p>
          <a:p xmlns:a="http://schemas.openxmlformats.org/drawingml/2006/main">
            <a:pPr marL="0" lvl="0" indent="0" algn="l">
              <a:spcBef>
                <a:spcPts val="0"/>
              </a:spcBef>
              <a:spcAft>
                <a:spcPts val="0"/>
              </a:spcAft>
              <a:buNone/>
            </a:pPr>
            <a:r>
              <a:t>Evidence: Publisher abstract describes V-I trajectory images plus active/reactive power, trajectory area and slope, fused with a lightweight dual-branch network. Evaluation uses PLAID. The original abstract reports 95.35% recognition accuracy and 0.17M parameters, but these external results are not displayed or attributed to WattSense. This is an AC waveform-based method: the current INA219 DC voltage/current telemetry does not provide synchronised AC V-I trajectories, reactive power or waveform images. The limitation is an explicit sensor/method applicability comparison, not a defect demonstrated by the paper.</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These papers inform the proposed project. Findings belong to the cited authors and are not WattSense results. Scope limits describe applicability to our small DC prototype.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[6] K. Movassagh, A. Raihan, B. Balasingam, and K. Pattipati, "A Critical Look at Coulomb Counting Approach for State of Charge Estimation in Batteries," Energies, vol. 14, no. 14, Art. 4074, 2021, doi: 10.3390/en14144074.</a:t>
            </a:r>
            <a:endParaRPr/>
          </a:p>
          <a:p xmlns:a="http://schemas.openxmlformats.org/drawingml/2006/main">
            <a:pPr marL="0" lvl="0" indent="0" algn="l">
              <a:spcBef>
                <a:spcPts val="0"/>
              </a:spcBef>
              <a:spcAft>
                <a:spcPts val="0"/>
              </a:spcAft>
              <a:buNone/>
            </a:pPr>
            <a:r>
              <a:t>https://doi.org/10.3390/en14144074</a:t>
            </a:r>
            <a:endParaRPr/>
          </a:p>
          <a:p xmlns:a="http://schemas.openxmlformats.org/drawingml/2006/main">
            <a:pPr marL="0" lvl="0" indent="0" algn="l">
              <a:spcBef>
                <a:spcPts val="0"/>
              </a:spcBef>
              <a:spcAft>
                <a:spcPts val="0"/>
              </a:spcAft>
              <a:buNone/>
            </a:pPr>
            <a:r>
              <a:t>Evidence: Separates current-measurement, integration, capacity and timing errors. Its results do not establish a WattSense SOC accuracy figure. Calibration/initialization is our design implication.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[7] C. Zhang, W. Allafi, Q. Dinh, P. Ascencio, and J. Marco, "Online estimation of battery equivalent circuit model parameters and state of charge using decoupled least squares technique," Energy, vol. 142, pp. 678–688, 2018, doi: 10.1016/j.energy.2017.10.043.</a:t>
            </a:r>
            <a:endParaRPr/>
          </a:p>
          <a:p xmlns:a="http://schemas.openxmlformats.org/drawingml/2006/main">
            <a:pPr marL="0" lvl="0" indent="0" algn="l">
              <a:spcBef>
                <a:spcPts val="0"/>
              </a:spcBef>
              <a:spcAft>
                <a:spcPts val="0"/>
              </a:spcAft>
              <a:buNone/>
            </a:pPr>
            <a:r>
              <a:t>https://doi.org/10.1016/j.energy.2017.10.043</a:t>
            </a:r>
            <a:endParaRPr/>
          </a:p>
          <a:p xmlns:a="http://schemas.openxmlformats.org/drawingml/2006/main">
            <a:pPr marL="0" lvl="0" indent="0" algn="l">
              <a:spcBef>
                <a:spcPts val="0"/>
              </a:spcBef>
              <a:spcAft>
                <a:spcPts val="0"/>
              </a:spcAft>
              <a:buNone/>
            </a:pPr>
            <a:r>
              <a:t>Evidence: Published in 2018 despite 2017 in DOI. Supports caution about fixed assumed plant parameters. WattSense has not implemented this estimator or measured its pack parameters.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[8] A. Gismero, E. Schaltz, and D.-I. Stroe, "Recursive State of Charge and State of Health Estimation Method for Lithium-Ion Batteries Based on Coulomb Counting and Open Circuit Voltage," Energies, vol. 13, no. 7, Art. 1811, 2020, doi: 10.3390/en13071811.</a:t>
            </a:r>
            <a:endParaRPr/>
          </a:p>
          <a:p xmlns:a="http://schemas.openxmlformats.org/drawingml/2006/main">
            <a:pPr marL="0" lvl="0" indent="0" algn="l">
              <a:spcBef>
                <a:spcPts val="0"/>
              </a:spcBef>
              <a:spcAft>
                <a:spcPts val="0"/>
              </a:spcAft>
              <a:buNone/>
            </a:pPr>
            <a:r>
              <a:t>https://doi.org/10.3390/en13071811</a:t>
            </a:r>
            <a:endParaRPr/>
          </a:p>
          <a:p xmlns:a="http://schemas.openxmlformats.org/drawingml/2006/main">
            <a:pPr marL="0" lvl="0" indent="0" algn="l">
              <a:spcBef>
                <a:spcPts val="0"/>
              </a:spcBef>
              <a:spcAft>
                <a:spcPts val="0"/>
              </a:spcAft>
              <a:buNone/>
            </a:pPr>
            <a:r>
              <a:t>Evidence: Tested aged cells with changing current/temperature. The paper explicitly identifies insufficient relaxation as a capacity-estimation issue. Our LFP pack cannot inherit its NMC OCV map or accuracy.</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[9] K. Yang, Y. Tang, and Z. Zhang, "Parameter Identification and State-of-Charge Estimation for Lithium-Ion Batteries Using Separated Time Scales and Extended Kalman Filter," Energies, vol. 14, no. 4, Art. 1054, 2021, doi: 10.3390/en14041054.</a:t>
            </a:r>
            <a:endParaRPr/>
          </a:p>
          <a:p xmlns:a="http://schemas.openxmlformats.org/drawingml/2006/main">
            <a:pPr marL="0" lvl="0" indent="0" algn="l">
              <a:spcBef>
                <a:spcPts val="0"/>
              </a:spcBef>
              <a:spcAft>
                <a:spcPts val="0"/>
              </a:spcAft>
              <a:buNone/>
            </a:pPr>
            <a:r>
              <a:t>https://doi.org/10.3390/en14041054</a:t>
            </a:r>
            <a:endParaRPr/>
          </a:p>
          <a:p xmlns:a="http://schemas.openxmlformats.org/drawingml/2006/main">
            <a:pPr marL="0" lvl="0" indent="0" algn="l">
              <a:spcBef>
                <a:spcPts val="0"/>
              </a:spcBef>
              <a:spcAft>
                <a:spcPts val="0"/>
              </a:spcAft>
              <a:buNone/>
            </a:pPr>
            <a:r>
              <a:t>Evidence: The result is specific to its datasets and estimator. It informs future characterization; WattSense currently uses a simpler current-integration policy, not the published RLS/EKF method.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[10] B. Rzepka, S. Bischof, and T. Blank, "Implementing an Extended Kalman Filter for SoC Estimation of a Li-Ion Battery with Hysteresis: A Step-by-Step Guide," Energies, vol. 14, no. 13, Art. 3733, 2021, doi: 10.3390/en14133733.</a:t>
            </a:r>
            <a:endParaRPr/>
          </a:p>
          <a:p xmlns:a="http://schemas.openxmlformats.org/drawingml/2006/main">
            <a:pPr marL="0" lvl="0" indent="0" algn="l">
              <a:spcBef>
                <a:spcPts val="0"/>
              </a:spcBef>
              <a:spcAft>
                <a:spcPts val="0"/>
              </a:spcAft>
              <a:buNone/>
            </a:pPr>
            <a:r>
              <a:t>https://doi.org/10.3390/en14133733</a:t>
            </a:r>
            <a:endParaRPr/>
          </a:p>
          <a:p xmlns:a="http://schemas.openxmlformats.org/drawingml/2006/main">
            <a:pPr marL="0" lvl="0" indent="0" algn="l">
              <a:spcBef>
                <a:spcPts val="0"/>
              </a:spcBef>
              <a:spcAft>
                <a:spcPts val="0"/>
              </a:spcAft>
              <a:buNone/>
            </a:pPr>
            <a:r>
              <a:t>Evidence: Conclusions compare systematic and rough filter tuning. This is a future-estimator reference, not evidence that WattSense's INA219/current integration achieves the paper's accuracy.</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These papers inform the proposed project. Findings belong to the cited authors and are not WattSense results. Scope limits describe applicability to our small DC prototype.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[11] B. Zine, H. Bia, A. Benmouna, M. Becherif, and M. Iqbal, "Experimentally Validated Coulomb Counting Method for Battery State-of-Charge Estimation under Variable Current Profiles," Energies, vol. 15, no. 21, Art. 8172, 2022, doi: 10.3390/en15218172.</a:t>
            </a:r>
            <a:endParaRPr/>
          </a:p>
          <a:p xmlns:a="http://schemas.openxmlformats.org/drawingml/2006/main">
            <a:pPr marL="0" lvl="0" indent="0" algn="l">
              <a:spcBef>
                <a:spcPts val="0"/>
              </a:spcBef>
              <a:spcAft>
                <a:spcPts val="0"/>
              </a:spcAft>
              <a:buNone/>
            </a:pPr>
            <a:r>
              <a:t>https://doi.org/10.3390/en15218172</a:t>
            </a:r>
            <a:endParaRPr/>
          </a:p>
          <a:p xmlns:a="http://schemas.openxmlformats.org/drawingml/2006/main">
            <a:pPr marL="0" lvl="0" indent="0" algn="l">
              <a:spcBef>
                <a:spcPts val="0"/>
              </a:spcBef>
              <a:spcAft>
                <a:spcPts val="0"/>
              </a:spcAft>
              <a:buNone/>
            </a:pPr>
            <a:r>
              <a:t>Evidence: The broad Li-ion discussion in the abstract must not be mistaken for our 4S LFP validation. Initial SOC and suitable measurements are needed; this study is a practical procedure reference.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[12] Hend M. Fahmy, Rania A. Swief, Hany M. Hasanien, Mohammed Alharbi, José Luis Maldonado, and Francisco Jurado, "Hybrid State of Charge Estimation of Lithium-Ion Battery Using the Coulomb Counting Method and an Adaptive Unscented Kalman Filter", Energies, vol. 16, no. 14, Art. 5558, 2023, doi: 10.3390/en16145558.</a:t>
            </a:r>
            <a:endParaRPr/>
          </a:p>
          <a:p xmlns:a="http://schemas.openxmlformats.org/drawingml/2006/main">
            <a:pPr marL="0" lvl="0" indent="0" algn="l">
              <a:spcBef>
                <a:spcPts val="0"/>
              </a:spcBef>
              <a:spcAft>
                <a:spcPts val="0"/>
              </a:spcAft>
              <a:buNone/>
            </a:pPr>
            <a:r>
              <a:t>https://doi.org/10.3390/en16145558</a:t>
            </a:r>
            <a:endParaRPr/>
          </a:p>
          <a:p xmlns:a="http://schemas.openxmlformats.org/drawingml/2006/main">
            <a:pPr marL="0" lvl="0" indent="0" algn="l">
              <a:spcBef>
                <a:spcPts val="0"/>
              </a:spcBef>
              <a:spcAft>
                <a:spcPts val="0"/>
              </a:spcAft>
              <a:buNone/>
            </a:pPr>
            <a:r>
              <a:t>Evidence: The abstract explicitly labels numerical simulations and describes parameter fitting with African Vultures Optimization. The table includes only the estimator core. Do not present this as a physical WattSense comparison.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[13] M. Wang, G. Wang, Z. Xiao, Y. Sun, and Y. Zheng, "State of Charge Estimation of LiFePO4 in Various Temperature Scenarios," Batteries, vol. 9, no. 1, Art. 43, 2023, doi: 10.3390/batteries9010043.</a:t>
            </a:r>
            <a:endParaRPr/>
          </a:p>
          <a:p xmlns:a="http://schemas.openxmlformats.org/drawingml/2006/main">
            <a:pPr marL="0" lvl="0" indent="0" algn="l">
              <a:spcBef>
                <a:spcPts val="0"/>
              </a:spcBef>
              <a:spcAft>
                <a:spcPts val="0"/>
              </a:spcAft>
              <a:buNone/>
            </a:pPr>
            <a:r>
              <a:t>https://doi.org/10.3390/batteries9010043</a:t>
            </a:r>
            <a:endParaRPr/>
          </a:p>
          <a:p xmlns:a="http://schemas.openxmlformats.org/drawingml/2006/main">
            <a:pPr marL="0" lvl="0" indent="0" algn="l">
              <a:spcBef>
                <a:spcPts val="0"/>
              </a:spcBef>
              <a:spcAft>
                <a:spcPts val="0"/>
              </a:spcAft>
              <a:buNone/>
            </a:pPr>
            <a:r>
              <a:t>Evidence: Direct chemistry relevance. Temperature-dependent capacity and the flat OCV region motivate measuring the actual pack instead of relying on the assumed teaching curve. WattSense's fixed-temperature simulation does not reproduce these tests.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[14] H. Turkmanović, I. Popović, and V. Rajović, "Toward Energy Efficient Battery State of Charge Estimation on Embedded Platforms," Electronics, vol. 13, no. 21, Art. 4256, 2024, doi: 10.3390/electronics13214256.</a:t>
            </a:r>
            <a:endParaRPr/>
          </a:p>
          <a:p xmlns:a="http://schemas.openxmlformats.org/drawingml/2006/main">
            <a:pPr marL="0" lvl="0" indent="0" algn="l">
              <a:spcBef>
                <a:spcPts val="0"/>
              </a:spcBef>
              <a:spcAft>
                <a:spcPts val="0"/>
              </a:spcAft>
              <a:buNone/>
            </a:pPr>
            <a:r>
              <a:t>https://doi.org/10.3390/electronics13214256</a:t>
            </a:r>
            <a:endParaRPr/>
          </a:p>
          <a:p xmlns:a="http://schemas.openxmlformats.org/drawingml/2006/main">
            <a:pPr marL="0" lvl="0" indent="0" algn="l">
              <a:spcBef>
                <a:spcPts val="0"/>
              </a:spcBef>
              <a:spcAft>
                <a:spcPts val="0"/>
              </a:spcAft>
              <a:buNone/>
            </a:pPr>
            <a:r>
              <a:t>Evidence: Contrasts Rint and second-order RC EKFs and connects estimator rate to energy cost. Its reported savings cannot be copied to the ESP32; our 0.8 W controller load remains an assumption awaiting measurement.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[15] S. Bampi, G. Waltrich, and A. Vaccari, "Electronic Load for Parameter Characterization in Equivalent Circuit Models of Lithium-Ion Batteries," Eletrônica de Potência, vol. 30, Art. e202521, 2025, doi: 10.18618/REP.e202521.</a:t>
            </a:r>
            <a:endParaRPr/>
          </a:p>
          <a:p xmlns:a="http://schemas.openxmlformats.org/drawingml/2006/main">
            <a:pPr marL="0" lvl="0" indent="0" algn="l">
              <a:spcBef>
                <a:spcPts val="0"/>
              </a:spcBef>
              <a:spcAft>
                <a:spcPts val="0"/>
              </a:spcAft>
              <a:buNone/>
            </a:pPr>
            <a:r>
              <a:t>https://doi.org/10.18618/REP.e202521</a:t>
            </a:r>
            <a:endParaRPr/>
          </a:p>
          <a:p xmlns:a="http://schemas.openxmlformats.org/drawingml/2006/main">
            <a:pPr marL="0" lvl="0" indent="0" algn="l">
              <a:spcBef>
                <a:spcPts val="0"/>
              </a:spcBef>
              <a:spcAft>
                <a:spcPts val="0"/>
              </a:spcAft>
              <a:buNone/>
            </a:pPr>
            <a:r>
              <a:t>Evidence: Publisher full-text reports an ESP32 electronic-load instrument, lithium-titanate cell characterisation and EKF SOC estimation. Useful evidence for a laboratory procedure and embedded integration. Its battery chemistry, electronic-load instrument and estimator differ from the current protected-LFP/INA219 WattSense design; none of its accuracy transfers to our project.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These papers inform the proposed project. Findings belong to the cited authors and are not WattSense results. Scope limits describe applicability to our small DC prototype.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[16] A. Marahatta, Y. Rajbhandari, A. Shrestha, A. Singh, A. Gachhadar, and A. Thapa, 'Priority-based low voltage DC microgrid system for rural electrification,' Energy Reports, vol. 7, pp. 43-51, 2021, doi: 10.1016/j.egyr.2020.11.030.</a:t>
            </a:r>
            <a:endParaRPr/>
          </a:p>
          <a:p xmlns:a="http://schemas.openxmlformats.org/drawingml/2006/main">
            <a:pPr marL="0" lvl="0" indent="0" algn="l">
              <a:spcBef>
                <a:spcPts val="0"/>
              </a:spcBef>
              <a:spcAft>
                <a:spcPts val="0"/>
              </a:spcAft>
              <a:buNone/>
            </a:pPr>
            <a:r>
              <a:t>https://www.sciencedirect.com/science/article/pii/S2352484720314554</a:t>
            </a:r>
            <a:endParaRPr/>
          </a:p>
          <a:p xmlns:a="http://schemas.openxmlformats.org/drawingml/2006/main">
            <a:pPr marL="0" lvl="0" indent="0" algn="l">
              <a:spcBef>
                <a:spcPts val="0"/>
              </a:spcBef>
              <a:spcAft>
                <a:spcPts val="0"/>
              </a:spcAft>
              <a:buNone/>
            </a:pPr>
            <a:r>
              <a:t>Evidence: Publisher explicitly describes experimental analysis and a low-cost SCADA implementation. Saved evidence identifies three load priorities and battery thresholds. This is close prior art, so priority shedding itself is not a new WattSense algorithm. The row states a qualitative study finding and transfers no performance percentage.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[17] Y. Rajbhandari, A. Marahatta, A. Shrestha, A. Gachhadar, A. Thapa, F. Gonzalez-Longatt, and P. Korba, 'Enhanced demand side management for solar-based isolated microgrid system: Load prioritisation and energy optimisation,' IET Smart Grid, vol. 7, no. 3, pp. 294-313, 2024, doi: 10.1049/stg2.12151.</a:t>
            </a:r>
            <a:endParaRPr/>
          </a:p>
          <a:p xmlns:a="http://schemas.openxmlformats.org/drawingml/2006/main">
            <a:pPr marL="0" lvl="0" indent="0" algn="l">
              <a:spcBef>
                <a:spcPts val="0"/>
              </a:spcBef>
              <a:spcAft>
                <a:spcPts val="0"/>
              </a:spcAft>
              <a:buNone/>
            </a:pPr>
            <a:r>
              <a:t>https://ietresearch.onlinelibrary.wiley.com/doi/10.1049/stg2.12151</a:t>
            </a:r>
            <a:endParaRPr/>
          </a:p>
          <a:p xmlns:a="http://schemas.openxmlformats.org/drawingml/2006/main">
            <a:pPr marL="0" lvl="0" indent="0" algn="l">
              <a:spcBef>
                <a:spcPts val="0"/>
              </a:spcBef>
              <a:spcAft>
                <a:spcPts val="0"/>
              </a:spcAft>
              <a:buNone/>
            </a:pPr>
            <a:r>
              <a:t>Evidence: Primary discussion identifies stochastic load/generation simulations, three priority levels and PSO-optimised SOC shedding points using forecasts. Cite issue year 2024 rather than online-first 2023. WattSense has not implemented or evaluated this forecasting/PSO method; the row is external context and transfers no result.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[18] L. Guo and J. Kors, Jr., 'Design of a Laboratory Scale Solar Microgrid Cyber-Physical System for Education,' Electronics, vol. 10, no. 13, Art. 1562, 2021, doi: 10.3390/electronics10131562.</a:t>
            </a:r>
            <a:endParaRPr/>
          </a:p>
          <a:p xmlns:a="http://schemas.openxmlformats.org/drawingml/2006/main">
            <a:pPr marL="0" lvl="0" indent="0" algn="l">
              <a:spcBef>
                <a:spcPts val="0"/>
              </a:spcBef>
              <a:spcAft>
                <a:spcPts val="0"/>
              </a:spcAft>
              <a:buNone/>
            </a:pPr>
            <a:r>
              <a:t>https://www.mdpi.com/2079-9292/10/13/1562</a:t>
            </a:r>
            <a:endParaRPr/>
          </a:p>
          <a:p xmlns:a="http://schemas.openxmlformats.org/drawingml/2006/main">
            <a:pPr marL="0" lvl="0" indent="0" algn="l">
              <a:spcBef>
                <a:spcPts val="0"/>
              </a:spcBef>
              <a:spcAft>
                <a:spcPts val="0"/>
              </a:spcAft>
              <a:buNone/>
            </a:pPr>
            <a:r>
              <a:t>Evidence: Primary paper reports a solar panel, purchased MPPT controller, rechargeable battery, relay-controlled loads and student assessment. Hardware data were sampled every ten minutes in its reported outdoor run. Its focus is educational system integration; it does not establish the proposed WattSense signature estimator or any WattSense measurement.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[19] E. Yusubov and L. Bekirova, 'A standalone DC microgrid energy management strategy using the battery state of charge,' Informatyka, Automatyka, Pomiary w Gospodarce i Ochronie Środowiska, vol. 13, no. 3, pp. 75-78, 2023, doi: 10.35784/iapgos.5320.</a:t>
            </a:r>
            <a:endParaRPr/>
          </a:p>
          <a:p xmlns:a="http://schemas.openxmlformats.org/drawingml/2006/main">
            <a:pPr marL="0" lvl="0" indent="0" algn="l">
              <a:spcBef>
                <a:spcPts val="0"/>
              </a:spcBef>
              <a:spcAft>
                <a:spcPts val="0"/>
              </a:spcAft>
              <a:buNone/>
            </a:pPr>
            <a:r>
              <a:t>https://ph.pollub.pl/index.php/iapgos/en/article/view/5320</a:t>
            </a:r>
            <a:endParaRPr/>
          </a:p>
          <a:p xmlns:a="http://schemas.openxmlformats.org/drawingml/2006/main">
            <a:pPr marL="0" lvl="0" indent="0" algn="l">
              <a:spcBef>
                <a:spcPts val="0"/>
              </a:spcBef>
              <a:spcAft>
                <a:spcPts val="0"/>
              </a:spcAft>
              <a:buNone/>
            </a:pPr>
            <a:r>
              <a:t>Evidence: The publisher abstract explicitly combines available-source power, demand and SOC with load-shedding capability and evaluates an algorithm by simulation. Although authors claim battery-life benefits, the row deliberately uses SOC-limit coordination and does not present lifetime extension as measured cycling data.</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[20] J. A. Basantes, D. E. Paredes, J. R. Llanos, D. E. Ortiz, and C. D. Burgos, 'Energy Management System (EMS) Based on Model Predictive Control (MPC) for an Isolated DC Microgrid,' Energies, vol. 16, no. 6, Art. 2912, 2023, doi: 10.3390/en16062912.</a:t>
            </a:r>
            <a:endParaRPr/>
          </a:p>
          <a:p xmlns:a="http://schemas.openxmlformats.org/drawingml/2006/main">
            <a:pPr marL="0" lvl="0" indent="0" algn="l">
              <a:spcBef>
                <a:spcPts val="0"/>
              </a:spcBef>
              <a:spcAft>
                <a:spcPts val="0"/>
              </a:spcAft>
              <a:buNone/>
            </a:pPr>
            <a:r>
              <a:t>https://www.mdpi.com/1996-1073/16/6/2912</a:t>
            </a:r>
            <a:endParaRPr/>
          </a:p>
          <a:p xmlns:a="http://schemas.openxmlformats.org/drawingml/2006/main">
            <a:pPr marL="0" lvl="0" indent="0" algn="l">
              <a:spcBef>
                <a:spcPts val="0"/>
              </a:spcBef>
              <a:spcAft>
                <a:spcPts val="0"/>
              </a:spcAft>
              <a:buNone/>
            </a:pPr>
            <a:r>
              <a:t>Evidence: Metadata/byline was confirmed from the primary published PDF hosted in a research repository. The study compares with/without EMS under radiation and demand disturbances. Its conclusions explicitly defer battery-degradation modeling and diesel-start constraints to future work. Real-time feedback here is within the simulated coupled control system; do not call it real hardware measurement.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Priority switching and NILM are established prior work. The contribution is a reproducible student implementation and evaluation of a known-load DC prototype, not a new universal recognition algorithm. Classifier outputs need UNKNOWN/ambiguous rejection. Similar patterns, combinations, converter efficiency and controller overhead may limit identification and energy attribution. Battery-runtime estimates depend on a valid starting reference and independently established capacity. The present INA219 acquisition chain does not capture AC voltage-current trajectories, reactive power or high-frequency harmonics.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literature.json: Athanasiadis, Mollel, Xiang and Li sources</a:t>
            </a:r>
            <a:endParaRPr/>
          </a:p>
          <a:p xmlns:a="http://schemas.openxmlformats.org/drawingml/2006/main">
            <a:pPr marL="0" lvl="0" indent="0" algn="l">
              <a:spcBef>
                <a:spcPts val="0"/>
              </a:spcBef>
              <a:spcAft>
                <a:spcPts val="0"/>
              </a:spcAft>
              <a:buNone/>
            </a:pPr>
            <a:r>
              <a:t>firmware/src/main.cpp</a:t>
            </a:r>
            <a:endParaRPr/>
          </a:p>
          <a:p xmlns:a="http://schemas.openxmlformats.org/drawingml/2006/main">
            <a:pPr marL="0" lvl="0" indent="0" algn="l">
              <a:spcBef>
                <a:spcPts val="0"/>
              </a:spcBef>
              <a:spcAft>
                <a:spcPts val="0"/>
              </a:spcAft>
              <a:buNone/>
            </a:pPr>
            <a:r>
              <a:t>docs/TEST_PLAN.md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 work starts with a small known-load library. A signature consists of slow current/power changes and behaviour, not a unique guaranteed fingerprint. Recognition, energy estimation and runtime estimation are separate evaluation tasks. Labels and independent instruments are needed for ground truth. No numeric recognition target is presented as an achieved score. A profile-based estimate states its usage scenario; a battery percentage alone cannot determine duration.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User USP correction, 3 October 2026</a:t>
            </a:r>
            <a:endParaRPr/>
          </a:p>
          <a:p xmlns:a="http://schemas.openxmlformats.org/drawingml/2006/main">
            <a:pPr marL="0" lvl="0" indent="0" algn="l">
              <a:spcBef>
                <a:spcPts val="0"/>
              </a:spcBef>
              <a:spcAft>
                <a:spcPts val="0"/>
              </a:spcAft>
              <a:buNone/>
            </a:pPr>
            <a:r>
              <a:t>docs/TEST_PLAN.md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This is an information-flow diagram, not a wiring diagram. Sensor U1 measures net battery current; U2 measures aggregate converter-input/load demand; U3 is a charging-input channel initially disabled. Individual appliance current is not directly measured by three separate appliance sensors. Selected known-load training uses controlled sessions on the same measurement path. Estimate attributable load energy with reference measurements and consistent converter/controller overhead; do not equate converter-input energy with appliance-terminal energy without calibration. The first signature engine will run in local Python. Firmware currently samples nominally 10 Hz but emits JSON at approximately 1 Hz, so a qualified raw-rate logger must be implemented. Use slow/event features appropriate to verified sampling, not harmonic fingerprints. SOC needs a legitimate full reference and capacity basis; it starts unknown. Existing hardware outputs remain disabled until staged qualification. The four-layer 100 x 90 mm PCB is designed, not assembled. Purchased BMS/charger retain their own protection and charge regulation duties.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hardware/REFERENCE_WIRING.md</a:t>
            </a:r>
            <a:endParaRPr/>
          </a:p>
          <a:p xmlns:a="http://schemas.openxmlformats.org/drawingml/2006/main">
            <a:pPr marL="0" lvl="0" indent="0" algn="l">
              <a:spcBef>
                <a:spcPts val="0"/>
              </a:spcBef>
              <a:spcAft>
                <a:spcPts val="0"/>
              </a:spcAft>
              <a:buNone/>
            </a:pPr>
            <a:r>
              <a:t>firmware/src/main.cpp</a:t>
            </a:r>
            <a:endParaRPr/>
          </a:p>
          <a:p xmlns:a="http://schemas.openxmlformats.org/drawingml/2006/main">
            <a:pPr marL="0" lvl="0" indent="0" algn="l">
              <a:spcBef>
                <a:spcPts val="0"/>
              </a:spcBef>
              <a:spcAft>
                <a:spcPts val="0"/>
              </a:spcAft>
              <a:buNone/>
            </a:pPr>
            <a:r>
              <a:t>firmware/include/controller.h</a:t>
            </a:r>
            <a:endParaRPr/>
          </a:p>
          <a:p xmlns:a="http://schemas.openxmlformats.org/drawingml/2006/main">
            <a:pPr marL="0" lvl="0" indent="0" algn="l">
              <a:spcBef>
                <a:spcPts val="0"/>
              </a:spcBef>
              <a:spcAft>
                <a:spcPts val="0"/>
              </a:spcAft>
              <a:buNone/>
            </a:pPr>
            <a:r>
              <a:t>docs/LAB_START_GUIDE.md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There is no measured signature dataset at present. Start with 4–6 load types whose voltage and current are compatible with the actual converter and PCB limits; exact products have not been selected. Record the true device/state and sample timing. First use one load, then held-out combinations and unseen loads. Split by complete session, preferably across battery levels, rather than neighbouring windows from the same recording. Record source=measured or simulated, instrument calibration, converter conditions and controller supply arrangement. The selected feature set must reflect actual timing and sensor bandwidth; 1 Hz CSV data cannot validate short startup features. Aggregate demand alone may not separate similar devices. Unknown/ambiguous outcomes are required.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firmware/src/main.cpp</a:t>
            </a:r>
            <a:endParaRPr/>
          </a:p>
          <a:p xmlns:a="http://schemas.openxmlformats.org/drawingml/2006/main">
            <a:pPr marL="0" lvl="0" indent="0" algn="l">
              <a:spcBef>
                <a:spcPts val="0"/>
              </a:spcBef>
              <a:spcAft>
                <a:spcPts val="0"/>
              </a:spcAft>
              <a:buNone/>
            </a:pPr>
            <a:r>
              <a:t>wattsense/server.py</a:t>
            </a:r>
            <a:endParaRPr/>
          </a:p>
          <a:p xmlns:a="http://schemas.openxmlformats.org/drawingml/2006/main">
            <a:pPr marL="0" lvl="0" indent="0" algn="l">
              <a:spcBef>
                <a:spcPts val="0"/>
              </a:spcBef>
              <a:spcAft>
                <a:spcPts val="0"/>
              </a:spcAft>
              <a:buNone/>
            </a:pPr>
            <a:r>
              <a:t>docs/TEST_PLAN.md</a:t>
            </a:r>
            <a:endParaRPr/>
          </a:p>
          <a:p xmlns:a="http://schemas.openxmlformats.org/drawingml/2006/main">
            <a:pPr marL="0" lvl="0" indent="0" algn="l">
              <a:spcBef>
                <a:spcPts val="0"/>
              </a:spcBef>
              <a:spcAft>
                <a:spcPts val="0"/>
              </a:spcAft>
              <a:buNone/>
            </a:pPr>
            <a:r>
              <a:t>literature.json: Mollel and Xiang sources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 test counts are from the 30 September 2026 foundation audit and do not validate a signature classifier. Recognition metrics apply only after a labelled dataset exists. Report macro F1/confusion matrices and unseen-device false acceptance separately. Compare energy at the same physical measurement point, accounting for reference uncertainty. Compute power from calibrated voltage and current and integrate with actual sample timing. Runtime estimates should be compared against independently observed normal discharge endpoints under defined usage profiles, with repeated runs. Use the measured usable battery energy rather than treating nominal voltage x capacity as exact. Percentage runtime error is meaningful only for non-zero reference durations. No classifier score, energy savings percentage or household compatibility is claimed.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docs/RECHECK_2026-09-30.md</a:t>
            </a:r>
            <a:endParaRPr/>
          </a:p>
          <a:p xmlns:a="http://schemas.openxmlformats.org/drawingml/2006/main">
            <a:pPr marL="0" lvl="0" indent="0" algn="l">
              <a:spcBef>
                <a:spcPts val="0"/>
              </a:spcBef>
              <a:spcAft>
                <a:spcPts val="0"/>
              </a:spcAft>
              <a:buNone/>
            </a:pPr>
            <a:r>
              <a:t>docs/TEST_PLAN.md</a:t>
            </a:r>
            <a:endParaRPr/>
          </a:p>
          <a:p xmlns:a="http://schemas.openxmlformats.org/drawingml/2006/main">
            <a:pPr marL="0" lvl="0" indent="0" algn="l">
              <a:spcBef>
                <a:spcPts val="0"/>
              </a:spcBef>
              <a:spcAft>
                <a:spcPts val="0"/>
              </a:spcAft>
              <a:buNone/>
            </a:pPr>
            <a:r>
              <a:t>simulations/hardware-assumptions.json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These months are proposed planning stages, not confirmed delivery dates or completed activity. The user places final submission next semester. The restored signature USP requires dataset collection and new analysis software; prior firmware/software tests cover the monitoring foundation. The existing INR 9,700 allocation has not been confirmed by delivered quotes and does not fund a re-spin or solar purchase. Keep core DC scope practical. No hardware, classifier or cloud module has been created by this deck.</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User scope correction, 3 October 2026</a:t>
            </a:r>
            <a:endParaRPr/>
          </a:p>
          <a:p xmlns:a="http://schemas.openxmlformats.org/drawingml/2006/main">
            <a:pPr marL="0" lvl="0" indent="0" algn="l">
              <a:spcBef>
                <a:spcPts val="0"/>
              </a:spcBef>
              <a:spcAft>
                <a:spcPts val="0"/>
              </a:spcAft>
              <a:buNone/>
            </a:pPr>
            <a:r>
              <a:t>docs/NEXT_STEPS.md</a:t>
            </a:r>
            <a:endParaRPr/>
          </a:p>
          <a:p xmlns:a="http://schemas.openxmlformats.org/drawingml/2006/main">
            <a:pPr marL="0" lvl="0" indent="0" algn="l">
              <a:spcBef>
                <a:spcPts val="0"/>
              </a:spcBef>
              <a:spcAft>
                <a:spcPts val="0"/>
              </a:spcAft>
              <a:buNone/>
            </a:pPr>
            <a:r>
              <a:t>hardware/BUYING_PLAN_PUNE.md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[1] Christos Athanasiadis, Dimitrios Doukas, Theofilos Papadopoulos, Antonios Chrysopoulos, "A Scalable Real-Time Non-Intrusive Load Monitoring System for the Estimation of Household Appliance Power Consumption", Energies, vol. 14, no. 3, Art. 767, 2021, doi: 10.3390/en14030767.</a:t>
            </a:r>
            <a:endParaRPr/>
          </a:p>
          <a:p xmlns:a="http://schemas.openxmlformats.org/drawingml/2006/main">
            <a:pPr marL="0" lvl="0" indent="0" algn="l">
              <a:spcBef>
                <a:spcPts val="0"/>
              </a:spcBef>
              <a:spcAft>
                <a:spcPts val="0"/>
              </a:spcAft>
              <a:buNone/>
            </a:pPr>
            <a:r>
              <a:t>https://www.mdpi.com/1996-1073/14/3/767</a:t>
            </a:r>
            <a:endParaRPr/>
          </a:p>
          <a:p xmlns:a="http://schemas.openxmlformats.org/drawingml/2006/main">
            <a:pPr marL="0" lvl="0" indent="0" algn="l">
              <a:spcBef>
                <a:spcPts val="0"/>
              </a:spcBef>
              <a:spcAft>
                <a:spcPts val="0"/>
              </a:spcAft>
              <a:buNone/>
            </a:pPr>
            <a:r>
              <a:t>Evidence: Primary publisher abstract states three blocks: event detection, CNN classifier and power estimator using active-power turn-on transients. It reports computational/memory efficiency qualitatively. Cached full-page excerpt ends within the introduction, so dataset names, exact sampling rates and numerical performance are not asserted. The limitation cell is an applicability inference: this method needs suitable transient measurements and an already trained target-appliance classifier. It does not validate WattSense, universal detection or zero-configuration deployment.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[2] Rachel Stephen Mollel, Lina Stankovic, Vladimir Stankovic, "Explainability-Informed Feature Selection and Performance Prediction for Nonintrusive Load Monitoring", Sensors, vol. 23, no. 10, Art. 4845, 2023, doi: 10.3390/s23104845.</a:t>
            </a:r>
            <a:endParaRPr/>
          </a:p>
          <a:p xmlns:a="http://schemas.openxmlformats.org/drawingml/2006/main">
            <a:pPr marL="0" lvl="0" indent="0" algn="l">
              <a:spcBef>
                <a:spcPts val="0"/>
              </a:spcBef>
              <a:spcAft>
                <a:spcPts val="0"/>
              </a:spcAft>
              <a:buNone/>
            </a:pPr>
            <a:r>
              <a:t>https://www.mdpi.com/1424-8220/23/10/4845</a:t>
            </a:r>
            <a:endParaRPr/>
          </a:p>
          <a:p xmlns:a="http://schemas.openxmlformats.org/drawingml/2006/main">
            <a:pPr marL="0" lvl="0" indent="0" algn="l">
              <a:spcBef>
                <a:spcPts val="0"/>
              </a:spcBef>
              <a:spcAft>
                <a:spcPts val="0"/>
              </a:spcAft>
              <a:buNone/>
            </a:pPr>
            <a:r>
              <a:t>Evidence: Publisher abstract describes interpretable decision-tree classification, local/global feature importance, REFIT training and unseen same-house/UK-DALE-house evaluation. It reports class-specific improvements, but the displayed row deliberately transfers no percentage to WattSense. Cross-house transfer testing is a design implication drawn from the study setting; the current DC INA219 system cannot inherit its household-data performance.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[3] Herman Cristiano Jaime, Adler Diniz de Souza, Raphael Carlos Santos Machado, Otávio de Souza Martins Gomes, "Machine Learning Models for Non-Intrusive Load Monitoring: A Systematic Review and Meta-Analysis", Inventions, vol. 11, no. 2, Art. 29, 2026, doi: 10.3390/inventions11020029.</a:t>
            </a:r>
            <a:endParaRPr/>
          </a:p>
          <a:p xmlns:a="http://schemas.openxmlformats.org/drawingml/2006/main">
            <a:pPr marL="0" lvl="0" indent="0" algn="l">
              <a:spcBef>
                <a:spcPts val="0"/>
              </a:spcBef>
              <a:spcAft>
                <a:spcPts val="0"/>
              </a:spcAft>
              <a:buNone/>
            </a:pPr>
            <a:r>
              <a:t>https://www.mdpi.com/2411-5134/11/2/29</a:t>
            </a:r>
            <a:endParaRPr/>
          </a:p>
          <a:p xmlns:a="http://schemas.openxmlformats.org/drawingml/2006/main">
            <a:pPr marL="0" lvl="0" indent="0" algn="l">
              <a:spcBef>
                <a:spcPts val="0"/>
              </a:spcBef>
              <a:spcAft>
                <a:spcPts val="0"/>
              </a:spcAft>
              <a:buNone/>
            </a:pPr>
            <a:r>
              <a:t>Evidence: This is a systematic review and meta-analysis, not a new hardware trial. The publisher abstract states 30 eligible studies, random-effects pooling of F1 scores and substantial heterogeneity. Hybrid models had high pooled scores with limited study support; traditional models had broader validation. No pooled score is used as a WattSense result. Issue citation year is 2026; covered primary-study period is 2017-2024.</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[4] Haotian Xiang, Wenjing Su, Yi Zong, "Non-Intrusive Load Monitoring: A Systematic Review of Methods, Scenario-Specific Challenges, and Pathways to Practical Deployment", Energies, vol. 19, no. 8, Art. 1883, 2026, doi: 10.3390/en19081883.</a:t>
            </a:r>
            <a:endParaRPr/>
          </a:p>
          <a:p xmlns:a="http://schemas.openxmlformats.org/drawingml/2006/main">
            <a:pPr marL="0" lvl="0" indent="0" algn="l">
              <a:spcBef>
                <a:spcPts val="0"/>
              </a:spcBef>
              <a:spcAft>
                <a:spcPts val="0"/>
              </a:spcAft>
              <a:buNone/>
            </a:pPr>
            <a:r>
              <a:t>https://www.mdpi.com/1996-1073/19/8/1883</a:t>
            </a:r>
            <a:endParaRPr/>
          </a:p>
          <a:p xmlns:a="http://schemas.openxmlformats.org/drawingml/2006/main">
            <a:pPr marL="0" lvl="0" indent="0" algn="l">
              <a:spcBef>
                <a:spcPts val="0"/>
              </a:spcBef>
              <a:spcAft>
                <a:spcPts val="0"/>
              </a:spcAft>
              <a:buNone/>
            </a:pPr>
            <a:r>
              <a:t>Evidence: This is a systematic review/framework, not new hardware validation. Its abstract explicitly identifies real-time/accuracy trade-offs, privacy, unknown loads, behaviour modelling, data quality, transferability, integration and cost. The row is a qualitative synthesis and does not assert a dataset, new classifier or measured accuracy for this review. Relevant to scoping a small known-load prototype with an unknown/ambiguous output.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[5] Yiran Li, Yan Li, Peng Han, "A Non-Intrusive Load Identification Method Based on the Fusion of Steady-State Features and Lightweight Network", Energies, vol. 19, no. 13, Art. 3131, 2026, doi: 10.3390/en19133131.</a:t>
            </a:r>
            <a:endParaRPr/>
          </a:p>
          <a:p xmlns:a="http://schemas.openxmlformats.org/drawingml/2006/main">
            <a:pPr marL="0" lvl="0" indent="0" algn="l">
              <a:spcBef>
                <a:spcPts val="0"/>
              </a:spcBef>
              <a:spcAft>
                <a:spcPts val="0"/>
              </a:spcAft>
              <a:buNone/>
            </a:pPr>
            <a:r>
              <a:t>https://www.mdpi.com/1996-1073/19/13/3131</a:t>
            </a:r>
            <a:endParaRPr/>
          </a:p>
          <a:p xmlns:a="http://schemas.openxmlformats.org/drawingml/2006/main">
            <a:pPr marL="0" lvl="0" indent="0" algn="l">
              <a:spcBef>
                <a:spcPts val="0"/>
              </a:spcBef>
              <a:spcAft>
                <a:spcPts val="0"/>
              </a:spcAft>
              <a:buNone/>
            </a:pPr>
            <a:r>
              <a:t>Evidence: Publisher abstract describes V-I trajectory images plus active/reactive power, trajectory area and slope, fused with a lightweight dual-branch network. Evaluation uses PLAID. The original abstract reports 95.35% recognition accuracy and 0.17M parameters, but these external results are not displayed or attributed to WattSense. This is an AC waveform-based method: the current INA219 DC voltage/current telemetry does not provide synchronised AC V-I trajectories, reactive power or waveform images. The limitation is an explicit sensor/method applicability comparison, not a defect demonstrated by the paper.</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[6] K. Movassagh, A. Raihan, B. Balasingam, and K. Pattipati, "A Critical Look at Coulomb Counting Approach for State of Charge Estimation in Batteries," Energies, vol. 14, no. 14, Art. 4074, 2021, doi: 10.3390/en14144074.</a:t>
            </a:r>
            <a:endParaRPr/>
          </a:p>
          <a:p xmlns:a="http://schemas.openxmlformats.org/drawingml/2006/main">
            <a:pPr marL="0" lvl="0" indent="0" algn="l">
              <a:spcBef>
                <a:spcPts val="0"/>
              </a:spcBef>
              <a:spcAft>
                <a:spcPts val="0"/>
              </a:spcAft>
              <a:buNone/>
            </a:pPr>
            <a:r>
              <a:t>https://doi.org/10.3390/en14144074</a:t>
            </a:r>
            <a:endParaRPr/>
          </a:p>
          <a:p xmlns:a="http://schemas.openxmlformats.org/drawingml/2006/main">
            <a:pPr marL="0" lvl="0" indent="0" algn="l">
              <a:spcBef>
                <a:spcPts val="0"/>
              </a:spcBef>
              <a:spcAft>
                <a:spcPts val="0"/>
              </a:spcAft>
              <a:buNone/>
            </a:pPr>
            <a:r>
              <a:t>Evidence: Separates current-measurement, integration, capacity and timing errors. Its results do not establish a WattSense SOC accuracy figure. Calibration/initialization is our design implication.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[7] C. Zhang, W. Allafi, Q. Dinh, P. Ascencio, and J. Marco, "Online estimation of battery equivalent circuit model parameters and state of charge using decoupled least squares technique," Energy, vol. 142, pp. 678–688, 2018, doi: 10.1016/j.energy.2017.10.043.</a:t>
            </a:r>
            <a:endParaRPr/>
          </a:p>
          <a:p xmlns:a="http://schemas.openxmlformats.org/drawingml/2006/main">
            <a:pPr marL="0" lvl="0" indent="0" algn="l">
              <a:spcBef>
                <a:spcPts val="0"/>
              </a:spcBef>
              <a:spcAft>
                <a:spcPts val="0"/>
              </a:spcAft>
              <a:buNone/>
            </a:pPr>
            <a:r>
              <a:t>https://doi.org/10.1016/j.energy.2017.10.043</a:t>
            </a:r>
            <a:endParaRPr/>
          </a:p>
          <a:p xmlns:a="http://schemas.openxmlformats.org/drawingml/2006/main">
            <a:pPr marL="0" lvl="0" indent="0" algn="l">
              <a:spcBef>
                <a:spcPts val="0"/>
              </a:spcBef>
              <a:spcAft>
                <a:spcPts val="0"/>
              </a:spcAft>
              <a:buNone/>
            </a:pPr>
            <a:r>
              <a:t>Evidence: Published in 2018 despite 2017 in DOI. Supports caution about fixed assumed plant parameters. WattSense has not implemented this estimator or measured its pack parameters.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[8] A. Gismero, E. Schaltz, and D.-I. Stroe, "Recursive State of Charge and State of Health Estimation Method for Lithium-Ion Batteries Based on Coulomb Counting and Open Circuit Voltage," Energies, vol. 13, no. 7, Art. 1811, 2020, doi: 10.3390/en13071811.</a:t>
            </a:r>
            <a:endParaRPr/>
          </a:p>
          <a:p xmlns:a="http://schemas.openxmlformats.org/drawingml/2006/main">
            <a:pPr marL="0" lvl="0" indent="0" algn="l">
              <a:spcBef>
                <a:spcPts val="0"/>
              </a:spcBef>
              <a:spcAft>
                <a:spcPts val="0"/>
              </a:spcAft>
              <a:buNone/>
            </a:pPr>
            <a:r>
              <a:t>https://doi.org/10.3390/en13071811</a:t>
            </a:r>
            <a:endParaRPr/>
          </a:p>
          <a:p xmlns:a="http://schemas.openxmlformats.org/drawingml/2006/main">
            <a:pPr marL="0" lvl="0" indent="0" algn="l">
              <a:spcBef>
                <a:spcPts val="0"/>
              </a:spcBef>
              <a:spcAft>
                <a:spcPts val="0"/>
              </a:spcAft>
              <a:buNone/>
            </a:pPr>
            <a:r>
              <a:t>Evidence: Tested aged cells with changing current/temperature. The paper explicitly identifies insufficient relaxation as a capacity-estimation issue. Our LFP pack cannot inherit its NMC OCV map or accuracy.</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[9] K. Yang, Y. Tang, and Z. Zhang, "Parameter Identification and State-of-Charge Estimation for Lithium-Ion Batteries Using Separated Time Scales and Extended Kalman Filter," Energies, vol. 14, no. 4, Art. 1054, 2021, doi: 10.3390/en14041054.</a:t>
            </a:r>
            <a:endParaRPr/>
          </a:p>
          <a:p xmlns:a="http://schemas.openxmlformats.org/drawingml/2006/main">
            <a:pPr marL="0" lvl="0" indent="0" algn="l">
              <a:spcBef>
                <a:spcPts val="0"/>
              </a:spcBef>
              <a:spcAft>
                <a:spcPts val="0"/>
              </a:spcAft>
              <a:buNone/>
            </a:pPr>
            <a:r>
              <a:t>https://doi.org/10.3390/en14041054</a:t>
            </a:r>
            <a:endParaRPr/>
          </a:p>
          <a:p xmlns:a="http://schemas.openxmlformats.org/drawingml/2006/main">
            <a:pPr marL="0" lvl="0" indent="0" algn="l">
              <a:spcBef>
                <a:spcPts val="0"/>
              </a:spcBef>
              <a:spcAft>
                <a:spcPts val="0"/>
              </a:spcAft>
              <a:buNone/>
            </a:pPr>
            <a:r>
              <a:t>Evidence: The result is specific to its datasets and estimator. It informs future characterization; WattSense currently uses a simpler current-integration policy, not the published RLS/EKF method.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[10] B. Rzepka, S. Bischof, and T. Blank, "Implementing an Extended Kalman Filter for SoC Estimation of a Li-Ion Battery with Hysteresis: A Step-by-Step Guide," Energies, vol. 14, no. 13, Art. 3733, 2021, doi: 10.3390/en14133733.</a:t>
            </a:r>
            <a:endParaRPr/>
          </a:p>
          <a:p xmlns:a="http://schemas.openxmlformats.org/drawingml/2006/main">
            <a:pPr marL="0" lvl="0" indent="0" algn="l">
              <a:spcBef>
                <a:spcPts val="0"/>
              </a:spcBef>
              <a:spcAft>
                <a:spcPts val="0"/>
              </a:spcAft>
              <a:buNone/>
            </a:pPr>
            <a:r>
              <a:t>https://doi.org/10.3390/en14133733</a:t>
            </a:r>
            <a:endParaRPr/>
          </a:p>
          <a:p xmlns:a="http://schemas.openxmlformats.org/drawingml/2006/main">
            <a:pPr marL="0" lvl="0" indent="0" algn="l">
              <a:spcBef>
                <a:spcPts val="0"/>
              </a:spcBef>
              <a:spcAft>
                <a:spcPts val="0"/>
              </a:spcAft>
              <a:buNone/>
            </a:pPr>
            <a:r>
              <a:t>Evidence: Conclusions compare systematic and rough filter tuning. This is a future-estimator reference, not evidence that WattSense's INA219/current integration achieves the paper's accuracy.</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[11] B. Zine, H. Bia, A. Benmouna, M. Becherif, and M. Iqbal, "Experimentally Validated Coulomb Counting Method for Battery State-of-Charge Estimation under Variable Current Profiles," Energies, vol. 15, no. 21, Art. 8172, 2022, doi: 10.3390/en15218172.</a:t>
            </a:r>
            <a:endParaRPr/>
          </a:p>
          <a:p xmlns:a="http://schemas.openxmlformats.org/drawingml/2006/main">
            <a:pPr marL="0" lvl="0" indent="0" algn="l">
              <a:spcBef>
                <a:spcPts val="0"/>
              </a:spcBef>
              <a:spcAft>
                <a:spcPts val="0"/>
              </a:spcAft>
              <a:buNone/>
            </a:pPr>
            <a:r>
              <a:t>https://doi.org/10.3390/en15218172</a:t>
            </a:r>
            <a:endParaRPr/>
          </a:p>
          <a:p xmlns:a="http://schemas.openxmlformats.org/drawingml/2006/main">
            <a:pPr marL="0" lvl="0" indent="0" algn="l">
              <a:spcBef>
                <a:spcPts val="0"/>
              </a:spcBef>
              <a:spcAft>
                <a:spcPts val="0"/>
              </a:spcAft>
              <a:buNone/>
            </a:pPr>
            <a:r>
              <a:t>Evidence: The broad Li-ion discussion in the abstract must not be mistaken for our 4S LFP validation. Initial SOC and suitable measurements are needed; this study is a practical procedure reference.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[12] Hend M. Fahmy, Rania A. Swief, Hany M. Hasanien, Mohammed Alharbi, José Luis Maldonado, and Francisco Jurado, "Hybrid State of Charge Estimation of Lithium-Ion Battery Using the Coulomb Counting Method and an Adaptive Unscented Kalman Filter", Energies, vol. 16, no. 14, Art. 5558, 2023, doi: 10.3390/en16145558.</a:t>
            </a:r>
            <a:endParaRPr/>
          </a:p>
          <a:p xmlns:a="http://schemas.openxmlformats.org/drawingml/2006/main">
            <a:pPr marL="0" lvl="0" indent="0" algn="l">
              <a:spcBef>
                <a:spcPts val="0"/>
              </a:spcBef>
              <a:spcAft>
                <a:spcPts val="0"/>
              </a:spcAft>
              <a:buNone/>
            </a:pPr>
            <a:r>
              <a:t>https://doi.org/10.3390/en16145558</a:t>
            </a:r>
            <a:endParaRPr/>
          </a:p>
          <a:p xmlns:a="http://schemas.openxmlformats.org/drawingml/2006/main">
            <a:pPr marL="0" lvl="0" indent="0" algn="l">
              <a:spcBef>
                <a:spcPts val="0"/>
              </a:spcBef>
              <a:spcAft>
                <a:spcPts val="0"/>
              </a:spcAft>
              <a:buNone/>
            </a:pPr>
            <a:r>
              <a:t>Evidence: The abstract explicitly labels numerical simulations and describes parameter fitting with African Vultures Optimization. The table includes only the estimator core. Do not present this as a physical WattSense comparison.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[13] M. Wang, G. Wang, Z. Xiao, Y. Sun, and Y. Zheng, "State of Charge Estimation of LiFePO4 in Various Temperature Scenarios," Batteries, vol. 9, no. 1, Art. 43, 2023, doi: 10.3390/batteries9010043.</a:t>
            </a:r>
            <a:endParaRPr/>
          </a:p>
          <a:p xmlns:a="http://schemas.openxmlformats.org/drawingml/2006/main">
            <a:pPr marL="0" lvl="0" indent="0" algn="l">
              <a:spcBef>
                <a:spcPts val="0"/>
              </a:spcBef>
              <a:spcAft>
                <a:spcPts val="0"/>
              </a:spcAft>
              <a:buNone/>
            </a:pPr>
            <a:r>
              <a:t>https://doi.org/10.3390/batteries9010043</a:t>
            </a:r>
            <a:endParaRPr/>
          </a:p>
          <a:p xmlns:a="http://schemas.openxmlformats.org/drawingml/2006/main">
            <a:pPr marL="0" lvl="0" indent="0" algn="l">
              <a:spcBef>
                <a:spcPts val="0"/>
              </a:spcBef>
              <a:spcAft>
                <a:spcPts val="0"/>
              </a:spcAft>
              <a:buNone/>
            </a:pPr>
            <a:r>
              <a:t>Evidence: Direct chemistry relevance. Temperature-dependent capacity and the flat OCV region motivate measuring the actual pack instead of relying on the assumed teaching curve. WattSense's fixed-temperature simulation does not reproduce these tests.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[14] H. Turkmanović, I. Popović, and V. Rajović, "Toward Energy Efficient Battery State of Charge Estimation on Embedded Platforms," Electronics, vol. 13, no. 21, Art. 4256, 2024, doi: 10.3390/electronics13214256.</a:t>
            </a:r>
            <a:endParaRPr/>
          </a:p>
          <a:p xmlns:a="http://schemas.openxmlformats.org/drawingml/2006/main">
            <a:pPr marL="0" lvl="0" indent="0" algn="l">
              <a:spcBef>
                <a:spcPts val="0"/>
              </a:spcBef>
              <a:spcAft>
                <a:spcPts val="0"/>
              </a:spcAft>
              <a:buNone/>
            </a:pPr>
            <a:r>
              <a:t>https://doi.org/10.3390/electronics13214256</a:t>
            </a:r>
            <a:endParaRPr/>
          </a:p>
          <a:p xmlns:a="http://schemas.openxmlformats.org/drawingml/2006/main">
            <a:pPr marL="0" lvl="0" indent="0" algn="l">
              <a:spcBef>
                <a:spcPts val="0"/>
              </a:spcBef>
              <a:spcAft>
                <a:spcPts val="0"/>
              </a:spcAft>
              <a:buNone/>
            </a:pPr>
            <a:r>
              <a:t>Evidence: Contrasts Rint and second-order RC EKFs and connects estimator rate to energy cost. Its reported savings cannot be copied to the ESP32; our 0.8 W controller load remains an assumption awaiting measurement.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[15] S. Bampi, G. Waltrich, and A. Vaccari, "Electronic Load for Parameter Characterization in Equivalent Circuit Models of Lithium-Ion Batteries," Eletrônica de Potência, vol. 30, Art. e202521, 2025, doi: 10.18618/REP.e202521.</a:t>
            </a:r>
            <a:endParaRPr/>
          </a:p>
          <a:p xmlns:a="http://schemas.openxmlformats.org/drawingml/2006/main">
            <a:pPr marL="0" lvl="0" indent="0" algn="l">
              <a:spcBef>
                <a:spcPts val="0"/>
              </a:spcBef>
              <a:spcAft>
                <a:spcPts val="0"/>
              </a:spcAft>
              <a:buNone/>
            </a:pPr>
            <a:r>
              <a:t>https://doi.org/10.18618/REP.e202521</a:t>
            </a:r>
            <a:endParaRPr/>
          </a:p>
          <a:p xmlns:a="http://schemas.openxmlformats.org/drawingml/2006/main">
            <a:pPr marL="0" lvl="0" indent="0" algn="l">
              <a:spcBef>
                <a:spcPts val="0"/>
              </a:spcBef>
              <a:spcAft>
                <a:spcPts val="0"/>
              </a:spcAft>
              <a:buNone/>
            </a:pPr>
            <a:r>
              <a:t>Evidence: Publisher full-text reports an ESP32 electronic-load instrument, lithium-titanate cell characterisation and EKF SOC estimation. Useful evidence for a laboratory procedure and embedded integration. Its battery chemistry, electronic-load instrument and estimator differ from the current protected-LFP/INA219 WattSense design; none of its accuracy transfers to our project.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[16] A. Marahatta, Y. Rajbhandari, A. Shrestha, A. Singh, A. Gachhadar, and A. Thapa, 'Priority-based low voltage DC microgrid system for rural electrification,' Energy Reports, vol. 7, pp. 43-51, 2021, doi: 10.1016/j.egyr.2020.11.030.</a:t>
            </a:r>
            <a:endParaRPr/>
          </a:p>
          <a:p xmlns:a="http://schemas.openxmlformats.org/drawingml/2006/main">
            <a:pPr marL="0" lvl="0" indent="0" algn="l">
              <a:spcBef>
                <a:spcPts val="0"/>
              </a:spcBef>
              <a:spcAft>
                <a:spcPts val="0"/>
              </a:spcAft>
              <a:buNone/>
            </a:pPr>
            <a:r>
              <a:t>https://www.sciencedirect.com/science/article/pii/S2352484720314554</a:t>
            </a:r>
            <a:endParaRPr/>
          </a:p>
          <a:p xmlns:a="http://schemas.openxmlformats.org/drawingml/2006/main">
            <a:pPr marL="0" lvl="0" indent="0" algn="l">
              <a:spcBef>
                <a:spcPts val="0"/>
              </a:spcBef>
              <a:spcAft>
                <a:spcPts val="0"/>
              </a:spcAft>
              <a:buNone/>
            </a:pPr>
            <a:r>
              <a:t>Evidence: Publisher explicitly describes experimental analysis and a low-cost SCADA implementation. Saved evidence identifies three load priorities and battery thresholds. This is close prior art, so priority shedding itself is not a new WattSense algorithm. The row states a qualitative study finding and transfers no performance percentage.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[17] Y. Rajbhandari, A. Marahatta, A. Shrestha, A. Gachhadar, A. Thapa, F. Gonzalez-Longatt, and P. Korba, 'Enhanced demand side management for solar-based isolated microgrid system: Load prioritisation and energy optimisation,' IET Smart Grid, vol. 7, no. 3, pp. 294-313, 2024, doi: 10.1049/stg2.12151.</a:t>
            </a:r>
            <a:endParaRPr/>
          </a:p>
          <a:p xmlns:a="http://schemas.openxmlformats.org/drawingml/2006/main">
            <a:pPr marL="0" lvl="0" indent="0" algn="l">
              <a:spcBef>
                <a:spcPts val="0"/>
              </a:spcBef>
              <a:spcAft>
                <a:spcPts val="0"/>
              </a:spcAft>
              <a:buNone/>
            </a:pPr>
            <a:r>
              <a:t>https://ietresearch.onlinelibrary.wiley.com/doi/10.1049/stg2.12151</a:t>
            </a:r>
            <a:endParaRPr/>
          </a:p>
          <a:p xmlns:a="http://schemas.openxmlformats.org/drawingml/2006/main">
            <a:pPr marL="0" lvl="0" indent="0" algn="l">
              <a:spcBef>
                <a:spcPts val="0"/>
              </a:spcBef>
              <a:spcAft>
                <a:spcPts val="0"/>
              </a:spcAft>
              <a:buNone/>
            </a:pPr>
            <a:r>
              <a:t>Evidence: Primary discussion identifies stochastic load/generation simulations, three priority levels and PSO-optimised SOC shedding points using forecasts. Cite issue year 2024 rather than online-first 2023. WattSense has not implemented or evaluated this forecasting/PSO method; the row is external context and transfers no result.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[18] L. Guo and J. Kors, Jr., 'Design of a Laboratory Scale Solar Microgrid Cyber-Physical System for Education,' Electronics, vol. 10, no. 13, Art. 1562, 2021, doi: 10.3390/electronics10131562.</a:t>
            </a:r>
            <a:endParaRPr/>
          </a:p>
          <a:p xmlns:a="http://schemas.openxmlformats.org/drawingml/2006/main">
            <a:pPr marL="0" lvl="0" indent="0" algn="l">
              <a:spcBef>
                <a:spcPts val="0"/>
              </a:spcBef>
              <a:spcAft>
                <a:spcPts val="0"/>
              </a:spcAft>
              <a:buNone/>
            </a:pPr>
            <a:r>
              <a:t>https://www.mdpi.com/2079-9292/10/13/1562</a:t>
            </a:r>
            <a:endParaRPr/>
          </a:p>
          <a:p xmlns:a="http://schemas.openxmlformats.org/drawingml/2006/main">
            <a:pPr marL="0" lvl="0" indent="0" algn="l">
              <a:spcBef>
                <a:spcPts val="0"/>
              </a:spcBef>
              <a:spcAft>
                <a:spcPts val="0"/>
              </a:spcAft>
              <a:buNone/>
            </a:pPr>
            <a:r>
              <a:t>Evidence: Primary paper reports a solar panel, purchased MPPT controller, rechargeable battery, relay-controlled loads and student assessment. Hardware data were sampled every ten minutes in its reported outdoor run. Its focus is educational system integration; it does not establish the proposed WattSense signature estimator or any WattSense measurement.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[19] E. Yusubov and L. Bekirova, 'A standalone DC microgrid energy management strategy using the battery state of charge,' Informatyka, Automatyka, Pomiary w Gospodarce i Ochronie Środowiska, vol. 13, no. 3, pp. 75-78, 2023, doi: 10.35784/iapgos.5320.</a:t>
            </a:r>
            <a:endParaRPr/>
          </a:p>
          <a:p xmlns:a="http://schemas.openxmlformats.org/drawingml/2006/main">
            <a:pPr marL="0" lvl="0" indent="0" algn="l">
              <a:spcBef>
                <a:spcPts val="0"/>
              </a:spcBef>
              <a:spcAft>
                <a:spcPts val="0"/>
              </a:spcAft>
              <a:buNone/>
            </a:pPr>
            <a:r>
              <a:t>https://ph.pollub.pl/index.php/iapgos/en/article/view/5320</a:t>
            </a:r>
            <a:endParaRPr/>
          </a:p>
          <a:p xmlns:a="http://schemas.openxmlformats.org/drawingml/2006/main">
            <a:pPr marL="0" lvl="0" indent="0" algn="l">
              <a:spcBef>
                <a:spcPts val="0"/>
              </a:spcBef>
              <a:spcAft>
                <a:spcPts val="0"/>
              </a:spcAft>
              <a:buNone/>
            </a:pPr>
            <a:r>
              <a:t>Evidence: The publisher abstract explicitly combines available-source power, demand and SOC with load-shedding capability and evaluates an algorithm by simulation. Although authors claim battery-life benefits, the row deliberately uses SOC-limit coordination and does not present lifetime extension as measured cycling data.</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[20] J. A. Basantes, D. E. Paredes, J. R. Llanos, D. E. Ortiz, and C. D. Burgos, 'Energy Management System (EMS) Based on Model Predictive Control (MPC) for an Isolated DC Microgrid,' Energies, vol. 16, no. 6, Art. 2912, 2023, doi: 10.3390/en16062912.</a:t>
            </a:r>
            <a:endParaRPr/>
          </a:p>
          <a:p xmlns:a="http://schemas.openxmlformats.org/drawingml/2006/main">
            <a:pPr marL="0" lvl="0" indent="0" algn="l">
              <a:spcBef>
                <a:spcPts val="0"/>
              </a:spcBef>
              <a:spcAft>
                <a:spcPts val="0"/>
              </a:spcAft>
              <a:buNone/>
            </a:pPr>
            <a:r>
              <a:t>https://www.mdpi.com/1996-1073/16/6/2912</a:t>
            </a:r>
            <a:endParaRPr/>
          </a:p>
          <a:p xmlns:a="http://schemas.openxmlformats.org/drawingml/2006/main">
            <a:pPr marL="0" lvl="0" indent="0" algn="l">
              <a:spcBef>
                <a:spcPts val="0"/>
              </a:spcBef>
              <a:spcAft>
                <a:spcPts val="0"/>
              </a:spcAft>
              <a:buNone/>
            </a:pPr>
            <a:r>
              <a:t>Evidence: Metadata/byline was confirmed from the primary published PDF hosted in a research repository. The study compares with/without EMS under radiation and demand disturbances. Its conclusions explicitly defer battery-degradation modeling and diesel-start constraints to future work. Real-time feedback here is within the simulated coupled control system; do not call it real hardware measurement.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Our central idea is to connect measured load signatures with energy use and battery backup. Current Review 3 evidence is the monitoring, estimation-software, CAD and model foundation. Next is a calibrated prototype, measured known-load dataset and independent evaluation. The trained matching stage will recognise selected loads and report unknown/ambiguous cases.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2a1a309273743d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3d037fb1ce343f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7f54fee206a4c6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c74671458674c5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e861dacc44a45e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bd86e18be54e4aef"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a435902289fb4116"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8a8dcba4d00e4a35"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2f70cb6f8aca42e2"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8271f1fb98fc4c4a"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2.xml" Id="Rcd09b50b04e64395" /></Relationships>
</file>

<file path=ppt/slideLayouts/slideLayout1.xml><?xml version="1.0" encoding="utf-8"?>
<p:sldLayout xmlns:p="http://schemas.openxmlformats.org/presentationml/2006/main" matchingName="Title slide" type="title">
  <p:cSld name="TITLE">
    <p:spTree>
      <p:nvGrpSpPr>
        <p:cNvPr id="1" name=""/>
        <p:cNvGrpSpPr/>
        <p:nvPr/>
      </p:nvGrpSpPr>
      <p:grpSpPr>
        <a:xfrm xmlns:a="http://schemas.openxmlformats.org/drawingml/2006/main"/>
      </p:grpSpPr>
      <p:sp>
        <p:nvSpPr>
          <p:cNvPr id="10" name="Google Shape;10;p19">
            <a:extLst xmlns:a="http://schemas.openxmlformats.org/drawingml/2006/main">
              <a:ext uri="{FF2B5EF4-FFF2-40B4-BE49-F238E27FC236}">
                <a16:creationId xmlns:a16="http://schemas.microsoft.com/office/drawing/2014/main" id="{523F81C0-FACC-4CE4-9985-847DB2C54211}"/>
              </a:ext>
            </a:extLst>
          </p:cNvPr>
          <p:cNvSpPr>
            <a:spLocks xmlns:a="http://schemas.openxmlformats.org/drawingml/2006/main" noGrp="1"/>
          </p:cNvSpPr>
          <p:nvPr>
            <p:ph type="ctrTitle" idx="0"/>
          </p:nvPr>
        </p:nvSpPr>
        <p:spPr>
          <a:xfrm xmlns:a="http://schemas.openxmlformats.org/drawingml/2006/main">
            <a:off x="311708" y="992767"/>
            <a:ext cx="8520600" cy="2736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rmAutofit/>
          </a:bodyPr>
          <a:lstStyle xmlns:a="http://schemas.openxmlformats.org/drawingml/2006/main">
            <a:lvl1pPr algn="ctr">
              <a:spcBef>
                <a:spcPts val="0"/>
              </a:spcBef>
              <a:spcAft>
                <a:spcPts val="0"/>
              </a:spcAft>
              <a:buSzPts val="5200"/>
              <a:buNone/>
              <a:defRPr sz="5200"/>
            </a:lvl1pPr>
            <a:lvl2pPr algn="ctr">
              <a:spcBef>
                <a:spcPts val="0"/>
              </a:spcBef>
              <a:spcAft>
                <a:spcPts val="0"/>
              </a:spcAft>
              <a:buSzPts val="5200"/>
              <a:buNone/>
              <a:defRPr sz="5200"/>
            </a:lvl2pPr>
            <a:lvl3pPr algn="ctr">
              <a:spcBef>
                <a:spcPts val="0"/>
              </a:spcBef>
              <a:spcAft>
                <a:spcPts val="0"/>
              </a:spcAft>
              <a:buSzPts val="5200"/>
              <a:buNone/>
              <a:defRPr sz="5200"/>
            </a:lvl3pPr>
            <a:lvl4pPr algn="ctr">
              <a:spcBef>
                <a:spcPts val="0"/>
              </a:spcBef>
              <a:spcAft>
                <a:spcPts val="0"/>
              </a:spcAft>
              <a:buSzPts val="5200"/>
              <a:buNone/>
              <a:defRPr sz="5200"/>
            </a:lvl4pPr>
            <a:lvl5pPr algn="ctr">
              <a:spcBef>
                <a:spcPts val="0"/>
              </a:spcBef>
              <a:spcAft>
                <a:spcPts val="0"/>
              </a:spcAft>
              <a:buSzPts val="5200"/>
              <a:buNone/>
              <a:defRPr sz="5200"/>
            </a:lvl5pPr>
            <a:lvl6pPr algn="ctr">
              <a:lnSpc>
                <a:spcPct val="100000"/>
              </a:lnSpc>
              <a:spcBef>
                <a:spcPts val="0"/>
              </a:spcBef>
              <a:spcAft>
                <a:spcPts val="0"/>
              </a:spcAft>
              <a:buSzPts val="5200"/>
              <a:buNone/>
              <a:defRPr sz="5200"/>
            </a:lvl6pPr>
            <a:lvl7pPr algn="ctr">
              <a:lnSpc>
                <a:spcPct val="100000"/>
              </a:lnSpc>
              <a:spcBef>
                <a:spcPts val="0"/>
              </a:spcBef>
              <a:spcAft>
                <a:spcPts val="0"/>
              </a:spcAft>
              <a:buSzPts val="5200"/>
              <a:buNone/>
              <a:defRPr sz="5200"/>
            </a:lvl7pPr>
            <a:lvl8pPr algn="ctr">
              <a:lnSpc>
                <a:spcPct val="100000"/>
              </a:lnSpc>
              <a:spcBef>
                <a:spcPts val="0"/>
              </a:spcBef>
              <a:spcAft>
                <a:spcPts val="0"/>
              </a:spcAft>
              <a:buSzPts val="5200"/>
              <a:buNone/>
              <a:defRPr sz="5200"/>
            </a:lvl8pPr>
            <a:lvl9pPr algn="ctr">
              <a:lnSpc>
                <a:spcPct val="100000"/>
              </a:lnSpc>
              <a:spcBef>
                <a:spcPts val="0"/>
              </a:spcBef>
              <a:spcAft>
                <a:spcPts val="0"/>
              </a:spcAft>
              <a:buSzPts val="5200"/>
              <a:buNone/>
              <a:defRPr sz="5200"/>
            </a:lvl9pPr>
          </a:lstStyle>
          <a:p xmlns:a="http://schemas.openxmlformats.org/drawingml/2006/main">
            <a:endParaRPr/>
          </a:p>
        </p:txBody>
      </p:sp>
      <p:sp>
        <p:nvSpPr>
          <p:cNvPr id="11" name="Google Shape;11;p19">
            <a:extLst xmlns:a="http://schemas.openxmlformats.org/drawingml/2006/main">
              <a:ext uri="{FF2B5EF4-FFF2-40B4-BE49-F238E27FC236}">
                <a16:creationId xmlns:a16="http://schemas.microsoft.com/office/drawing/2014/main" id="{9BB0F678-3725-48CE-A662-88012520A080}"/>
              </a:ext>
            </a:extLst>
          </p:cNvPr>
          <p:cNvSpPr>
            <a:spLocks xmlns:a="http://schemas.openxmlformats.org/drawingml/2006/main" noGrp="1"/>
          </p:cNvSpPr>
          <p:nvPr>
            <p:ph type="subTitle" idx="1"/>
          </p:nvPr>
        </p:nvSpPr>
        <p:spPr>
          <a:xfrm xmlns:a="http://schemas.openxmlformats.org/drawingml/2006/main">
            <a:off x="311700" y="3778833"/>
            <a:ext cx="8520600" cy="1056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ctr">
              <a:lnSpc>
                <a:spcPct val="100000"/>
              </a:lnSpc>
              <a:spcBef>
                <a:spcPts val="0"/>
              </a:spcBef>
              <a:spcAft>
                <a:spcPts val="0"/>
              </a:spcAft>
              <a:buSzPts val="2800"/>
              <a:buNone/>
              <a:defRPr sz="2800"/>
            </a:lvl1pPr>
            <a:lvl2pPr algn="ctr">
              <a:lnSpc>
                <a:spcPct val="100000"/>
              </a:lnSpc>
              <a:spcBef>
                <a:spcPts val="0"/>
              </a:spcBef>
              <a:spcAft>
                <a:spcPts val="0"/>
              </a:spcAft>
              <a:buSzPts val="2800"/>
              <a:buNone/>
              <a:defRPr sz="2800"/>
            </a:lvl2pPr>
            <a:lvl3pPr algn="ctr">
              <a:lnSpc>
                <a:spcPct val="100000"/>
              </a:lnSpc>
              <a:spcBef>
                <a:spcPts val="0"/>
              </a:spcBef>
              <a:spcAft>
                <a:spcPts val="0"/>
              </a:spcAft>
              <a:buSzPts val="2800"/>
              <a:buNone/>
              <a:defRPr sz="2800"/>
            </a:lvl3pPr>
            <a:lvl4pPr algn="ctr">
              <a:lnSpc>
                <a:spcPct val="100000"/>
              </a:lnSpc>
              <a:spcBef>
                <a:spcPts val="0"/>
              </a:spcBef>
              <a:spcAft>
                <a:spcPts val="0"/>
              </a:spcAft>
              <a:buSzPts val="2800"/>
              <a:buNone/>
              <a:defRPr sz="2800"/>
            </a:lvl4pPr>
            <a:lvl5pPr algn="ctr">
              <a:lnSpc>
                <a:spcPct val="100000"/>
              </a:lnSpc>
              <a:spcBef>
                <a:spcPts val="0"/>
              </a:spcBef>
              <a:spcAft>
                <a:spcPts val="0"/>
              </a:spcAft>
              <a:buSzPts val="2800"/>
              <a:buNone/>
              <a:defRPr sz="2800"/>
            </a:lvl5pPr>
            <a:lvl6pPr algn="ctr">
              <a:lnSpc>
                <a:spcPct val="100000"/>
              </a:lnSpc>
              <a:spcBef>
                <a:spcPts val="0"/>
              </a:spcBef>
              <a:spcAft>
                <a:spcPts val="0"/>
              </a:spcAft>
              <a:buSzPts val="2800"/>
              <a:buNone/>
              <a:defRPr sz="2800"/>
            </a:lvl6pPr>
            <a:lvl7pPr algn="ctr">
              <a:lnSpc>
                <a:spcPct val="100000"/>
              </a:lnSpc>
              <a:spcBef>
                <a:spcPts val="0"/>
              </a:spcBef>
              <a:spcAft>
                <a:spcPts val="0"/>
              </a:spcAft>
              <a:buSzPts val="2800"/>
              <a:buNone/>
              <a:defRPr sz="2800"/>
            </a:lvl7pPr>
            <a:lvl8pPr algn="ctr">
              <a:lnSpc>
                <a:spcPct val="100000"/>
              </a:lnSpc>
              <a:spcBef>
                <a:spcPts val="0"/>
              </a:spcBef>
              <a:spcAft>
                <a:spcPts val="0"/>
              </a:spcAft>
              <a:buSzPts val="2800"/>
              <a:buNone/>
              <a:defRPr sz="2800"/>
            </a:lvl8pPr>
            <a:lvl9pPr algn="ctr">
              <a:lnSpc>
                <a:spcPct val="100000"/>
              </a:lnSpc>
              <a:spcBef>
                <a:spcPts val="0"/>
              </a:spcBef>
              <a:spcAft>
                <a:spcPts val="0"/>
              </a:spcAft>
              <a:buSzPts val="2800"/>
              <a:buNone/>
              <a:defRPr sz="2800"/>
            </a:lvl9pPr>
          </a:lstStyle>
          <a:p xmlns:a="http://schemas.openxmlformats.org/drawingml/2006/main">
            <a:endParaRPr/>
          </a:p>
        </p:txBody>
      </p:sp>
      <p:sp>
        <p:nvSpPr>
          <p:cNvPr id="12" name="Google Shape;12;p19">
            <a:extLst xmlns:a="http://schemas.openxmlformats.org/drawingml/2006/main">
              <a:ext uri="{FF2B5EF4-FFF2-40B4-BE49-F238E27FC236}">
                <a16:creationId xmlns:a16="http://schemas.microsoft.com/office/drawing/2014/main" id="{DF8E116F-05BF-4393-B057-4C39EC2DF8BA}"/>
              </a:ext>
            </a:extLst>
          </p:cNvPr>
          <p:cNvSpPr>
            <a:spLocks xmlns:a="http://schemas.openxmlformats.org/drawingml/2006/main" noGrp="1"/>
          </p:cNvSpPr>
          <p:nvPr>
            <p:ph type="sldNum" idx="12"/>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r">
              <a:lnSpc>
                <a:spcPct val="100000"/>
              </a:lnSpc>
              <a:spcBef>
                <a:spcPts val="0"/>
              </a:spcBef>
              <a:spcAft>
                <a:spcPts val="0"/>
              </a:spcAft>
              <a:buClr>
                <a:srgbClr val="595959"/>
              </a:buClr>
              <a:buSzPts val="1000"/>
              <a:buFont typeface="Arial"/>
              <a:buNone/>
              <a:defRPr sz="1000" b="0" i="0" u="none" cap="none">
                <a:solidFill>
                  <a:srgbClr val="595959"/>
                </a:solidFill>
                <a:latin typeface="Arial"/>
                <a:ea typeface="Arial"/>
                <a:cs typeface="Arial"/>
              </a:defRPr>
            </a:lvl1pPr>
            <a:lvl2pPr marL="0" marR="0" indent="0" algn="r">
              <a:lnSpc>
                <a:spcPct val="100000"/>
              </a:lnSpc>
              <a:spcBef>
                <a:spcPts val="0"/>
              </a:spcBef>
              <a:spcAft>
                <a:spcPts val="0"/>
              </a:spcAft>
              <a:buClr>
                <a:srgbClr val="595959"/>
              </a:buClr>
              <a:buSzPts val="1000"/>
              <a:buFont typeface="Arial"/>
              <a:buNone/>
              <a:defRPr sz="1000" b="0" i="0" u="none" cap="none">
                <a:solidFill>
                  <a:srgbClr val="595959"/>
                </a:solidFill>
                <a:latin typeface="Arial"/>
                <a:ea typeface="Arial"/>
                <a:cs typeface="Arial"/>
              </a:defRPr>
            </a:lvl2pPr>
            <a:lvl3pPr marL="0" marR="0" indent="0" algn="r">
              <a:lnSpc>
                <a:spcPct val="100000"/>
              </a:lnSpc>
              <a:spcBef>
                <a:spcPts val="0"/>
              </a:spcBef>
              <a:spcAft>
                <a:spcPts val="0"/>
              </a:spcAft>
              <a:buClr>
                <a:srgbClr val="595959"/>
              </a:buClr>
              <a:buSzPts val="1000"/>
              <a:buFont typeface="Arial"/>
              <a:buNone/>
              <a:defRPr sz="1000" b="0" i="0" u="none" cap="none">
                <a:solidFill>
                  <a:srgbClr val="595959"/>
                </a:solidFill>
                <a:latin typeface="Arial"/>
                <a:ea typeface="Arial"/>
                <a:cs typeface="Arial"/>
              </a:defRPr>
            </a:lvl3pPr>
            <a:lvl4pPr marL="0" marR="0" indent="0" algn="r">
              <a:lnSpc>
                <a:spcPct val="100000"/>
              </a:lnSpc>
              <a:spcBef>
                <a:spcPts val="0"/>
              </a:spcBef>
              <a:spcAft>
                <a:spcPts val="0"/>
              </a:spcAft>
              <a:buClr>
                <a:srgbClr val="595959"/>
              </a:buClr>
              <a:buSzPts val="1000"/>
              <a:buFont typeface="Arial"/>
              <a:buNone/>
              <a:defRPr sz="1000" b="0" i="0" u="none" cap="none">
                <a:solidFill>
                  <a:srgbClr val="595959"/>
                </a:solidFill>
                <a:latin typeface="Arial"/>
                <a:ea typeface="Arial"/>
                <a:cs typeface="Arial"/>
              </a:defRPr>
            </a:lvl4pPr>
            <a:lvl5pPr marL="0" marR="0" indent="0" algn="r">
              <a:lnSpc>
                <a:spcPct val="100000"/>
              </a:lnSpc>
              <a:spcBef>
                <a:spcPts val="0"/>
              </a:spcBef>
              <a:spcAft>
                <a:spcPts val="0"/>
              </a:spcAft>
              <a:buClr>
                <a:srgbClr val="595959"/>
              </a:buClr>
              <a:buSzPts val="1000"/>
              <a:buFont typeface="Arial"/>
              <a:buNone/>
              <a:defRPr sz="1000" b="0" i="0" u="none" cap="none">
                <a:solidFill>
                  <a:srgbClr val="595959"/>
                </a:solidFill>
                <a:latin typeface="Arial"/>
                <a:ea typeface="Arial"/>
                <a:cs typeface="Arial"/>
              </a:defRPr>
            </a:lvl5pPr>
            <a:lvl6pPr marL="0" marR="0" indent="0" algn="r">
              <a:lnSpc>
                <a:spcPct val="100000"/>
              </a:lnSpc>
              <a:spcBef>
                <a:spcPts val="0"/>
              </a:spcBef>
              <a:spcAft>
                <a:spcPts val="0"/>
              </a:spcAft>
              <a:buClr>
                <a:srgbClr val="595959"/>
              </a:buClr>
              <a:buSzPts val="1000"/>
              <a:buFont typeface="Arial"/>
              <a:buNone/>
              <a:defRPr sz="1000" b="0" i="0" u="none" cap="none">
                <a:solidFill>
                  <a:srgbClr val="595959"/>
                </a:solidFill>
                <a:latin typeface="Arial"/>
                <a:ea typeface="Arial"/>
                <a:cs typeface="Arial"/>
              </a:defRPr>
            </a:lvl6pPr>
            <a:lvl7pPr marL="0" marR="0" indent="0" algn="r">
              <a:lnSpc>
                <a:spcPct val="100000"/>
              </a:lnSpc>
              <a:spcBef>
                <a:spcPts val="0"/>
              </a:spcBef>
              <a:spcAft>
                <a:spcPts val="0"/>
              </a:spcAft>
              <a:buClr>
                <a:srgbClr val="595959"/>
              </a:buClr>
              <a:buSzPts val="1000"/>
              <a:buFont typeface="Arial"/>
              <a:buNone/>
              <a:defRPr sz="1000" b="0" i="0" u="none" cap="none">
                <a:solidFill>
                  <a:srgbClr val="595959"/>
                </a:solidFill>
                <a:latin typeface="Arial"/>
                <a:ea typeface="Arial"/>
                <a:cs typeface="Arial"/>
              </a:defRPr>
            </a:lvl7pPr>
            <a:lvl8pPr marL="0" marR="0" indent="0" algn="r">
              <a:lnSpc>
                <a:spcPct val="100000"/>
              </a:lnSpc>
              <a:spcBef>
                <a:spcPts val="0"/>
              </a:spcBef>
              <a:spcAft>
                <a:spcPts val="0"/>
              </a:spcAft>
              <a:buClr>
                <a:srgbClr val="595959"/>
              </a:buClr>
              <a:buSzPts val="1000"/>
              <a:buFont typeface="Arial"/>
              <a:buNone/>
              <a:defRPr sz="1000" b="0" i="0" u="none" cap="none">
                <a:solidFill>
                  <a:srgbClr val="595959"/>
                </a:solidFill>
                <a:latin typeface="Arial"/>
                <a:ea typeface="Arial"/>
                <a:cs typeface="Arial"/>
              </a:defRPr>
            </a:lvl8pPr>
            <a:lvl9pPr marL="0" marR="0" indent="0" algn="r">
              <a:lnSpc>
                <a:spcPct val="100000"/>
              </a:lnSpc>
              <a:spcBef>
                <a:spcPts val="0"/>
              </a:spcBef>
              <a:spcAft>
                <a:spcPts val="0"/>
              </a:spcAft>
              <a:buClr>
                <a:srgbClr val="595959"/>
              </a:buClr>
              <a:buSzPts val="1000"/>
              <a:buFont typeface="Arial"/>
              <a:buNone/>
              <a:defRPr sz="1000" b="0" i="0" u="none" cap="none">
                <a:solidFill>
                  <a:srgbClr val="595959"/>
                </a:solidFill>
                <a:latin typeface="Arial"/>
                <a:ea typeface="Arial"/>
                <a:cs typeface="Aria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2.xml><?xml version="1.0" encoding="utf-8"?>
<p:sldLayout xmlns:p="http://schemas.openxmlformats.org/presentationml/2006/main" matchingName="Section header" type="secHead">
  <p:cSld name="SECTION_HEADER">
    <p:spTree>
      <p:nvGrpSpPr>
        <p:cNvPr id="1" name=""/>
        <p:cNvGrpSpPr/>
        <p:nvPr/>
      </p:nvGrpSpPr>
      <p:grpSpPr>
        <a:xfrm xmlns:a="http://schemas.openxmlformats.org/drawingml/2006/main"/>
      </p:grpSpPr>
      <p:sp>
        <p:nvSpPr>
          <p:cNvPr id="14" name="Google Shape;14;p20">
            <a:extLst xmlns:a="http://schemas.openxmlformats.org/drawingml/2006/main">
              <a:ext uri="{FF2B5EF4-FFF2-40B4-BE49-F238E27FC236}">
                <a16:creationId xmlns:a16="http://schemas.microsoft.com/office/drawing/2014/main" id="{772481FD-C95C-4E07-95AC-743AE1B4E7DD}"/>
              </a:ext>
            </a:extLst>
          </p:cNvPr>
          <p:cNvSpPr>
            <a:spLocks xmlns:a="http://schemas.openxmlformats.org/drawingml/2006/main" noGrp="1"/>
          </p:cNvSpPr>
          <p:nvPr>
            <p:ph type="title" idx="0"/>
          </p:nvPr>
        </p:nvSpPr>
        <p:spPr>
          <a:xfrm xmlns:a="http://schemas.openxmlformats.org/drawingml/2006/main">
            <a:off x="311700" y="2867800"/>
            <a:ext cx="8520600" cy="1122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algn="ctr">
              <a:spcBef>
                <a:spcPts val="0"/>
              </a:spcBef>
              <a:spcAft>
                <a:spcPts val="0"/>
              </a:spcAft>
              <a:buSzPts val="3600"/>
              <a:buNone/>
              <a:defRPr sz="3600"/>
            </a:lvl1pPr>
            <a:lvl2pPr algn="ctr">
              <a:spcBef>
                <a:spcPts val="0"/>
              </a:spcBef>
              <a:spcAft>
                <a:spcPts val="0"/>
              </a:spcAft>
              <a:buSzPts val="3600"/>
              <a:buNone/>
              <a:defRPr sz="3600"/>
            </a:lvl2pPr>
            <a:lvl3pPr algn="ctr">
              <a:spcBef>
                <a:spcPts val="0"/>
              </a:spcBef>
              <a:spcAft>
                <a:spcPts val="0"/>
              </a:spcAft>
              <a:buSzPts val="3600"/>
              <a:buNone/>
              <a:defRPr sz="3600"/>
            </a:lvl3pPr>
            <a:lvl4pPr algn="ctr">
              <a:spcBef>
                <a:spcPts val="0"/>
              </a:spcBef>
              <a:spcAft>
                <a:spcPts val="0"/>
              </a:spcAft>
              <a:buSzPts val="3600"/>
              <a:buNone/>
              <a:defRPr sz="3600"/>
            </a:lvl4pPr>
            <a:lvl5pPr algn="ctr">
              <a:spcBef>
                <a:spcPts val="0"/>
              </a:spcBef>
              <a:spcAft>
                <a:spcPts val="0"/>
              </a:spcAft>
              <a:buSzPts val="3600"/>
              <a:buNone/>
              <a:defRPr sz="3600"/>
            </a:lvl5pPr>
            <a:lvl6pPr algn="ctr">
              <a:lnSpc>
                <a:spcPct val="100000"/>
              </a:lnSpc>
              <a:spcBef>
                <a:spcPts val="0"/>
              </a:spcBef>
              <a:spcAft>
                <a:spcPts val="0"/>
              </a:spcAft>
              <a:buSzPts val="3600"/>
              <a:buNone/>
              <a:defRPr sz="3600"/>
            </a:lvl6pPr>
            <a:lvl7pPr algn="ctr">
              <a:lnSpc>
                <a:spcPct val="100000"/>
              </a:lnSpc>
              <a:spcBef>
                <a:spcPts val="0"/>
              </a:spcBef>
              <a:spcAft>
                <a:spcPts val="0"/>
              </a:spcAft>
              <a:buSzPts val="3600"/>
              <a:buNone/>
              <a:defRPr sz="3600"/>
            </a:lvl7pPr>
            <a:lvl8pPr algn="ctr">
              <a:lnSpc>
                <a:spcPct val="100000"/>
              </a:lnSpc>
              <a:spcBef>
                <a:spcPts val="0"/>
              </a:spcBef>
              <a:spcAft>
                <a:spcPts val="0"/>
              </a:spcAft>
              <a:buSzPts val="3600"/>
              <a:buNone/>
              <a:defRPr sz="3600"/>
            </a:lvl8pPr>
            <a:lvl9pPr algn="ctr">
              <a:lnSpc>
                <a:spcPct val="100000"/>
              </a:lnSpc>
              <a:spcBef>
                <a:spcPts val="0"/>
              </a:spcBef>
              <a:spcAft>
                <a:spcPts val="0"/>
              </a:spcAft>
              <a:buSzPts val="3600"/>
              <a:buNone/>
              <a:defRPr sz="3600"/>
            </a:lvl9pPr>
          </a:lstStyle>
          <a:p xmlns:a="http://schemas.openxmlformats.org/drawingml/2006/main">
            <a:endParaRPr/>
          </a:p>
        </p:txBody>
      </p:sp>
      <p:sp>
        <p:nvSpPr>
          <p:cNvPr id="15" name="Google Shape;15;p20">
            <a:extLst xmlns:a="http://schemas.openxmlformats.org/drawingml/2006/main">
              <a:ext uri="{FF2B5EF4-FFF2-40B4-BE49-F238E27FC236}">
                <a16:creationId xmlns:a16="http://schemas.microsoft.com/office/drawing/2014/main" id="{07D356DF-0743-43CE-89E3-F629DDD966BD}"/>
              </a:ext>
            </a:extLst>
          </p:cNvPr>
          <p:cNvSpPr>
            <a:spLocks xmlns:a="http://schemas.openxmlformats.org/drawingml/2006/main" noGrp="1"/>
          </p:cNvSpPr>
          <p:nvPr>
            <p:ph type="sldNum" idx="12"/>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1pPr>
            <a:lvl2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2pPr>
            <a:lvl3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3pPr>
            <a:lvl4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4pPr>
            <a:lvl5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5pPr>
            <a:lvl6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6pPr>
            <a:lvl7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7pPr>
            <a:lvl8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8pPr>
            <a:lvl9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3.xml><?xml version="1.0" encoding="utf-8"?>
<p:sldLayout xmlns:p="http://schemas.openxmlformats.org/presentationml/2006/main" matchingName="Blank" type="blank">
  <p:cSld name="BLANK">
    <p:spTree>
      <p:nvGrpSpPr>
        <p:cNvPr id="1" name=""/>
        <p:cNvGrpSpPr/>
        <p:nvPr/>
      </p:nvGrpSpPr>
      <p:grpSpPr>
        <a:xfrm xmlns:a="http://schemas.openxmlformats.org/drawingml/2006/main"/>
      </p:grpSpPr>
      <p:sp>
        <p:nvSpPr>
          <p:cNvPr id="17" name="Google Shape;17;p21">
            <a:extLst xmlns:a="http://schemas.openxmlformats.org/drawingml/2006/main">
              <a:ext uri="{FF2B5EF4-FFF2-40B4-BE49-F238E27FC236}">
                <a16:creationId xmlns:a16="http://schemas.microsoft.com/office/drawing/2014/main" id="{903DDB67-C972-47F7-BC86-100F862DF7E0}"/>
              </a:ext>
            </a:extLst>
          </p:cNvPr>
          <p:cNvSpPr>
            <a:spLocks xmlns:a="http://schemas.openxmlformats.org/drawingml/2006/main" noGrp="1"/>
          </p:cNvSpPr>
          <p:nvPr>
            <p:ph type="sldNum" idx="12"/>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1pPr>
            <a:lvl2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2pPr>
            <a:lvl3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3pPr>
            <a:lvl4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4pPr>
            <a:lvl5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5pPr>
            <a:lvl6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6pPr>
            <a:lvl7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7pPr>
            <a:lvl8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8pPr>
            <a:lvl9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4.xml><?xml version="1.0" encoding="utf-8"?>
<p:sldLayout xmlns:p="http://schemas.openxmlformats.org/presentationml/2006/main" matchingName="Big number">
  <p:cSld name="Big number">
    <p:spTree>
      <p:nvGrpSpPr>
        <p:cNvPr id="1" name=""/>
        <p:cNvGrpSpPr/>
        <p:nvPr/>
      </p:nvGrpSpPr>
      <p:grpSpPr>
        <a:xfrm xmlns:a="http://schemas.openxmlformats.org/drawingml/2006/main"/>
      </p:grpSpPr>
      <p:sp>
        <p:nvSpPr>
          <p:cNvPr id="19" name="Google Shape;19;p22">
            <a:extLst xmlns:a="http://schemas.openxmlformats.org/drawingml/2006/main">
              <a:ext uri="{FF2B5EF4-FFF2-40B4-BE49-F238E27FC236}">
                <a16:creationId xmlns:a16="http://schemas.microsoft.com/office/drawing/2014/main" id="{B96D26BF-6171-400F-8EC7-97CA30416F1C}"/>
              </a:ext>
            </a:extLst>
          </p:cNvPr>
          <p:cNvSpPr>
            <a:spLocks xmlns:a="http://schemas.openxmlformats.org/drawingml/2006/main" noGrp="1"/>
          </p:cNvSpPr>
          <p:nvPr>
            <p:ph type="title" idx="0"/>
          </p:nvPr>
        </p:nvSpPr>
        <p:spPr>
          <a:xfrm xmlns:a="http://schemas.openxmlformats.org/drawingml/2006/main">
            <a:off x="311700" y="1474833"/>
            <a:ext cx="8520600" cy="2618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rmAutofit/>
          </a:bodyPr>
          <a:lstStyle xmlns:a="http://schemas.openxmlformats.org/drawingml/2006/main">
            <a:lvl1pPr algn="ctr">
              <a:spcBef>
                <a:spcPts val="0"/>
              </a:spcBef>
              <a:spcAft>
                <a:spcPts val="0"/>
              </a:spcAft>
              <a:buSzPts val="12000"/>
              <a:buNone/>
              <a:defRPr sz="12000"/>
            </a:lvl1pPr>
            <a:lvl2pPr algn="ctr">
              <a:spcBef>
                <a:spcPts val="0"/>
              </a:spcBef>
              <a:spcAft>
                <a:spcPts val="0"/>
              </a:spcAft>
              <a:buSzPts val="12000"/>
              <a:buNone/>
              <a:defRPr sz="12000"/>
            </a:lvl2pPr>
            <a:lvl3pPr algn="ctr">
              <a:spcBef>
                <a:spcPts val="0"/>
              </a:spcBef>
              <a:spcAft>
                <a:spcPts val="0"/>
              </a:spcAft>
              <a:buSzPts val="12000"/>
              <a:buNone/>
              <a:defRPr sz="12000"/>
            </a:lvl3pPr>
            <a:lvl4pPr algn="ctr">
              <a:spcBef>
                <a:spcPts val="0"/>
              </a:spcBef>
              <a:spcAft>
                <a:spcPts val="0"/>
              </a:spcAft>
              <a:buSzPts val="12000"/>
              <a:buNone/>
              <a:defRPr sz="12000"/>
            </a:lvl4pPr>
            <a:lvl5pPr algn="ctr">
              <a:spcBef>
                <a:spcPts val="0"/>
              </a:spcBef>
              <a:spcAft>
                <a:spcPts val="0"/>
              </a:spcAft>
              <a:buSzPts val="12000"/>
              <a:buNone/>
              <a:defRPr sz="12000"/>
            </a:lvl5pPr>
            <a:lvl6pPr algn="ctr">
              <a:lnSpc>
                <a:spcPct val="100000"/>
              </a:lnSpc>
              <a:spcBef>
                <a:spcPts val="0"/>
              </a:spcBef>
              <a:spcAft>
                <a:spcPts val="0"/>
              </a:spcAft>
              <a:buSzPts val="12000"/>
              <a:buNone/>
              <a:defRPr sz="12000"/>
            </a:lvl6pPr>
            <a:lvl7pPr algn="ctr">
              <a:lnSpc>
                <a:spcPct val="100000"/>
              </a:lnSpc>
              <a:spcBef>
                <a:spcPts val="0"/>
              </a:spcBef>
              <a:spcAft>
                <a:spcPts val="0"/>
              </a:spcAft>
              <a:buSzPts val="12000"/>
              <a:buNone/>
              <a:defRPr sz="12000"/>
            </a:lvl7pPr>
            <a:lvl8pPr algn="ctr">
              <a:lnSpc>
                <a:spcPct val="100000"/>
              </a:lnSpc>
              <a:spcBef>
                <a:spcPts val="0"/>
              </a:spcBef>
              <a:spcAft>
                <a:spcPts val="0"/>
              </a:spcAft>
              <a:buSzPts val="12000"/>
              <a:buNone/>
              <a:defRPr sz="12000"/>
            </a:lvl8pPr>
            <a:lvl9pPr algn="ctr">
              <a:lnSpc>
                <a:spcPct val="100000"/>
              </a:lnSpc>
              <a:spcBef>
                <a:spcPts val="0"/>
              </a:spcBef>
              <a:spcAft>
                <a:spcPts val="0"/>
              </a:spcAft>
              <a:buSzPts val="12000"/>
              <a:buNone/>
              <a:defRPr sz="12000"/>
            </a:lvl9pPr>
          </a:lstStyle>
          <a:p xmlns:a="http://schemas.openxmlformats.org/drawingml/2006/main">
            <a:endParaRPr/>
          </a:p>
        </p:txBody>
      </p:sp>
      <p:sp>
        <p:nvSpPr>
          <p:cNvPr id="20" name="Google Shape;20;p22">
            <a:extLst xmlns:a="http://schemas.openxmlformats.org/drawingml/2006/main">
              <a:ext uri="{FF2B5EF4-FFF2-40B4-BE49-F238E27FC236}">
                <a16:creationId xmlns:a16="http://schemas.microsoft.com/office/drawing/2014/main" id="{037AC9EE-916E-4597-A993-27FBE704E3B2}"/>
              </a:ext>
            </a:extLst>
          </p:cNvPr>
          <p:cNvSpPr>
            <a:spLocks xmlns:a="http://schemas.openxmlformats.org/drawingml/2006/main" noGrp="1"/>
          </p:cNvSpPr>
          <p:nvPr>
            <p:ph type="body" idx="1"/>
          </p:nvPr>
        </p:nvSpPr>
        <p:spPr>
          <a:xfrm xmlns:a="http://schemas.openxmlformats.org/drawingml/2006/main">
            <a:off x="311700" y="4202967"/>
            <a:ext cx="8520600" cy="1734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42900" algn="ctr">
              <a:spcBef>
                <a:spcPts val="0"/>
              </a:spcBef>
              <a:spcAft>
                <a:spcPts val="0"/>
              </a:spcAft>
              <a:buSzPts val="1800"/>
              <a:buChar char="●"/>
              <a:defRPr/>
            </a:lvl1pPr>
            <a:lvl2pPr marL="914400" indent="-317500" algn="ctr">
              <a:spcBef>
                <a:spcPts val="0"/>
              </a:spcBef>
              <a:spcAft>
                <a:spcPts val="0"/>
              </a:spcAft>
              <a:buSzPts val="1400"/>
              <a:buChar char="○"/>
              <a:defRPr/>
            </a:lvl2pPr>
            <a:lvl3pPr marL="1371600" indent="-317500" algn="ctr">
              <a:spcBef>
                <a:spcPts val="0"/>
              </a:spcBef>
              <a:spcAft>
                <a:spcPts val="0"/>
              </a:spcAft>
              <a:buSzPts val="1400"/>
              <a:buChar char="■"/>
              <a:defRPr/>
            </a:lvl3pPr>
            <a:lvl4pPr marL="1828800" indent="-317500" algn="ctr">
              <a:spcBef>
                <a:spcPts val="0"/>
              </a:spcBef>
              <a:spcAft>
                <a:spcPts val="0"/>
              </a:spcAft>
              <a:buSzPts val="1400"/>
              <a:buChar char="●"/>
              <a:defRPr/>
            </a:lvl4pPr>
            <a:lvl5pPr marL="2286000" indent="-317500" algn="ctr">
              <a:spcBef>
                <a:spcPts val="0"/>
              </a:spcBef>
              <a:spcAft>
                <a:spcPts val="0"/>
              </a:spcAft>
              <a:buSzPts val="1400"/>
              <a:buChar char="○"/>
              <a:defRPr/>
            </a:lvl5pPr>
            <a:lvl6pPr marL="2743200" indent="-317500" algn="ctr">
              <a:lnSpc>
                <a:spcPct val="100000"/>
              </a:lnSpc>
              <a:spcBef>
                <a:spcPts val="0"/>
              </a:spcBef>
              <a:spcAft>
                <a:spcPts val="0"/>
              </a:spcAft>
              <a:buSzPts val="1400"/>
              <a:buChar char="■"/>
              <a:defRPr/>
            </a:lvl6pPr>
            <a:lvl7pPr marL="3200400" indent="-317500" algn="ctr">
              <a:lnSpc>
                <a:spcPct val="100000"/>
              </a:lnSpc>
              <a:spcBef>
                <a:spcPts val="0"/>
              </a:spcBef>
              <a:spcAft>
                <a:spcPts val="0"/>
              </a:spcAft>
              <a:buSzPts val="1400"/>
              <a:buChar char="●"/>
              <a:defRPr/>
            </a:lvl7pPr>
            <a:lvl8pPr marL="3657600" indent="-317500" algn="ctr">
              <a:lnSpc>
                <a:spcPct val="100000"/>
              </a:lnSpc>
              <a:spcBef>
                <a:spcPts val="0"/>
              </a:spcBef>
              <a:spcAft>
                <a:spcPts val="0"/>
              </a:spcAft>
              <a:buSzPts val="1400"/>
              <a:buChar char="○"/>
              <a:defRPr/>
            </a:lvl8pPr>
            <a:lvl9pPr marL="4114800" indent="-317500" algn="ctr">
              <a:lnSpc>
                <a:spcPct val="100000"/>
              </a:lnSpc>
              <a:spcBef>
                <a:spcPts val="0"/>
              </a:spcBef>
              <a:spcAft>
                <a:spcPts val="0"/>
              </a:spcAft>
              <a:buSzPts val="1400"/>
              <a:buChar char="■"/>
              <a:defRPr/>
            </a:lvl9pPr>
          </a:lstStyle>
          <a:p xmlns:a="http://schemas.openxmlformats.org/drawingml/2006/main">
            <a:endParaRPr/>
          </a:p>
        </p:txBody>
      </p:sp>
      <p:sp>
        <p:nvSpPr>
          <p:cNvPr id="21" name="Google Shape;21;p22">
            <a:extLst xmlns:a="http://schemas.openxmlformats.org/drawingml/2006/main">
              <a:ext uri="{FF2B5EF4-FFF2-40B4-BE49-F238E27FC236}">
                <a16:creationId xmlns:a16="http://schemas.microsoft.com/office/drawing/2014/main" id="{1A04E397-50E4-43A2-B348-B5C82A63CF7E}"/>
              </a:ext>
            </a:extLst>
          </p:cNvPr>
          <p:cNvSpPr>
            <a:spLocks xmlns:a="http://schemas.openxmlformats.org/drawingml/2006/main" noGrp="1"/>
          </p:cNvSpPr>
          <p:nvPr>
            <p:ph type="sldNum" idx="12"/>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1pPr>
            <a:lvl2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2pPr>
            <a:lvl3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3pPr>
            <a:lvl4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4pPr>
            <a:lvl5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5pPr>
            <a:lvl6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6pPr>
            <a:lvl7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7pPr>
            <a:lvl8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8pPr>
            <a:lvl9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5.xml><?xml version="1.0" encoding="utf-8"?>
<p:sldLayout xmlns:p="http://schemas.openxmlformats.org/presentationml/2006/main" matchingName="Caption">
  <p:cSld name="Caption">
    <p:spTree>
      <p:nvGrpSpPr>
        <p:cNvPr id="1" name=""/>
        <p:cNvGrpSpPr/>
        <p:nvPr/>
      </p:nvGrpSpPr>
      <p:grpSpPr>
        <a:xfrm xmlns:a="http://schemas.openxmlformats.org/drawingml/2006/main"/>
      </p:grpSpPr>
      <p:sp>
        <p:nvSpPr>
          <p:cNvPr id="23" name="Google Shape;23;p23">
            <a:extLst xmlns:a="http://schemas.openxmlformats.org/drawingml/2006/main">
              <a:ext uri="{FF2B5EF4-FFF2-40B4-BE49-F238E27FC236}">
                <a16:creationId xmlns:a16="http://schemas.microsoft.com/office/drawing/2014/main" id="{F8D27892-4C40-4B6B-9E53-C9412EA1F04F}"/>
              </a:ext>
            </a:extLst>
          </p:cNvPr>
          <p:cNvSpPr>
            <a:spLocks xmlns:a="http://schemas.openxmlformats.org/drawingml/2006/main" noGrp="1"/>
          </p:cNvSpPr>
          <p:nvPr>
            <p:ph type="body" idx="1"/>
          </p:nvPr>
        </p:nvSpPr>
        <p:spPr>
          <a:xfrm xmlns:a="http://schemas.openxmlformats.org/drawingml/2006/main">
            <a:off x="311700" y="5640767"/>
            <a:ext cx="5998800" cy="80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457200" indent="-228600" algn="l">
              <a:lnSpc>
                <a:spcPct val="100000"/>
              </a:lnSpc>
              <a:spcBef>
                <a:spcPts val="0"/>
              </a:spcBef>
              <a:spcAft>
                <a:spcPts val="0"/>
              </a:spcAft>
              <a:buSzPts val="1800"/>
              <a:buNone/>
              <a:defRPr/>
            </a:lvl1pPr>
            <a:lvl2pPr marL="914400" indent="-342900" algn="l">
              <a:spcBef>
                <a:spcPts val="0"/>
              </a:spcBef>
              <a:spcAft>
                <a:spcPts val="0"/>
              </a:spcAft>
              <a:buSzPts val="1800"/>
              <a:buChar char="–"/>
              <a:defRPr/>
            </a:lvl2pPr>
            <a:lvl3pPr marL="1371600" indent="-342900" algn="l">
              <a:spcBef>
                <a:spcPts val="0"/>
              </a:spcBef>
              <a:spcAft>
                <a:spcPts val="0"/>
              </a:spcAft>
              <a:buSzPts val="1800"/>
              <a:buChar char="•"/>
              <a:defRPr/>
            </a:lvl3pPr>
            <a:lvl4pPr marL="1828800" indent="-342900" algn="l">
              <a:spcBef>
                <a:spcPts val="0"/>
              </a:spcBef>
              <a:spcAft>
                <a:spcPts val="0"/>
              </a:spcAft>
              <a:buSzPts val="1800"/>
              <a:buChar char="–"/>
              <a:defRPr/>
            </a:lvl4pPr>
            <a:lvl5pPr marL="2286000" indent="-342900" algn="l">
              <a:spcBef>
                <a:spcPts val="0"/>
              </a:spcBef>
              <a:spcAft>
                <a:spcPts val="0"/>
              </a:spcAft>
              <a:buSzPts val="1800"/>
              <a:buChar char="»"/>
              <a:defRPr/>
            </a:lvl5pPr>
            <a:lvl6pPr marL="2743200" indent="-228600" algn="l">
              <a:lnSpc>
                <a:spcPct val="100000"/>
              </a:lnSpc>
              <a:spcBef>
                <a:spcPts val="0"/>
              </a:spcBef>
              <a:spcAft>
                <a:spcPts val="0"/>
              </a:spcAft>
              <a:buSzPts val="1400"/>
              <a:buNone/>
              <a:defRPr/>
            </a:lvl6pPr>
            <a:lvl7pPr marL="3200400" indent="-228600" algn="l">
              <a:lnSpc>
                <a:spcPct val="100000"/>
              </a:lnSpc>
              <a:spcBef>
                <a:spcPts val="0"/>
              </a:spcBef>
              <a:spcAft>
                <a:spcPts val="0"/>
              </a:spcAft>
              <a:buSzPts val="1400"/>
              <a:buNone/>
              <a:defRPr/>
            </a:lvl7pPr>
            <a:lvl8pPr marL="3657600" indent="-228600" algn="l">
              <a:lnSpc>
                <a:spcPct val="100000"/>
              </a:lnSpc>
              <a:spcBef>
                <a:spcPts val="0"/>
              </a:spcBef>
              <a:spcAft>
                <a:spcPts val="0"/>
              </a:spcAft>
              <a:buSzPts val="1400"/>
              <a:buNone/>
              <a:defRPr/>
            </a:lvl8pPr>
            <a:lvl9pPr marL="4114800" indent="-228600" algn="l">
              <a:lnSpc>
                <a:spcPct val="100000"/>
              </a:lnSpc>
              <a:spcBef>
                <a:spcPts val="0"/>
              </a:spcBef>
              <a:spcAft>
                <a:spcPts val="0"/>
              </a:spcAft>
              <a:buSzPts val="1400"/>
              <a:buNone/>
              <a:defRPr/>
            </a:lvl9pPr>
          </a:lstStyle>
          <a:p xmlns:a="http://schemas.openxmlformats.org/drawingml/2006/main">
            <a:endParaRPr/>
          </a:p>
        </p:txBody>
      </p:sp>
      <p:sp>
        <p:nvSpPr>
          <p:cNvPr id="24" name="Google Shape;24;p23">
            <a:extLst xmlns:a="http://schemas.openxmlformats.org/drawingml/2006/main">
              <a:ext uri="{FF2B5EF4-FFF2-40B4-BE49-F238E27FC236}">
                <a16:creationId xmlns:a16="http://schemas.microsoft.com/office/drawing/2014/main" id="{5BE2862D-9734-4453-A181-4A6F0CDCA8B2}"/>
              </a:ext>
            </a:extLst>
          </p:cNvPr>
          <p:cNvSpPr>
            <a:spLocks xmlns:a="http://schemas.openxmlformats.org/drawingml/2006/main" noGrp="1"/>
          </p:cNvSpPr>
          <p:nvPr>
            <p:ph type="sldNum" idx="12"/>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1pPr>
            <a:lvl2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2pPr>
            <a:lvl3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3pPr>
            <a:lvl4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4pPr>
            <a:lvl5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5pPr>
            <a:lvl6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6pPr>
            <a:lvl7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7pPr>
            <a:lvl8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8pPr>
            <a:lvl9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6.xml><?xml version="1.0" encoding="utf-8"?>
<p:sldLayout xmlns:p="http://schemas.openxmlformats.org/presentationml/2006/main" matchingName="Main point">
  <p:cSld name="Main point">
    <p:spTree>
      <p:nvGrpSpPr>
        <p:cNvPr id="1" name=""/>
        <p:cNvGrpSpPr/>
        <p:nvPr/>
      </p:nvGrpSpPr>
      <p:grpSpPr>
        <a:xfrm xmlns:a="http://schemas.openxmlformats.org/drawingml/2006/main"/>
      </p:grpSpPr>
      <p:sp>
        <p:nvSpPr>
          <p:cNvPr id="26" name="Google Shape;26;p24">
            <a:extLst xmlns:a="http://schemas.openxmlformats.org/drawingml/2006/main">
              <a:ext uri="{FF2B5EF4-FFF2-40B4-BE49-F238E27FC236}">
                <a16:creationId xmlns:a16="http://schemas.microsoft.com/office/drawing/2014/main" id="{60006DDE-A4E5-4CBA-A63A-E6F7BBBC4BFC}"/>
              </a:ext>
            </a:extLst>
          </p:cNvPr>
          <p:cNvSpPr>
            <a:spLocks xmlns:a="http://schemas.openxmlformats.org/drawingml/2006/main" noGrp="1"/>
          </p:cNvSpPr>
          <p:nvPr>
            <p:ph type="title" idx="0"/>
          </p:nvPr>
        </p:nvSpPr>
        <p:spPr>
          <a:xfrm xmlns:a="http://schemas.openxmlformats.org/drawingml/2006/main">
            <a:off x="490250" y="600200"/>
            <a:ext cx="6367800" cy="5454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algn="l">
              <a:spcBef>
                <a:spcPts val="0"/>
              </a:spcBef>
              <a:spcAft>
                <a:spcPts val="0"/>
              </a:spcAft>
              <a:buSzPts val="4800"/>
              <a:buNone/>
              <a:defRPr sz="4800"/>
            </a:lvl1pPr>
            <a:lvl2pPr algn="l">
              <a:spcBef>
                <a:spcPts val="0"/>
              </a:spcBef>
              <a:spcAft>
                <a:spcPts val="0"/>
              </a:spcAft>
              <a:buSzPts val="4800"/>
              <a:buNone/>
              <a:defRPr sz="4800"/>
            </a:lvl2pPr>
            <a:lvl3pPr algn="l">
              <a:spcBef>
                <a:spcPts val="0"/>
              </a:spcBef>
              <a:spcAft>
                <a:spcPts val="0"/>
              </a:spcAft>
              <a:buSzPts val="4800"/>
              <a:buNone/>
              <a:defRPr sz="4800"/>
            </a:lvl3pPr>
            <a:lvl4pPr algn="l">
              <a:spcBef>
                <a:spcPts val="0"/>
              </a:spcBef>
              <a:spcAft>
                <a:spcPts val="0"/>
              </a:spcAft>
              <a:buSzPts val="4800"/>
              <a:buNone/>
              <a:defRPr sz="4800"/>
            </a:lvl4pPr>
            <a:lvl5pPr algn="l">
              <a:spcBef>
                <a:spcPts val="0"/>
              </a:spcBef>
              <a:spcAft>
                <a:spcPts val="0"/>
              </a:spcAft>
              <a:buSzPts val="4800"/>
              <a:buNone/>
              <a:defRPr sz="4800"/>
            </a:lvl5pPr>
            <a:lvl6pPr algn="l">
              <a:lnSpc>
                <a:spcPct val="100000"/>
              </a:lnSpc>
              <a:spcBef>
                <a:spcPts val="0"/>
              </a:spcBef>
              <a:spcAft>
                <a:spcPts val="0"/>
              </a:spcAft>
              <a:buSzPts val="4800"/>
              <a:buNone/>
              <a:defRPr sz="4800"/>
            </a:lvl6pPr>
            <a:lvl7pPr algn="l">
              <a:lnSpc>
                <a:spcPct val="100000"/>
              </a:lnSpc>
              <a:spcBef>
                <a:spcPts val="0"/>
              </a:spcBef>
              <a:spcAft>
                <a:spcPts val="0"/>
              </a:spcAft>
              <a:buSzPts val="4800"/>
              <a:buNone/>
              <a:defRPr sz="4800"/>
            </a:lvl7pPr>
            <a:lvl8pPr algn="l">
              <a:lnSpc>
                <a:spcPct val="100000"/>
              </a:lnSpc>
              <a:spcBef>
                <a:spcPts val="0"/>
              </a:spcBef>
              <a:spcAft>
                <a:spcPts val="0"/>
              </a:spcAft>
              <a:buSzPts val="4800"/>
              <a:buNone/>
              <a:defRPr sz="4800"/>
            </a:lvl8pPr>
            <a:lvl9pPr algn="l">
              <a:lnSpc>
                <a:spcPct val="100000"/>
              </a:lnSpc>
              <a:spcBef>
                <a:spcPts val="0"/>
              </a:spcBef>
              <a:spcAft>
                <a:spcPts val="0"/>
              </a:spcAft>
              <a:buSzPts val="4800"/>
              <a:buNone/>
              <a:defRPr sz="4800"/>
            </a:lvl9pPr>
          </a:lstStyle>
          <a:p xmlns:a="http://schemas.openxmlformats.org/drawingml/2006/main">
            <a:endParaRPr/>
          </a:p>
        </p:txBody>
      </p:sp>
      <p:sp>
        <p:nvSpPr>
          <p:cNvPr id="27" name="Google Shape;27;p24">
            <a:extLst xmlns:a="http://schemas.openxmlformats.org/drawingml/2006/main">
              <a:ext uri="{FF2B5EF4-FFF2-40B4-BE49-F238E27FC236}">
                <a16:creationId xmlns:a16="http://schemas.microsoft.com/office/drawing/2014/main" id="{CDB6708E-1319-4DC4-A34A-DA1688FE8A89}"/>
              </a:ext>
            </a:extLst>
          </p:cNvPr>
          <p:cNvSpPr>
            <a:spLocks xmlns:a="http://schemas.openxmlformats.org/drawingml/2006/main" noGrp="1"/>
          </p:cNvSpPr>
          <p:nvPr>
            <p:ph type="sldNum" idx="12"/>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1pPr>
            <a:lvl2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2pPr>
            <a:lvl3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3pPr>
            <a:lvl4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4pPr>
            <a:lvl5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5pPr>
            <a:lvl6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6pPr>
            <a:lvl7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7pPr>
            <a:lvl8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8pPr>
            <a:lvl9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7.xml><?xml version="1.0" encoding="utf-8"?>
<p:sldLayout xmlns:p="http://schemas.openxmlformats.org/presentationml/2006/main" matchingName="One column text">
  <p:cSld name="One column text">
    <p:spTree>
      <p:nvGrpSpPr>
        <p:cNvPr id="1" name=""/>
        <p:cNvGrpSpPr/>
        <p:nvPr/>
      </p:nvGrpSpPr>
      <p:grpSpPr>
        <a:xfrm xmlns:a="http://schemas.openxmlformats.org/drawingml/2006/main"/>
      </p:grpSpPr>
      <p:sp>
        <p:nvSpPr>
          <p:cNvPr id="29" name="Google Shape;29;p25">
            <a:extLst xmlns:a="http://schemas.openxmlformats.org/drawingml/2006/main">
              <a:ext uri="{FF2B5EF4-FFF2-40B4-BE49-F238E27FC236}">
                <a16:creationId xmlns:a16="http://schemas.microsoft.com/office/drawing/2014/main" id="{6DF6937A-4D48-470E-8D96-9D16779C3A46}"/>
              </a:ext>
            </a:extLst>
          </p:cNvPr>
          <p:cNvSpPr>
            <a:spLocks xmlns:a="http://schemas.openxmlformats.org/drawingml/2006/main" noGrp="1"/>
          </p:cNvSpPr>
          <p:nvPr>
            <p:ph type="title" idx="0"/>
          </p:nvPr>
        </p:nvSpPr>
        <p:spPr>
          <a:xfrm xmlns:a="http://schemas.openxmlformats.org/drawingml/2006/main">
            <a:off x="311700" y="740800"/>
            <a:ext cx="2808000" cy="1007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rmAutofit/>
          </a:bodyPr>
          <a:lstStyle xmlns:a="http://schemas.openxmlformats.org/drawingml/2006/main">
            <a:lvl1pPr algn="l">
              <a:spcBef>
                <a:spcPts val="0"/>
              </a:spcBef>
              <a:spcAft>
                <a:spcPts val="0"/>
              </a:spcAft>
              <a:buSzPts val="2400"/>
              <a:buNone/>
              <a:defRPr sz="2400"/>
            </a:lvl1pPr>
            <a:lvl2pPr algn="l">
              <a:spcBef>
                <a:spcPts val="0"/>
              </a:spcBef>
              <a:spcAft>
                <a:spcPts val="0"/>
              </a:spcAft>
              <a:buSzPts val="2400"/>
              <a:buNone/>
              <a:defRPr sz="2400"/>
            </a:lvl2pPr>
            <a:lvl3pPr algn="l">
              <a:spcBef>
                <a:spcPts val="0"/>
              </a:spcBef>
              <a:spcAft>
                <a:spcPts val="0"/>
              </a:spcAft>
              <a:buSzPts val="2400"/>
              <a:buNone/>
              <a:defRPr sz="2400"/>
            </a:lvl3pPr>
            <a:lvl4pPr algn="l">
              <a:spcBef>
                <a:spcPts val="0"/>
              </a:spcBef>
              <a:spcAft>
                <a:spcPts val="0"/>
              </a:spcAft>
              <a:buSzPts val="2400"/>
              <a:buNone/>
              <a:defRPr sz="2400"/>
            </a:lvl4pPr>
            <a:lvl5pPr algn="l">
              <a:spcBef>
                <a:spcPts val="0"/>
              </a:spcBef>
              <a:spcAft>
                <a:spcPts val="0"/>
              </a:spcAft>
              <a:buSzPts val="2400"/>
              <a:buNone/>
              <a:defRPr sz="2400"/>
            </a:lvl5pPr>
            <a:lvl6pPr algn="l">
              <a:lnSpc>
                <a:spcPct val="100000"/>
              </a:lnSpc>
              <a:spcBef>
                <a:spcPts val="0"/>
              </a:spcBef>
              <a:spcAft>
                <a:spcPts val="0"/>
              </a:spcAft>
              <a:buSzPts val="2400"/>
              <a:buNone/>
              <a:defRPr sz="2400"/>
            </a:lvl6pPr>
            <a:lvl7pPr algn="l">
              <a:lnSpc>
                <a:spcPct val="100000"/>
              </a:lnSpc>
              <a:spcBef>
                <a:spcPts val="0"/>
              </a:spcBef>
              <a:spcAft>
                <a:spcPts val="0"/>
              </a:spcAft>
              <a:buSzPts val="2400"/>
              <a:buNone/>
              <a:defRPr sz="2400"/>
            </a:lvl7pPr>
            <a:lvl8pPr algn="l">
              <a:lnSpc>
                <a:spcPct val="100000"/>
              </a:lnSpc>
              <a:spcBef>
                <a:spcPts val="0"/>
              </a:spcBef>
              <a:spcAft>
                <a:spcPts val="0"/>
              </a:spcAft>
              <a:buSzPts val="2400"/>
              <a:buNone/>
              <a:defRPr sz="2400"/>
            </a:lvl8pPr>
            <a:lvl9pPr algn="l">
              <a:lnSpc>
                <a:spcPct val="100000"/>
              </a:lnSpc>
              <a:spcBef>
                <a:spcPts val="0"/>
              </a:spcBef>
              <a:spcAft>
                <a:spcPts val="0"/>
              </a:spcAft>
              <a:buSzPts val="2400"/>
              <a:buNone/>
              <a:defRPr sz="2400"/>
            </a:lvl9pPr>
          </a:lstStyle>
          <a:p xmlns:a="http://schemas.openxmlformats.org/drawingml/2006/main">
            <a:endParaRPr/>
          </a:p>
        </p:txBody>
      </p:sp>
      <p:sp>
        <p:nvSpPr>
          <p:cNvPr id="30" name="Google Shape;30;p25">
            <a:extLst xmlns:a="http://schemas.openxmlformats.org/drawingml/2006/main">
              <a:ext uri="{FF2B5EF4-FFF2-40B4-BE49-F238E27FC236}">
                <a16:creationId xmlns:a16="http://schemas.microsoft.com/office/drawing/2014/main" id="{B26558BA-F46E-49F2-8A25-7BD710BA1AF2}"/>
              </a:ext>
            </a:extLst>
          </p:cNvPr>
          <p:cNvSpPr>
            <a:spLocks xmlns:a="http://schemas.openxmlformats.org/drawingml/2006/main" noGrp="1"/>
          </p:cNvSpPr>
          <p:nvPr>
            <p:ph type="body" idx="1"/>
          </p:nvPr>
        </p:nvSpPr>
        <p:spPr>
          <a:xfrm xmlns:a="http://schemas.openxmlformats.org/drawingml/2006/main">
            <a:off x="311700" y="1852800"/>
            <a:ext cx="2808000" cy="4239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04800" algn="l">
              <a:spcBef>
                <a:spcPts val="0"/>
              </a:spcBef>
              <a:spcAft>
                <a:spcPts val="0"/>
              </a:spcAft>
              <a:buSzPts val="1200"/>
              <a:buChar char="●"/>
              <a:defRPr sz="1200"/>
            </a:lvl1pPr>
            <a:lvl2pPr marL="914400" indent="-304800" algn="l">
              <a:spcBef>
                <a:spcPts val="0"/>
              </a:spcBef>
              <a:spcAft>
                <a:spcPts val="0"/>
              </a:spcAft>
              <a:buSzPts val="1200"/>
              <a:buChar char="○"/>
              <a:defRPr sz="1200"/>
            </a:lvl2pPr>
            <a:lvl3pPr marL="1371600" indent="-304800" algn="l">
              <a:spcBef>
                <a:spcPts val="0"/>
              </a:spcBef>
              <a:spcAft>
                <a:spcPts val="0"/>
              </a:spcAft>
              <a:buSzPts val="1200"/>
              <a:buChar char="■"/>
              <a:defRPr sz="1200"/>
            </a:lvl3pPr>
            <a:lvl4pPr marL="1828800" indent="-304800" algn="l">
              <a:spcBef>
                <a:spcPts val="0"/>
              </a:spcBef>
              <a:spcAft>
                <a:spcPts val="0"/>
              </a:spcAft>
              <a:buSzPts val="1200"/>
              <a:buChar char="●"/>
              <a:defRPr sz="1200"/>
            </a:lvl4pPr>
            <a:lvl5pPr marL="2286000" indent="-304800" algn="l">
              <a:spcBef>
                <a:spcPts val="0"/>
              </a:spcBef>
              <a:spcAft>
                <a:spcPts val="0"/>
              </a:spcAft>
              <a:buSzPts val="1200"/>
              <a:buChar char="○"/>
              <a:defRPr sz="1200"/>
            </a:lvl5pPr>
            <a:lvl6pPr marL="2743200" indent="-304800" algn="l">
              <a:lnSpc>
                <a:spcPct val="100000"/>
              </a:lnSpc>
              <a:spcBef>
                <a:spcPts val="0"/>
              </a:spcBef>
              <a:spcAft>
                <a:spcPts val="0"/>
              </a:spcAft>
              <a:buSzPts val="1200"/>
              <a:buChar char="■"/>
              <a:defRPr sz="1200"/>
            </a:lvl6pPr>
            <a:lvl7pPr marL="3200400" indent="-304800" algn="l">
              <a:lnSpc>
                <a:spcPct val="100000"/>
              </a:lnSpc>
              <a:spcBef>
                <a:spcPts val="0"/>
              </a:spcBef>
              <a:spcAft>
                <a:spcPts val="0"/>
              </a:spcAft>
              <a:buSzPts val="1200"/>
              <a:buChar char="●"/>
              <a:defRPr sz="1200"/>
            </a:lvl7pPr>
            <a:lvl8pPr marL="3657600" indent="-304800" algn="l">
              <a:lnSpc>
                <a:spcPct val="100000"/>
              </a:lnSpc>
              <a:spcBef>
                <a:spcPts val="0"/>
              </a:spcBef>
              <a:spcAft>
                <a:spcPts val="0"/>
              </a:spcAft>
              <a:buSzPts val="1200"/>
              <a:buChar char="○"/>
              <a:defRPr sz="1200"/>
            </a:lvl8pPr>
            <a:lvl9pPr marL="4114800" indent="-304800" algn="l">
              <a:lnSpc>
                <a:spcPct val="100000"/>
              </a:lnSpc>
              <a:spcBef>
                <a:spcPts val="0"/>
              </a:spcBef>
              <a:spcAft>
                <a:spcPts val="0"/>
              </a:spcAft>
              <a:buSzPts val="1200"/>
              <a:buChar char="■"/>
              <a:defRPr sz="1200"/>
            </a:lvl9pPr>
          </a:lstStyle>
          <a:p xmlns:a="http://schemas.openxmlformats.org/drawingml/2006/main">
            <a:endParaRPr/>
          </a:p>
        </p:txBody>
      </p:sp>
      <p:sp>
        <p:nvSpPr>
          <p:cNvPr id="31" name="Google Shape;31;p25">
            <a:extLst xmlns:a="http://schemas.openxmlformats.org/drawingml/2006/main">
              <a:ext uri="{FF2B5EF4-FFF2-40B4-BE49-F238E27FC236}">
                <a16:creationId xmlns:a16="http://schemas.microsoft.com/office/drawing/2014/main" id="{D4486FAE-E36C-483C-939C-54FBCAC7B5A4}"/>
              </a:ext>
            </a:extLst>
          </p:cNvPr>
          <p:cNvSpPr>
            <a:spLocks xmlns:a="http://schemas.openxmlformats.org/drawingml/2006/main" noGrp="1"/>
          </p:cNvSpPr>
          <p:nvPr>
            <p:ph type="sldNum" idx="12"/>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1pPr>
            <a:lvl2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2pPr>
            <a:lvl3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3pPr>
            <a:lvl4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4pPr>
            <a:lvl5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5pPr>
            <a:lvl6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6pPr>
            <a:lvl7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7pPr>
            <a:lvl8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8pPr>
            <a:lvl9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8.xml><?xml version="1.0" encoding="utf-8"?>
<p:sldLayout xmlns:p="http://schemas.openxmlformats.org/presentationml/2006/main" matchingName="Title only" type="titleOnly">
  <p:cSld name="TITLE_ONLY">
    <p:spTree>
      <p:nvGrpSpPr>
        <p:cNvPr id="1" name=""/>
        <p:cNvGrpSpPr/>
        <p:nvPr/>
      </p:nvGrpSpPr>
      <p:grpSpPr>
        <a:xfrm xmlns:a="http://schemas.openxmlformats.org/drawingml/2006/main"/>
      </p:grpSpPr>
      <p:sp>
        <p:nvSpPr>
          <p:cNvPr id="33" name="Google Shape;33;p26">
            <a:extLst xmlns:a="http://schemas.openxmlformats.org/drawingml/2006/main">
              <a:ext uri="{FF2B5EF4-FFF2-40B4-BE49-F238E27FC236}">
                <a16:creationId xmlns:a16="http://schemas.microsoft.com/office/drawing/2014/main" id="{E2ACF709-6E0B-44DB-8DE1-B6ABE81CDB94}"/>
              </a:ext>
            </a:extLst>
          </p:cNvPr>
          <p:cNvSpPr>
            <a:spLocks xmlns:a="http://schemas.openxmlformats.org/drawingml/2006/main" noGrp="1"/>
          </p:cNvSpPr>
          <p:nvPr>
            <p:ph type="title" idx="0"/>
          </p:nvPr>
        </p:nvSpPr>
        <p:spPr>
          <a:xfrm xmlns:a="http://schemas.openxmlformats.org/drawingml/2006/main">
            <a:off x="311700" y="593367"/>
            <a:ext cx="8520600" cy="76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spcBef>
                <a:spcPts val="0"/>
              </a:spcBef>
              <a:spcAft>
                <a:spcPts val="0"/>
              </a:spcAft>
              <a:buSzPts val="2800"/>
              <a:buNone/>
              <a:defRPr/>
            </a:lvl1pPr>
            <a:lvl2pPr algn="l">
              <a:spcBef>
                <a:spcPts val="0"/>
              </a:spcBef>
              <a:spcAft>
                <a:spcPts val="0"/>
              </a:spcAft>
              <a:buSzPts val="2800"/>
              <a:buNone/>
              <a:defRPr/>
            </a:lvl2pPr>
            <a:lvl3pPr algn="l">
              <a:spcBef>
                <a:spcPts val="0"/>
              </a:spcBef>
              <a:spcAft>
                <a:spcPts val="0"/>
              </a:spcAft>
              <a:buSzPts val="2800"/>
              <a:buNone/>
              <a:defRPr/>
            </a:lvl3pPr>
            <a:lvl4pPr algn="l">
              <a:spcBef>
                <a:spcPts val="0"/>
              </a:spcBef>
              <a:spcAft>
                <a:spcPts val="0"/>
              </a:spcAft>
              <a:buSzPts val="2800"/>
              <a:buNone/>
              <a:defRPr/>
            </a:lvl4pPr>
            <a:lvl5pPr algn="l">
              <a:spcBef>
                <a:spcPts val="0"/>
              </a:spcBef>
              <a:spcAft>
                <a:spcPts val="0"/>
              </a:spcAft>
              <a:buSzPts val="2800"/>
              <a:buNone/>
              <a:defRPr/>
            </a:lvl5pPr>
            <a:lvl6pPr algn="l">
              <a:lnSpc>
                <a:spcPct val="100000"/>
              </a:lnSpc>
              <a:spcBef>
                <a:spcPts val="0"/>
              </a:spcBef>
              <a:spcAft>
                <a:spcPts val="0"/>
              </a:spcAft>
              <a:buSzPts val="2800"/>
              <a:buNone/>
              <a:defRPr/>
            </a:lvl6pPr>
            <a:lvl7pPr algn="l">
              <a:lnSpc>
                <a:spcPct val="100000"/>
              </a:lnSpc>
              <a:spcBef>
                <a:spcPts val="0"/>
              </a:spcBef>
              <a:spcAft>
                <a:spcPts val="0"/>
              </a:spcAft>
              <a:buSzPts val="2800"/>
              <a:buNone/>
              <a:defRPr/>
            </a:lvl7pPr>
            <a:lvl8pPr algn="l">
              <a:lnSpc>
                <a:spcPct val="100000"/>
              </a:lnSpc>
              <a:spcBef>
                <a:spcPts val="0"/>
              </a:spcBef>
              <a:spcAft>
                <a:spcPts val="0"/>
              </a:spcAft>
              <a:buSzPts val="2800"/>
              <a:buNone/>
              <a:defRPr/>
            </a:lvl8pPr>
            <a:lvl9pPr algn="l">
              <a:lnSpc>
                <a:spcPct val="100000"/>
              </a:lnSpc>
              <a:spcBef>
                <a:spcPts val="0"/>
              </a:spcBef>
              <a:spcAft>
                <a:spcPts val="0"/>
              </a:spcAft>
              <a:buSzPts val="2800"/>
              <a:buNone/>
              <a:defRPr/>
            </a:lvl9pPr>
          </a:lstStyle>
          <a:p xmlns:a="http://schemas.openxmlformats.org/drawingml/2006/main">
            <a:endParaRPr/>
          </a:p>
        </p:txBody>
      </p:sp>
      <p:sp>
        <p:nvSpPr>
          <p:cNvPr id="34" name="Google Shape;34;p26">
            <a:extLst xmlns:a="http://schemas.openxmlformats.org/drawingml/2006/main">
              <a:ext uri="{FF2B5EF4-FFF2-40B4-BE49-F238E27FC236}">
                <a16:creationId xmlns:a16="http://schemas.microsoft.com/office/drawing/2014/main" id="{151F4382-2723-43D2-9A0D-F436CFD967BF}"/>
              </a:ext>
            </a:extLst>
          </p:cNvPr>
          <p:cNvSpPr>
            <a:spLocks xmlns:a="http://schemas.openxmlformats.org/drawingml/2006/main" noGrp="1"/>
          </p:cNvSpPr>
          <p:nvPr>
            <p:ph type="sldNum" idx="12"/>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1pPr>
            <a:lvl2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2pPr>
            <a:lvl3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3pPr>
            <a:lvl4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4pPr>
            <a:lvl5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5pPr>
            <a:lvl6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6pPr>
            <a:lvl7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7pPr>
            <a:lvl8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8pPr>
            <a:lvl9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9.xml><?xml version="1.0" encoding="utf-8"?>
<p:sldLayout xmlns:p="http://schemas.openxmlformats.org/presentationml/2006/main" matchingName="Title and two columns">
  <p:cSld name="TITLE_AND_TWO_COLUMNS">
    <p:spTree>
      <p:nvGrpSpPr>
        <p:cNvPr id="1" name=""/>
        <p:cNvGrpSpPr/>
        <p:nvPr/>
      </p:nvGrpSpPr>
      <p:grpSpPr>
        <a:xfrm xmlns:a="http://schemas.openxmlformats.org/drawingml/2006/main"/>
      </p:grpSpPr>
      <p:sp>
        <p:nvSpPr>
          <p:cNvPr id="36" name="Google Shape;36;p27">
            <a:extLst xmlns:a="http://schemas.openxmlformats.org/drawingml/2006/main">
              <a:ext uri="{FF2B5EF4-FFF2-40B4-BE49-F238E27FC236}">
                <a16:creationId xmlns:a16="http://schemas.microsoft.com/office/drawing/2014/main" id="{94C03FE4-EA33-4D3A-B15F-78263522136E}"/>
              </a:ext>
            </a:extLst>
          </p:cNvPr>
          <p:cNvSpPr>
            <a:spLocks xmlns:a="http://schemas.openxmlformats.org/drawingml/2006/main" noGrp="1"/>
          </p:cNvSpPr>
          <p:nvPr>
            <p:ph type="title" idx="0"/>
          </p:nvPr>
        </p:nvSpPr>
        <p:spPr>
          <a:xfrm xmlns:a="http://schemas.openxmlformats.org/drawingml/2006/main">
            <a:off x="311700" y="593367"/>
            <a:ext cx="8520600" cy="76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spcBef>
                <a:spcPts val="0"/>
              </a:spcBef>
              <a:spcAft>
                <a:spcPts val="0"/>
              </a:spcAft>
              <a:buSzPts val="2800"/>
              <a:buNone/>
              <a:defRPr/>
            </a:lvl1pPr>
            <a:lvl2pPr algn="l">
              <a:spcBef>
                <a:spcPts val="0"/>
              </a:spcBef>
              <a:spcAft>
                <a:spcPts val="0"/>
              </a:spcAft>
              <a:buSzPts val="2800"/>
              <a:buNone/>
              <a:defRPr/>
            </a:lvl2pPr>
            <a:lvl3pPr algn="l">
              <a:spcBef>
                <a:spcPts val="0"/>
              </a:spcBef>
              <a:spcAft>
                <a:spcPts val="0"/>
              </a:spcAft>
              <a:buSzPts val="2800"/>
              <a:buNone/>
              <a:defRPr/>
            </a:lvl3pPr>
            <a:lvl4pPr algn="l">
              <a:spcBef>
                <a:spcPts val="0"/>
              </a:spcBef>
              <a:spcAft>
                <a:spcPts val="0"/>
              </a:spcAft>
              <a:buSzPts val="2800"/>
              <a:buNone/>
              <a:defRPr/>
            </a:lvl4pPr>
            <a:lvl5pPr algn="l">
              <a:spcBef>
                <a:spcPts val="0"/>
              </a:spcBef>
              <a:spcAft>
                <a:spcPts val="0"/>
              </a:spcAft>
              <a:buSzPts val="2800"/>
              <a:buNone/>
              <a:defRPr/>
            </a:lvl5pPr>
            <a:lvl6pPr algn="l">
              <a:lnSpc>
                <a:spcPct val="100000"/>
              </a:lnSpc>
              <a:spcBef>
                <a:spcPts val="0"/>
              </a:spcBef>
              <a:spcAft>
                <a:spcPts val="0"/>
              </a:spcAft>
              <a:buSzPts val="2800"/>
              <a:buNone/>
              <a:defRPr/>
            </a:lvl6pPr>
            <a:lvl7pPr algn="l">
              <a:lnSpc>
                <a:spcPct val="100000"/>
              </a:lnSpc>
              <a:spcBef>
                <a:spcPts val="0"/>
              </a:spcBef>
              <a:spcAft>
                <a:spcPts val="0"/>
              </a:spcAft>
              <a:buSzPts val="2800"/>
              <a:buNone/>
              <a:defRPr/>
            </a:lvl7pPr>
            <a:lvl8pPr algn="l">
              <a:lnSpc>
                <a:spcPct val="100000"/>
              </a:lnSpc>
              <a:spcBef>
                <a:spcPts val="0"/>
              </a:spcBef>
              <a:spcAft>
                <a:spcPts val="0"/>
              </a:spcAft>
              <a:buSzPts val="2800"/>
              <a:buNone/>
              <a:defRPr/>
            </a:lvl8pPr>
            <a:lvl9pPr algn="l">
              <a:lnSpc>
                <a:spcPct val="100000"/>
              </a:lnSpc>
              <a:spcBef>
                <a:spcPts val="0"/>
              </a:spcBef>
              <a:spcAft>
                <a:spcPts val="0"/>
              </a:spcAft>
              <a:buSzPts val="2800"/>
              <a:buNone/>
              <a:defRPr/>
            </a:lvl9pPr>
          </a:lstStyle>
          <a:p xmlns:a="http://schemas.openxmlformats.org/drawingml/2006/main">
            <a:endParaRPr/>
          </a:p>
        </p:txBody>
      </p:sp>
      <p:sp>
        <p:nvSpPr>
          <p:cNvPr id="37" name="Google Shape;37;p27">
            <a:extLst xmlns:a="http://schemas.openxmlformats.org/drawingml/2006/main">
              <a:ext uri="{FF2B5EF4-FFF2-40B4-BE49-F238E27FC236}">
                <a16:creationId xmlns:a16="http://schemas.microsoft.com/office/drawing/2014/main" id="{A516A97E-4FB1-4783-9992-4D2BC4CFB98D}"/>
              </a:ext>
            </a:extLst>
          </p:cNvPr>
          <p:cNvSpPr>
            <a:spLocks xmlns:a="http://schemas.openxmlformats.org/drawingml/2006/main" noGrp="1"/>
          </p:cNvSpPr>
          <p:nvPr>
            <p:ph type="body" idx="1"/>
          </p:nvPr>
        </p:nvSpPr>
        <p:spPr>
          <a:xfrm xmlns:a="http://schemas.openxmlformats.org/drawingml/2006/main">
            <a:off x="311700" y="1536633"/>
            <a:ext cx="3999900" cy="4555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17500" algn="l">
              <a:spcBef>
                <a:spcPts val="0"/>
              </a:spcBef>
              <a:spcAft>
                <a:spcPts val="0"/>
              </a:spcAft>
              <a:buSzPts val="1400"/>
              <a:buChar char="●"/>
              <a:defRPr sz="1400"/>
            </a:lvl1pPr>
            <a:lvl2pPr marL="914400" indent="-304800" algn="l">
              <a:spcBef>
                <a:spcPts val="0"/>
              </a:spcBef>
              <a:spcAft>
                <a:spcPts val="0"/>
              </a:spcAft>
              <a:buSzPts val="1200"/>
              <a:buChar char="○"/>
              <a:defRPr sz="1200"/>
            </a:lvl2pPr>
            <a:lvl3pPr marL="1371600" indent="-304800" algn="l">
              <a:spcBef>
                <a:spcPts val="0"/>
              </a:spcBef>
              <a:spcAft>
                <a:spcPts val="0"/>
              </a:spcAft>
              <a:buSzPts val="1200"/>
              <a:buChar char="■"/>
              <a:defRPr sz="1200"/>
            </a:lvl3pPr>
            <a:lvl4pPr marL="1828800" indent="-304800" algn="l">
              <a:spcBef>
                <a:spcPts val="0"/>
              </a:spcBef>
              <a:spcAft>
                <a:spcPts val="0"/>
              </a:spcAft>
              <a:buSzPts val="1200"/>
              <a:buChar char="●"/>
              <a:defRPr sz="1200"/>
            </a:lvl4pPr>
            <a:lvl5pPr marL="2286000" indent="-304800" algn="l">
              <a:spcBef>
                <a:spcPts val="0"/>
              </a:spcBef>
              <a:spcAft>
                <a:spcPts val="0"/>
              </a:spcAft>
              <a:buSzPts val="1200"/>
              <a:buChar char="○"/>
              <a:defRPr sz="1200"/>
            </a:lvl5pPr>
            <a:lvl6pPr marL="2743200" indent="-304800" algn="l">
              <a:lnSpc>
                <a:spcPct val="100000"/>
              </a:lnSpc>
              <a:spcBef>
                <a:spcPts val="0"/>
              </a:spcBef>
              <a:spcAft>
                <a:spcPts val="0"/>
              </a:spcAft>
              <a:buSzPts val="1200"/>
              <a:buChar char="■"/>
              <a:defRPr sz="1200"/>
            </a:lvl6pPr>
            <a:lvl7pPr marL="3200400" indent="-304800" algn="l">
              <a:lnSpc>
                <a:spcPct val="100000"/>
              </a:lnSpc>
              <a:spcBef>
                <a:spcPts val="0"/>
              </a:spcBef>
              <a:spcAft>
                <a:spcPts val="0"/>
              </a:spcAft>
              <a:buSzPts val="1200"/>
              <a:buChar char="●"/>
              <a:defRPr sz="1200"/>
            </a:lvl7pPr>
            <a:lvl8pPr marL="3657600" indent="-304800" algn="l">
              <a:lnSpc>
                <a:spcPct val="100000"/>
              </a:lnSpc>
              <a:spcBef>
                <a:spcPts val="0"/>
              </a:spcBef>
              <a:spcAft>
                <a:spcPts val="0"/>
              </a:spcAft>
              <a:buSzPts val="1200"/>
              <a:buChar char="○"/>
              <a:defRPr sz="1200"/>
            </a:lvl8pPr>
            <a:lvl9pPr marL="4114800" indent="-304800" algn="l">
              <a:lnSpc>
                <a:spcPct val="100000"/>
              </a:lnSpc>
              <a:spcBef>
                <a:spcPts val="0"/>
              </a:spcBef>
              <a:spcAft>
                <a:spcPts val="0"/>
              </a:spcAft>
              <a:buSzPts val="1200"/>
              <a:buChar char="■"/>
              <a:defRPr sz="1200"/>
            </a:lvl9pPr>
          </a:lstStyle>
          <a:p xmlns:a="http://schemas.openxmlformats.org/drawingml/2006/main">
            <a:endParaRPr/>
          </a:p>
        </p:txBody>
      </p:sp>
      <p:sp>
        <p:nvSpPr>
          <p:cNvPr id="38" name="Google Shape;38;p27">
            <a:extLst xmlns:a="http://schemas.openxmlformats.org/drawingml/2006/main">
              <a:ext uri="{FF2B5EF4-FFF2-40B4-BE49-F238E27FC236}">
                <a16:creationId xmlns:a16="http://schemas.microsoft.com/office/drawing/2014/main" id="{3DB6D31A-4BC6-49EE-9A23-89168675C58A}"/>
              </a:ext>
            </a:extLst>
          </p:cNvPr>
          <p:cNvSpPr>
            <a:spLocks xmlns:a="http://schemas.openxmlformats.org/drawingml/2006/main" noGrp="1"/>
          </p:cNvSpPr>
          <p:nvPr>
            <p:ph type="body" idx="2"/>
          </p:nvPr>
        </p:nvSpPr>
        <p:spPr>
          <a:xfrm xmlns:a="http://schemas.openxmlformats.org/drawingml/2006/main">
            <a:off x="4832400" y="1536633"/>
            <a:ext cx="3999900" cy="4555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17500" algn="l">
              <a:spcBef>
                <a:spcPts val="0"/>
              </a:spcBef>
              <a:spcAft>
                <a:spcPts val="0"/>
              </a:spcAft>
              <a:buSzPts val="1400"/>
              <a:buChar char="●"/>
              <a:defRPr sz="1400"/>
            </a:lvl1pPr>
            <a:lvl2pPr marL="914400" indent="-304800" algn="l">
              <a:spcBef>
                <a:spcPts val="0"/>
              </a:spcBef>
              <a:spcAft>
                <a:spcPts val="0"/>
              </a:spcAft>
              <a:buSzPts val="1200"/>
              <a:buChar char="○"/>
              <a:defRPr sz="1200"/>
            </a:lvl2pPr>
            <a:lvl3pPr marL="1371600" indent="-304800" algn="l">
              <a:spcBef>
                <a:spcPts val="0"/>
              </a:spcBef>
              <a:spcAft>
                <a:spcPts val="0"/>
              </a:spcAft>
              <a:buSzPts val="1200"/>
              <a:buChar char="■"/>
              <a:defRPr sz="1200"/>
            </a:lvl3pPr>
            <a:lvl4pPr marL="1828800" indent="-304800" algn="l">
              <a:spcBef>
                <a:spcPts val="0"/>
              </a:spcBef>
              <a:spcAft>
                <a:spcPts val="0"/>
              </a:spcAft>
              <a:buSzPts val="1200"/>
              <a:buChar char="●"/>
              <a:defRPr sz="1200"/>
            </a:lvl4pPr>
            <a:lvl5pPr marL="2286000" indent="-304800" algn="l">
              <a:spcBef>
                <a:spcPts val="0"/>
              </a:spcBef>
              <a:spcAft>
                <a:spcPts val="0"/>
              </a:spcAft>
              <a:buSzPts val="1200"/>
              <a:buChar char="○"/>
              <a:defRPr sz="1200"/>
            </a:lvl5pPr>
            <a:lvl6pPr marL="2743200" indent="-304800" algn="l">
              <a:lnSpc>
                <a:spcPct val="100000"/>
              </a:lnSpc>
              <a:spcBef>
                <a:spcPts val="0"/>
              </a:spcBef>
              <a:spcAft>
                <a:spcPts val="0"/>
              </a:spcAft>
              <a:buSzPts val="1200"/>
              <a:buChar char="■"/>
              <a:defRPr sz="1200"/>
            </a:lvl6pPr>
            <a:lvl7pPr marL="3200400" indent="-304800" algn="l">
              <a:lnSpc>
                <a:spcPct val="100000"/>
              </a:lnSpc>
              <a:spcBef>
                <a:spcPts val="0"/>
              </a:spcBef>
              <a:spcAft>
                <a:spcPts val="0"/>
              </a:spcAft>
              <a:buSzPts val="1200"/>
              <a:buChar char="●"/>
              <a:defRPr sz="1200"/>
            </a:lvl7pPr>
            <a:lvl8pPr marL="3657600" indent="-304800" algn="l">
              <a:lnSpc>
                <a:spcPct val="100000"/>
              </a:lnSpc>
              <a:spcBef>
                <a:spcPts val="0"/>
              </a:spcBef>
              <a:spcAft>
                <a:spcPts val="0"/>
              </a:spcAft>
              <a:buSzPts val="1200"/>
              <a:buChar char="○"/>
              <a:defRPr sz="1200"/>
            </a:lvl8pPr>
            <a:lvl9pPr marL="4114800" indent="-304800" algn="l">
              <a:lnSpc>
                <a:spcPct val="100000"/>
              </a:lnSpc>
              <a:spcBef>
                <a:spcPts val="0"/>
              </a:spcBef>
              <a:spcAft>
                <a:spcPts val="0"/>
              </a:spcAft>
              <a:buSzPts val="1200"/>
              <a:buChar char="■"/>
              <a:defRPr sz="1200"/>
            </a:lvl9pPr>
          </a:lstStyle>
          <a:p xmlns:a="http://schemas.openxmlformats.org/drawingml/2006/main">
            <a:endParaRPr/>
          </a:p>
        </p:txBody>
      </p:sp>
      <p:sp>
        <p:nvSpPr>
          <p:cNvPr id="39" name="Google Shape;39;p27">
            <a:extLst xmlns:a="http://schemas.openxmlformats.org/drawingml/2006/main">
              <a:ext uri="{FF2B5EF4-FFF2-40B4-BE49-F238E27FC236}">
                <a16:creationId xmlns:a16="http://schemas.microsoft.com/office/drawing/2014/main" id="{D2E295CE-5952-44FD-ACBF-24BDA2DE06B8}"/>
              </a:ext>
            </a:extLst>
          </p:cNvPr>
          <p:cNvSpPr>
            <a:spLocks xmlns:a="http://schemas.openxmlformats.org/drawingml/2006/main" noGrp="1"/>
          </p:cNvSpPr>
          <p:nvPr>
            <p:ph type="sldNum" idx="12"/>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1pPr>
            <a:lvl2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2pPr>
            <a:lvl3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3pPr>
            <a:lvl4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4pPr>
            <a:lvl5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5pPr>
            <a:lvl6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6pPr>
            <a:lvl7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7pPr>
            <a:lvl8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8pPr>
            <a:lvl9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0.xml><?xml version="1.0" encoding="utf-8"?>
<p:sldLayout xmlns:p="http://schemas.openxmlformats.org/presentationml/2006/main" matchingName="Title and body">
  <p:cSld name="TITLE_AND_BODY">
    <p:spTree>
      <p:nvGrpSpPr>
        <p:cNvPr id="1" name=""/>
        <p:cNvGrpSpPr/>
        <p:nvPr/>
      </p:nvGrpSpPr>
      <p:grpSpPr>
        <a:xfrm xmlns:a="http://schemas.openxmlformats.org/drawingml/2006/main"/>
      </p:grpSpPr>
      <p:sp>
        <p:nvSpPr>
          <p:cNvPr id="41" name="Google Shape;41;p28">
            <a:extLst xmlns:a="http://schemas.openxmlformats.org/drawingml/2006/main">
              <a:ext uri="{FF2B5EF4-FFF2-40B4-BE49-F238E27FC236}">
                <a16:creationId xmlns:a16="http://schemas.microsoft.com/office/drawing/2014/main" id="{D9887563-64CF-4123-AF09-F4B217377DEC}"/>
              </a:ext>
            </a:extLst>
          </p:cNvPr>
          <p:cNvSpPr>
            <a:spLocks xmlns:a="http://schemas.openxmlformats.org/drawingml/2006/main" noGrp="1"/>
          </p:cNvSpPr>
          <p:nvPr>
            <p:ph type="title" idx="0"/>
          </p:nvPr>
        </p:nvSpPr>
        <p:spPr>
          <a:xfrm xmlns:a="http://schemas.openxmlformats.org/drawingml/2006/main">
            <a:off x="311700" y="593367"/>
            <a:ext cx="8520600" cy="76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spcBef>
                <a:spcPts val="0"/>
              </a:spcBef>
              <a:spcAft>
                <a:spcPts val="0"/>
              </a:spcAft>
              <a:buSzPts val="2800"/>
              <a:buNone/>
              <a:defRPr/>
            </a:lvl1pPr>
            <a:lvl2pPr algn="l">
              <a:spcBef>
                <a:spcPts val="0"/>
              </a:spcBef>
              <a:spcAft>
                <a:spcPts val="0"/>
              </a:spcAft>
              <a:buSzPts val="2800"/>
              <a:buNone/>
              <a:defRPr/>
            </a:lvl2pPr>
            <a:lvl3pPr algn="l">
              <a:spcBef>
                <a:spcPts val="0"/>
              </a:spcBef>
              <a:spcAft>
                <a:spcPts val="0"/>
              </a:spcAft>
              <a:buSzPts val="2800"/>
              <a:buNone/>
              <a:defRPr/>
            </a:lvl3pPr>
            <a:lvl4pPr algn="l">
              <a:spcBef>
                <a:spcPts val="0"/>
              </a:spcBef>
              <a:spcAft>
                <a:spcPts val="0"/>
              </a:spcAft>
              <a:buSzPts val="2800"/>
              <a:buNone/>
              <a:defRPr/>
            </a:lvl4pPr>
            <a:lvl5pPr algn="l">
              <a:spcBef>
                <a:spcPts val="0"/>
              </a:spcBef>
              <a:spcAft>
                <a:spcPts val="0"/>
              </a:spcAft>
              <a:buSzPts val="2800"/>
              <a:buNone/>
              <a:defRPr/>
            </a:lvl5pPr>
            <a:lvl6pPr algn="l">
              <a:lnSpc>
                <a:spcPct val="100000"/>
              </a:lnSpc>
              <a:spcBef>
                <a:spcPts val="0"/>
              </a:spcBef>
              <a:spcAft>
                <a:spcPts val="0"/>
              </a:spcAft>
              <a:buSzPts val="2800"/>
              <a:buNone/>
              <a:defRPr/>
            </a:lvl6pPr>
            <a:lvl7pPr algn="l">
              <a:lnSpc>
                <a:spcPct val="100000"/>
              </a:lnSpc>
              <a:spcBef>
                <a:spcPts val="0"/>
              </a:spcBef>
              <a:spcAft>
                <a:spcPts val="0"/>
              </a:spcAft>
              <a:buSzPts val="2800"/>
              <a:buNone/>
              <a:defRPr/>
            </a:lvl7pPr>
            <a:lvl8pPr algn="l">
              <a:lnSpc>
                <a:spcPct val="100000"/>
              </a:lnSpc>
              <a:spcBef>
                <a:spcPts val="0"/>
              </a:spcBef>
              <a:spcAft>
                <a:spcPts val="0"/>
              </a:spcAft>
              <a:buSzPts val="2800"/>
              <a:buNone/>
              <a:defRPr/>
            </a:lvl8pPr>
            <a:lvl9pPr algn="l">
              <a:lnSpc>
                <a:spcPct val="100000"/>
              </a:lnSpc>
              <a:spcBef>
                <a:spcPts val="0"/>
              </a:spcBef>
              <a:spcAft>
                <a:spcPts val="0"/>
              </a:spcAft>
              <a:buSzPts val="2800"/>
              <a:buNone/>
              <a:defRPr/>
            </a:lvl9pPr>
          </a:lstStyle>
          <a:p xmlns:a="http://schemas.openxmlformats.org/drawingml/2006/main">
            <a:endParaRPr/>
          </a:p>
        </p:txBody>
      </p:sp>
      <p:sp>
        <p:nvSpPr>
          <p:cNvPr id="42" name="Google Shape;42;p28">
            <a:extLst xmlns:a="http://schemas.openxmlformats.org/drawingml/2006/main">
              <a:ext uri="{FF2B5EF4-FFF2-40B4-BE49-F238E27FC236}">
                <a16:creationId xmlns:a16="http://schemas.microsoft.com/office/drawing/2014/main" id="{70F814D0-F72E-480D-BE2E-FE2E3EB16A90}"/>
              </a:ext>
            </a:extLst>
          </p:cNvPr>
          <p:cNvSpPr>
            <a:spLocks xmlns:a="http://schemas.openxmlformats.org/drawingml/2006/main" noGrp="1"/>
          </p:cNvSpPr>
          <p:nvPr>
            <p:ph type="body" idx="1"/>
          </p:nvPr>
        </p:nvSpPr>
        <p:spPr>
          <a:xfrm xmlns:a="http://schemas.openxmlformats.org/drawingml/2006/main">
            <a:off x="311700" y="1536633"/>
            <a:ext cx="8520600" cy="4555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42900" algn="l">
              <a:spcBef>
                <a:spcPts val="0"/>
              </a:spcBef>
              <a:spcAft>
                <a:spcPts val="0"/>
              </a:spcAft>
              <a:buSzPts val="1800"/>
              <a:buChar char="●"/>
              <a:defRPr/>
            </a:lvl1pPr>
            <a:lvl2pPr marL="914400" indent="-317500" algn="l">
              <a:spcBef>
                <a:spcPts val="0"/>
              </a:spcBef>
              <a:spcAft>
                <a:spcPts val="0"/>
              </a:spcAft>
              <a:buSzPts val="1400"/>
              <a:buChar char="○"/>
              <a:defRPr/>
            </a:lvl2pPr>
            <a:lvl3pPr marL="1371600" indent="-317500" algn="l">
              <a:spcBef>
                <a:spcPts val="0"/>
              </a:spcBef>
              <a:spcAft>
                <a:spcPts val="0"/>
              </a:spcAft>
              <a:buSzPts val="1400"/>
              <a:buChar char="■"/>
              <a:defRPr/>
            </a:lvl3pPr>
            <a:lvl4pPr marL="1828800" indent="-317500" algn="l">
              <a:spcBef>
                <a:spcPts val="0"/>
              </a:spcBef>
              <a:spcAft>
                <a:spcPts val="0"/>
              </a:spcAft>
              <a:buSzPts val="1400"/>
              <a:buChar char="●"/>
              <a:defRPr/>
            </a:lvl4pPr>
            <a:lvl5pPr marL="2286000" indent="-317500" algn="l">
              <a:spcBef>
                <a:spcPts val="0"/>
              </a:spcBef>
              <a:spcAft>
                <a:spcPts val="0"/>
              </a:spcAft>
              <a:buSzPts val="1400"/>
              <a:buChar char="○"/>
              <a:defRPr/>
            </a:lvl5pPr>
            <a:lvl6pPr marL="2743200" indent="-317500" algn="l">
              <a:lnSpc>
                <a:spcPct val="100000"/>
              </a:lnSpc>
              <a:spcBef>
                <a:spcPts val="0"/>
              </a:spcBef>
              <a:spcAft>
                <a:spcPts val="0"/>
              </a:spcAft>
              <a:buSzPts val="1400"/>
              <a:buChar char="■"/>
              <a:defRPr/>
            </a:lvl6pPr>
            <a:lvl7pPr marL="3200400" indent="-317500" algn="l">
              <a:lnSpc>
                <a:spcPct val="100000"/>
              </a:lnSpc>
              <a:spcBef>
                <a:spcPts val="0"/>
              </a:spcBef>
              <a:spcAft>
                <a:spcPts val="0"/>
              </a:spcAft>
              <a:buSzPts val="1400"/>
              <a:buChar char="●"/>
              <a:defRPr/>
            </a:lvl7pPr>
            <a:lvl8pPr marL="3657600" indent="-317500" algn="l">
              <a:lnSpc>
                <a:spcPct val="100000"/>
              </a:lnSpc>
              <a:spcBef>
                <a:spcPts val="0"/>
              </a:spcBef>
              <a:spcAft>
                <a:spcPts val="0"/>
              </a:spcAft>
              <a:buSzPts val="1400"/>
              <a:buChar char="○"/>
              <a:defRPr/>
            </a:lvl8pPr>
            <a:lvl9pPr marL="4114800" indent="-317500" algn="l">
              <a:lnSpc>
                <a:spcPct val="100000"/>
              </a:lnSpc>
              <a:spcBef>
                <a:spcPts val="0"/>
              </a:spcBef>
              <a:spcAft>
                <a:spcPts val="0"/>
              </a:spcAft>
              <a:buSzPts val="1400"/>
              <a:buChar char="■"/>
              <a:defRPr/>
            </a:lvl9pPr>
          </a:lstStyle>
          <a:p xmlns:a="http://schemas.openxmlformats.org/drawingml/2006/main">
            <a:endParaRPr/>
          </a:p>
        </p:txBody>
      </p:sp>
      <p:sp>
        <p:nvSpPr>
          <p:cNvPr id="43" name="Google Shape;43;p28">
            <a:extLst xmlns:a="http://schemas.openxmlformats.org/drawingml/2006/main">
              <a:ext uri="{FF2B5EF4-FFF2-40B4-BE49-F238E27FC236}">
                <a16:creationId xmlns:a16="http://schemas.microsoft.com/office/drawing/2014/main" id="{F820956B-105E-4054-8C68-0C41410FE0F9}"/>
              </a:ext>
            </a:extLst>
          </p:cNvPr>
          <p:cNvSpPr>
            <a:spLocks xmlns:a="http://schemas.openxmlformats.org/drawingml/2006/main" noGrp="1"/>
          </p:cNvSpPr>
          <p:nvPr>
            <p:ph type="sldNum" idx="12"/>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1pPr>
            <a:lvl2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2pPr>
            <a:lvl3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3pPr>
            <a:lvl4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4pPr>
            <a:lvl5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5pPr>
            <a:lvl6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6pPr>
            <a:lvl7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7pPr>
            <a:lvl8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8pPr>
            <a:lvl9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1.xml><?xml version="1.0" encoding="utf-8"?>
<p:sldLayout xmlns:p="http://schemas.openxmlformats.org/presentationml/2006/main" matchingName="Section title and description">
  <p:cSld name="Section title and description">
    <p:spTree>
      <p:nvGrpSpPr>
        <p:cNvPr id="1" name=""/>
        <p:cNvGrpSpPr/>
        <p:nvPr/>
      </p:nvGrpSpPr>
      <p:grpSpPr>
        <a:xfrm xmlns:a="http://schemas.openxmlformats.org/drawingml/2006/main"/>
      </p:grpSpPr>
      <p:sp>
        <p:nvSpPr>
          <p:cNvPr id="50" name="Google Shape;50;p30">
            <a:extLst xmlns:a="http://schemas.openxmlformats.org/drawingml/2006/main">
              <a:ext uri="{FF2B5EF4-FFF2-40B4-BE49-F238E27FC236}">
                <a16:creationId xmlns:a16="http://schemas.microsoft.com/office/drawing/2014/main" id="{2FE12AD0-B76A-4C52-8A71-1617C3C8D846}"/>
              </a:ext>
            </a:extLst>
          </p:cNvPr>
          <p:cNvSpPr>
            <a:spLocks xmlns:a="http://schemas.openxmlformats.org/drawingml/2006/main" noGrp="1"/>
          </p:cNvSpPr>
          <p:nvPr>
            <p:ph type="title" idx="0"/>
          </p:nvPr>
        </p:nvSpPr>
        <p:spPr>
          <a:xfrm xmlns:a="http://schemas.openxmlformats.org/drawingml/2006/main">
            <a:off x="265500" y="1644233"/>
            <a:ext cx="4045200" cy="1976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rmAutofit/>
          </a:bodyPr>
          <a:lstStyle xmlns:a="http://schemas.openxmlformats.org/drawingml/2006/main">
            <a:lvl1pPr algn="ctr">
              <a:spcBef>
                <a:spcPts val="0"/>
              </a:spcBef>
              <a:spcAft>
                <a:spcPts val="0"/>
              </a:spcAft>
              <a:buSzPts val="4200"/>
              <a:buNone/>
              <a:defRPr sz="4200"/>
            </a:lvl1pPr>
            <a:lvl2pPr algn="ctr">
              <a:spcBef>
                <a:spcPts val="0"/>
              </a:spcBef>
              <a:spcAft>
                <a:spcPts val="0"/>
              </a:spcAft>
              <a:buSzPts val="4200"/>
              <a:buNone/>
              <a:defRPr sz="4200"/>
            </a:lvl2pPr>
            <a:lvl3pPr algn="ctr">
              <a:spcBef>
                <a:spcPts val="0"/>
              </a:spcBef>
              <a:spcAft>
                <a:spcPts val="0"/>
              </a:spcAft>
              <a:buSzPts val="4200"/>
              <a:buNone/>
              <a:defRPr sz="4200"/>
            </a:lvl3pPr>
            <a:lvl4pPr algn="ctr">
              <a:spcBef>
                <a:spcPts val="0"/>
              </a:spcBef>
              <a:spcAft>
                <a:spcPts val="0"/>
              </a:spcAft>
              <a:buSzPts val="4200"/>
              <a:buNone/>
              <a:defRPr sz="4200"/>
            </a:lvl4pPr>
            <a:lvl5pPr algn="ctr">
              <a:spcBef>
                <a:spcPts val="0"/>
              </a:spcBef>
              <a:spcAft>
                <a:spcPts val="0"/>
              </a:spcAft>
              <a:buSzPts val="4200"/>
              <a:buNone/>
              <a:defRPr sz="4200"/>
            </a:lvl5pPr>
            <a:lvl6pPr algn="ctr">
              <a:lnSpc>
                <a:spcPct val="100000"/>
              </a:lnSpc>
              <a:spcBef>
                <a:spcPts val="0"/>
              </a:spcBef>
              <a:spcAft>
                <a:spcPts val="0"/>
              </a:spcAft>
              <a:buSzPts val="4200"/>
              <a:buNone/>
              <a:defRPr sz="4200"/>
            </a:lvl6pPr>
            <a:lvl7pPr algn="ctr">
              <a:lnSpc>
                <a:spcPct val="100000"/>
              </a:lnSpc>
              <a:spcBef>
                <a:spcPts val="0"/>
              </a:spcBef>
              <a:spcAft>
                <a:spcPts val="0"/>
              </a:spcAft>
              <a:buSzPts val="4200"/>
              <a:buNone/>
              <a:defRPr sz="4200"/>
            </a:lvl7pPr>
            <a:lvl8pPr algn="ctr">
              <a:lnSpc>
                <a:spcPct val="100000"/>
              </a:lnSpc>
              <a:spcBef>
                <a:spcPts val="0"/>
              </a:spcBef>
              <a:spcAft>
                <a:spcPts val="0"/>
              </a:spcAft>
              <a:buSzPts val="4200"/>
              <a:buNone/>
              <a:defRPr sz="4200"/>
            </a:lvl8pPr>
            <a:lvl9pPr algn="ctr">
              <a:lnSpc>
                <a:spcPct val="100000"/>
              </a:lnSpc>
              <a:spcBef>
                <a:spcPts val="0"/>
              </a:spcBef>
              <a:spcAft>
                <a:spcPts val="0"/>
              </a:spcAft>
              <a:buSzPts val="4200"/>
              <a:buNone/>
              <a:defRPr sz="4200"/>
            </a:lvl9pPr>
          </a:lstStyle>
          <a:p xmlns:a="http://schemas.openxmlformats.org/drawingml/2006/main">
            <a:endParaRPr/>
          </a:p>
        </p:txBody>
      </p:sp>
      <p:sp>
        <p:nvSpPr>
          <p:cNvPr id="51" name="Google Shape;51;p30">
            <a:extLst xmlns:a="http://schemas.openxmlformats.org/drawingml/2006/main">
              <a:ext uri="{FF2B5EF4-FFF2-40B4-BE49-F238E27FC236}">
                <a16:creationId xmlns:a16="http://schemas.microsoft.com/office/drawing/2014/main" id="{BA62FE3D-6FD1-409A-B6A8-BF71EA6D5D13}"/>
              </a:ext>
            </a:extLst>
          </p:cNvPr>
          <p:cNvSpPr>
            <a:spLocks xmlns:a="http://schemas.openxmlformats.org/drawingml/2006/main" noGrp="1"/>
          </p:cNvSpPr>
          <p:nvPr>
            <p:ph type="subTitle" idx="1"/>
          </p:nvPr>
        </p:nvSpPr>
        <p:spPr>
          <a:xfrm xmlns:a="http://schemas.openxmlformats.org/drawingml/2006/main">
            <a:off x="265500" y="3737433"/>
            <a:ext cx="4045200" cy="164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ctr">
              <a:lnSpc>
                <a:spcPct val="100000"/>
              </a:lnSpc>
              <a:spcBef>
                <a:spcPts val="0"/>
              </a:spcBef>
              <a:spcAft>
                <a:spcPts val="0"/>
              </a:spcAft>
              <a:buSzPts val="2100"/>
              <a:buNone/>
              <a:defRPr sz="2100"/>
            </a:lvl1pPr>
            <a:lvl2pPr algn="ctr">
              <a:lnSpc>
                <a:spcPct val="100000"/>
              </a:lnSpc>
              <a:spcBef>
                <a:spcPts val="0"/>
              </a:spcBef>
              <a:spcAft>
                <a:spcPts val="0"/>
              </a:spcAft>
              <a:buSzPts val="2100"/>
              <a:buNone/>
              <a:defRPr sz="2100"/>
            </a:lvl2pPr>
            <a:lvl3pPr algn="ctr">
              <a:lnSpc>
                <a:spcPct val="100000"/>
              </a:lnSpc>
              <a:spcBef>
                <a:spcPts val="0"/>
              </a:spcBef>
              <a:spcAft>
                <a:spcPts val="0"/>
              </a:spcAft>
              <a:buSzPts val="2100"/>
              <a:buNone/>
              <a:defRPr sz="2100"/>
            </a:lvl3pPr>
            <a:lvl4pPr algn="ctr">
              <a:lnSpc>
                <a:spcPct val="100000"/>
              </a:lnSpc>
              <a:spcBef>
                <a:spcPts val="0"/>
              </a:spcBef>
              <a:spcAft>
                <a:spcPts val="0"/>
              </a:spcAft>
              <a:buSzPts val="2100"/>
              <a:buNone/>
              <a:defRPr sz="2100"/>
            </a:lvl4pPr>
            <a:lvl5pPr algn="ctr">
              <a:lnSpc>
                <a:spcPct val="100000"/>
              </a:lnSpc>
              <a:spcBef>
                <a:spcPts val="0"/>
              </a:spcBef>
              <a:spcAft>
                <a:spcPts val="0"/>
              </a:spcAft>
              <a:buSzPts val="2100"/>
              <a:buNone/>
              <a:defRPr sz="2100"/>
            </a:lvl5pPr>
            <a:lvl6pPr algn="ctr">
              <a:lnSpc>
                <a:spcPct val="100000"/>
              </a:lnSpc>
              <a:spcBef>
                <a:spcPts val="0"/>
              </a:spcBef>
              <a:spcAft>
                <a:spcPts val="0"/>
              </a:spcAft>
              <a:buSzPts val="2100"/>
              <a:buNone/>
              <a:defRPr sz="2100"/>
            </a:lvl6pPr>
            <a:lvl7pPr algn="ctr">
              <a:lnSpc>
                <a:spcPct val="100000"/>
              </a:lnSpc>
              <a:spcBef>
                <a:spcPts val="0"/>
              </a:spcBef>
              <a:spcAft>
                <a:spcPts val="0"/>
              </a:spcAft>
              <a:buSzPts val="2100"/>
              <a:buNone/>
              <a:defRPr sz="2100"/>
            </a:lvl7pPr>
            <a:lvl8pPr algn="ctr">
              <a:lnSpc>
                <a:spcPct val="100000"/>
              </a:lnSpc>
              <a:spcBef>
                <a:spcPts val="0"/>
              </a:spcBef>
              <a:spcAft>
                <a:spcPts val="0"/>
              </a:spcAft>
              <a:buSzPts val="2100"/>
              <a:buNone/>
              <a:defRPr sz="2100"/>
            </a:lvl8pPr>
            <a:lvl9pPr algn="ctr">
              <a:lnSpc>
                <a:spcPct val="100000"/>
              </a:lnSpc>
              <a:spcBef>
                <a:spcPts val="0"/>
              </a:spcBef>
              <a:spcAft>
                <a:spcPts val="0"/>
              </a:spcAft>
              <a:buSzPts val="2100"/>
              <a:buNone/>
              <a:defRPr sz="2100"/>
            </a:lvl9pPr>
          </a:lstStyle>
          <a:p xmlns:a="http://schemas.openxmlformats.org/drawingml/2006/main">
            <a:endParaRPr/>
          </a:p>
        </p:txBody>
      </p:sp>
      <p:sp>
        <p:nvSpPr>
          <p:cNvPr id="52" name="Google Shape;52;p30">
            <a:extLst xmlns:a="http://schemas.openxmlformats.org/drawingml/2006/main">
              <a:ext uri="{FF2B5EF4-FFF2-40B4-BE49-F238E27FC236}">
                <a16:creationId xmlns:a16="http://schemas.microsoft.com/office/drawing/2014/main" id="{F798C3D7-4673-43EF-AEC1-5379DD7DB3F6}"/>
              </a:ext>
            </a:extLst>
          </p:cNvPr>
          <p:cNvSpPr>
            <a:spLocks xmlns:a="http://schemas.openxmlformats.org/drawingml/2006/main" noGrp="1"/>
          </p:cNvSpPr>
          <p:nvPr>
            <p:ph type="body" idx="2"/>
          </p:nvPr>
        </p:nvSpPr>
        <p:spPr>
          <a:xfrm xmlns:a="http://schemas.openxmlformats.org/drawingml/2006/main">
            <a:off x="4939500" y="965433"/>
            <a:ext cx="3837000" cy="4926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457200" indent="-342900" algn="l">
              <a:spcBef>
                <a:spcPts val="0"/>
              </a:spcBef>
              <a:spcAft>
                <a:spcPts val="0"/>
              </a:spcAft>
              <a:buSzPts val="1800"/>
              <a:buChar char="●"/>
              <a:defRPr/>
            </a:lvl1pPr>
            <a:lvl2pPr marL="914400" indent="-317500" algn="l">
              <a:spcBef>
                <a:spcPts val="0"/>
              </a:spcBef>
              <a:spcAft>
                <a:spcPts val="0"/>
              </a:spcAft>
              <a:buSzPts val="1400"/>
              <a:buChar char="○"/>
              <a:defRPr/>
            </a:lvl2pPr>
            <a:lvl3pPr marL="1371600" indent="-317500" algn="l">
              <a:spcBef>
                <a:spcPts val="0"/>
              </a:spcBef>
              <a:spcAft>
                <a:spcPts val="0"/>
              </a:spcAft>
              <a:buSzPts val="1400"/>
              <a:buChar char="■"/>
              <a:defRPr/>
            </a:lvl3pPr>
            <a:lvl4pPr marL="1828800" indent="-317500" algn="l">
              <a:spcBef>
                <a:spcPts val="0"/>
              </a:spcBef>
              <a:spcAft>
                <a:spcPts val="0"/>
              </a:spcAft>
              <a:buSzPts val="1400"/>
              <a:buChar char="●"/>
              <a:defRPr/>
            </a:lvl4pPr>
            <a:lvl5pPr marL="2286000" indent="-317500" algn="l">
              <a:spcBef>
                <a:spcPts val="0"/>
              </a:spcBef>
              <a:spcAft>
                <a:spcPts val="0"/>
              </a:spcAft>
              <a:buSzPts val="1400"/>
              <a:buChar char="○"/>
              <a:defRPr/>
            </a:lvl5pPr>
            <a:lvl6pPr marL="2743200" indent="-317500" algn="l">
              <a:lnSpc>
                <a:spcPct val="100000"/>
              </a:lnSpc>
              <a:spcBef>
                <a:spcPts val="0"/>
              </a:spcBef>
              <a:spcAft>
                <a:spcPts val="0"/>
              </a:spcAft>
              <a:buSzPts val="1400"/>
              <a:buChar char="■"/>
              <a:defRPr/>
            </a:lvl6pPr>
            <a:lvl7pPr marL="3200400" indent="-317500" algn="l">
              <a:lnSpc>
                <a:spcPct val="100000"/>
              </a:lnSpc>
              <a:spcBef>
                <a:spcPts val="0"/>
              </a:spcBef>
              <a:spcAft>
                <a:spcPts val="0"/>
              </a:spcAft>
              <a:buSzPts val="1400"/>
              <a:buChar char="●"/>
              <a:defRPr/>
            </a:lvl7pPr>
            <a:lvl8pPr marL="3657600" indent="-317500" algn="l">
              <a:lnSpc>
                <a:spcPct val="100000"/>
              </a:lnSpc>
              <a:spcBef>
                <a:spcPts val="0"/>
              </a:spcBef>
              <a:spcAft>
                <a:spcPts val="0"/>
              </a:spcAft>
              <a:buSzPts val="1400"/>
              <a:buChar char="○"/>
              <a:defRPr/>
            </a:lvl8pPr>
            <a:lvl9pPr marL="4114800" indent="-317500" algn="l">
              <a:lnSpc>
                <a:spcPct val="100000"/>
              </a:lnSpc>
              <a:spcBef>
                <a:spcPts val="0"/>
              </a:spcBef>
              <a:spcAft>
                <a:spcPts val="0"/>
              </a:spcAft>
              <a:buSzPts val="1400"/>
              <a:buChar char="■"/>
              <a:defRPr/>
            </a:lvl9pPr>
          </a:lstStyle>
          <a:p xmlns:a="http://schemas.openxmlformats.org/drawingml/2006/main">
            <a:endParaRPr/>
          </a:p>
        </p:txBody>
      </p:sp>
      <p:sp>
        <p:nvSpPr>
          <p:cNvPr id="53" name="Google Shape;53;p30">
            <a:extLst xmlns:a="http://schemas.openxmlformats.org/drawingml/2006/main">
              <a:ext uri="{FF2B5EF4-FFF2-40B4-BE49-F238E27FC236}">
                <a16:creationId xmlns:a16="http://schemas.microsoft.com/office/drawing/2014/main" id="{F27FB3B2-40DF-4FFC-B435-4924FB3EE339}"/>
              </a:ext>
            </a:extLst>
          </p:cNvPr>
          <p:cNvSpPr>
            <a:spLocks xmlns:a="http://schemas.openxmlformats.org/drawingml/2006/main" noGrp="1"/>
          </p:cNvSpPr>
          <p:nvPr>
            <p:ph type="sldNum" idx="12"/>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1pPr>
            <a:lvl2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2pPr>
            <a:lvl3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3pPr>
            <a:lvl4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4pPr>
            <a:lvl5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5pPr>
            <a:lvl6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6pPr>
            <a:lvl7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7pPr>
            <a:lvl8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8pPr>
            <a:lvl9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2be0f53c8c24b31" /><Relationship Type="http://schemas.openxmlformats.org/officeDocument/2006/relationships/slideLayout" Target="/ppt/slideLayouts/slideLayout1.xml" Id="R4e6af0150be64d59" /><Relationship Type="http://schemas.openxmlformats.org/officeDocument/2006/relationships/slideLayout" Target="/ppt/slideLayouts/slideLayout2.xml" Id="R257ba970b2e74702" /><Relationship Type="http://schemas.openxmlformats.org/officeDocument/2006/relationships/slideLayout" Target="/ppt/slideLayouts/slideLayout3.xml" Id="R4f38ffa811d74f5a" /><Relationship Type="http://schemas.openxmlformats.org/officeDocument/2006/relationships/slideLayout" Target="/ppt/slideLayouts/slideLayout4.xml" Id="R2e7c0668d501474b" /><Relationship Type="http://schemas.openxmlformats.org/officeDocument/2006/relationships/slideLayout" Target="/ppt/slideLayouts/slideLayout5.xml" Id="Rafc7c5c165844ba9" /><Relationship Type="http://schemas.openxmlformats.org/officeDocument/2006/relationships/slideLayout" Target="/ppt/slideLayouts/slideLayout6.xml" Id="R017459addccd49d1" /><Relationship Type="http://schemas.openxmlformats.org/officeDocument/2006/relationships/slideLayout" Target="/ppt/slideLayouts/slideLayout7.xml" Id="Rad17b81d262f4cf0" /><Relationship Type="http://schemas.openxmlformats.org/officeDocument/2006/relationships/slideLayout" Target="/ppt/slideLayouts/slideLayout8.xml" Id="R73c40dd5deb546ce" /><Relationship Type="http://schemas.openxmlformats.org/officeDocument/2006/relationships/slideLayout" Target="/ppt/slideLayouts/slideLayout9.xml" Id="R77374c7b99e9421e" /><Relationship Type="http://schemas.openxmlformats.org/officeDocument/2006/relationships/slideLayout" Target="/ppt/slideLayouts/slideLayout10.xml" Id="R7ca512480b4142ad" /></Relationships>
</file>

<file path=ppt/slideMasters/_rels/slideMaster2.xml.rels>&#65279;<?xml version="1.0" encoding="utf-8"?><Relationships xmlns="http://schemas.openxmlformats.org/package/2006/relationships"><Relationship Type="http://schemas.openxmlformats.org/officeDocument/2006/relationships/theme" Target="/ppt/slideMasters/theme/theme3.xml" Id="R02dd8fdcbe7842d4" /><Relationship Type="http://schemas.openxmlformats.org/officeDocument/2006/relationships/slideLayout" Target="/ppt/slideLayouts/slideLayout11.xml" Id="R125c1cf143e34da1" /></Relationships>
</file>

<file path=ppt/slideMasters/slideMaster1.xml><?xml version="1.0" encoding="utf-8"?>
<p:sldMaster xmlns:p="http://schemas.openxmlformats.org/presentationml/2006/main">
  <p:cSld>
    <p:bg>
      <p:bgPr>
        <a:solidFill xmlns:a="http://schemas.openxmlformats.org/drawingml/2006/main">
          <a:schemeClr val="lt1"/>
        </a:solidFill>
      </p:bgPr>
    </p:bg>
    <p:spTree>
      <p:nvGrpSpPr>
        <p:cNvPr id="1" name=""/>
        <p:cNvGrpSpPr/>
        <p:nvPr/>
      </p:nvGrpSpPr>
      <p:grpSpPr>
        <a:xfrm xmlns:a="http://schemas.openxmlformats.org/drawingml/2006/main"/>
      </p:grpSpPr>
      <p:sp>
        <p:nvSpPr>
          <p:cNvPr id="6" name="Google Shape;6;p18">
            <a:extLst xmlns:a="http://schemas.openxmlformats.org/drawingml/2006/main">
              <a:ext uri="{FF2B5EF4-FFF2-40B4-BE49-F238E27FC236}">
                <a16:creationId xmlns:a16="http://schemas.microsoft.com/office/drawing/2014/main" id="{18CF8568-4456-499B-B6ED-C829390A30B6}"/>
              </a:ext>
            </a:extLst>
          </p:cNvPr>
          <p:cNvSpPr>
            <a:spLocks xmlns:a="http://schemas.openxmlformats.org/drawingml/2006/main" noGrp="1"/>
          </p:cNvSpPr>
          <p:nvPr>
            <p:ph type="title" idx="0"/>
          </p:nvPr>
        </p:nvSpPr>
        <p:spPr>
          <a:xfrm xmlns:a="http://schemas.openxmlformats.org/drawingml/2006/main">
            <a:off x="311150" y="593725"/>
            <a:ext cx="8521700" cy="76358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R="0" algn="l">
              <a:spcBef>
                <a:spcPts val="0"/>
              </a:spcBef>
              <a:spcAft>
                <a:spcPts val="0"/>
              </a:spcAft>
              <a:buSzPts val="1400"/>
              <a:buNone/>
              <a:defRPr sz="1400" b="0" i="0" u="none" cap="none">
                <a:solidFill>
                  <a:srgbClr val="000000"/>
                </a:solidFill>
                <a:latin typeface="Arial"/>
                <a:ea typeface="Arial"/>
                <a:cs typeface="Arial"/>
              </a:defRPr>
            </a:lvl1pPr>
            <a:lvl2pPr marR="0" algn="l">
              <a:spcBef>
                <a:spcPts val="0"/>
              </a:spcBef>
              <a:spcAft>
                <a:spcPts val="0"/>
              </a:spcAft>
              <a:buSzPts val="1400"/>
              <a:buNone/>
              <a:defRPr sz="1400" b="0" i="0" u="none" cap="none">
                <a:solidFill>
                  <a:srgbClr val="000000"/>
                </a:solidFill>
                <a:latin typeface="Arial"/>
                <a:ea typeface="Arial"/>
                <a:cs typeface="Arial"/>
              </a:defRPr>
            </a:lvl2pPr>
            <a:lvl3pPr marR="0" algn="l">
              <a:spcBef>
                <a:spcPts val="0"/>
              </a:spcBef>
              <a:spcAft>
                <a:spcPts val="0"/>
              </a:spcAft>
              <a:buSzPts val="1400"/>
              <a:buNone/>
              <a:defRPr sz="1400" b="0" i="0" u="none" cap="none">
                <a:solidFill>
                  <a:srgbClr val="000000"/>
                </a:solidFill>
                <a:latin typeface="Arial"/>
                <a:ea typeface="Arial"/>
                <a:cs typeface="Arial"/>
              </a:defRPr>
            </a:lvl3pPr>
            <a:lvl4pPr marR="0" algn="l">
              <a:spcBef>
                <a:spcPts val="0"/>
              </a:spcBef>
              <a:spcAft>
                <a:spcPts val="0"/>
              </a:spcAft>
              <a:buSzPts val="1400"/>
              <a:buNone/>
              <a:defRPr sz="1400" b="0" i="0" u="none" cap="none">
                <a:solidFill>
                  <a:srgbClr val="000000"/>
                </a:solidFill>
                <a:latin typeface="Arial"/>
                <a:ea typeface="Arial"/>
                <a:cs typeface="Arial"/>
              </a:defRPr>
            </a:lvl4pPr>
            <a:lvl5pPr marR="0" algn="l">
              <a:spcBef>
                <a:spcPts val="0"/>
              </a:spcBef>
              <a:spcAft>
                <a:spcPts val="0"/>
              </a:spcAft>
              <a:buSzPts val="1400"/>
              <a:buNone/>
              <a:defRPr sz="1400" b="0" i="0" u="none" cap="none">
                <a:solidFill>
                  <a:srgbClr val="000000"/>
                </a:solidFill>
                <a:latin typeface="Arial"/>
                <a:ea typeface="Arial"/>
                <a:cs typeface="Arial"/>
              </a:defRPr>
            </a:lvl5pPr>
            <a:lvl6pPr marR="0" algn="l">
              <a:lnSpc>
                <a:spcPct val="100000"/>
              </a:lnSpc>
              <a:spcBef>
                <a:spcPts val="0"/>
              </a:spcBef>
              <a:spcAft>
                <a:spcPts val="0"/>
              </a:spcAft>
              <a:buSzPts val="1400"/>
              <a:buNone/>
              <a:defRPr sz="1400" b="0" i="0" u="none" cap="none">
                <a:solidFill>
                  <a:srgbClr val="000000"/>
                </a:solidFill>
                <a:latin typeface="Arial"/>
                <a:ea typeface="Arial"/>
                <a:cs typeface="Arial"/>
              </a:defRPr>
            </a:lvl6pPr>
            <a:lvl7pPr marR="0" algn="l">
              <a:lnSpc>
                <a:spcPct val="100000"/>
              </a:lnSpc>
              <a:spcBef>
                <a:spcPts val="0"/>
              </a:spcBef>
              <a:spcAft>
                <a:spcPts val="0"/>
              </a:spcAft>
              <a:buSzPts val="1400"/>
              <a:buNone/>
              <a:defRPr sz="1400" b="0" i="0" u="none" cap="none">
                <a:solidFill>
                  <a:srgbClr val="000000"/>
                </a:solidFill>
                <a:latin typeface="Arial"/>
                <a:ea typeface="Arial"/>
                <a:cs typeface="Arial"/>
              </a:defRPr>
            </a:lvl7pPr>
            <a:lvl8pPr marR="0" algn="l">
              <a:lnSpc>
                <a:spcPct val="100000"/>
              </a:lnSpc>
              <a:spcBef>
                <a:spcPts val="0"/>
              </a:spcBef>
              <a:spcAft>
                <a:spcPts val="0"/>
              </a:spcAft>
              <a:buSzPts val="1400"/>
              <a:buNone/>
              <a:defRPr sz="1400" b="0" i="0" u="none" cap="none">
                <a:solidFill>
                  <a:srgbClr val="000000"/>
                </a:solidFill>
                <a:latin typeface="Arial"/>
                <a:ea typeface="Arial"/>
                <a:cs typeface="Arial"/>
              </a:defRPr>
            </a:lvl8pPr>
            <a:lvl9pPr marR="0" algn="l">
              <a:lnSpc>
                <a:spcPct val="100000"/>
              </a:lnSpc>
              <a:spcBef>
                <a:spcPts val="0"/>
              </a:spcBef>
              <a:spcAft>
                <a:spcPts val="0"/>
              </a:spcAft>
              <a:buSzPts val="1400"/>
              <a:buNone/>
              <a:defRPr sz="1400" b="0" i="0" u="none" cap="none">
                <a:solidFill>
                  <a:srgbClr val="000000"/>
                </a:solidFill>
                <a:latin typeface="Arial"/>
                <a:ea typeface="Arial"/>
                <a:cs typeface="Arial"/>
              </a:defRPr>
            </a:lvl9pPr>
          </a:lstStyle>
          <a:p xmlns:a="http://schemas.openxmlformats.org/drawingml/2006/main">
            <a:endParaRPr/>
          </a:p>
        </p:txBody>
      </p:sp>
      <p:sp>
        <p:nvSpPr>
          <p:cNvPr id="7" name="Google Shape;7;p18">
            <a:extLst xmlns:a="http://schemas.openxmlformats.org/drawingml/2006/main">
              <a:ext uri="{FF2B5EF4-FFF2-40B4-BE49-F238E27FC236}">
                <a16:creationId xmlns:a16="http://schemas.microsoft.com/office/drawing/2014/main" id="{96E2DB09-594F-48F2-85A9-727B5B47092E}"/>
              </a:ext>
            </a:extLst>
          </p:cNvPr>
          <p:cNvSpPr>
            <a:spLocks xmlns:a="http://schemas.openxmlformats.org/drawingml/2006/main" noGrp="1"/>
          </p:cNvSpPr>
          <p:nvPr>
            <p:ph type="body" idx="1"/>
          </p:nvPr>
        </p:nvSpPr>
        <p:spPr>
          <a:xfrm xmlns:a="http://schemas.openxmlformats.org/drawingml/2006/main">
            <a:off x="311150" y="1536700"/>
            <a:ext cx="8521700" cy="45545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L="457200" marR="0" indent="-317500" algn="l">
              <a:spcBef>
                <a:spcPts val="0"/>
              </a:spcBef>
              <a:spcAft>
                <a:spcPts val="0"/>
              </a:spcAft>
              <a:buClr>
                <a:srgbClr val="000000"/>
              </a:buClr>
              <a:buSzPts val="1400"/>
              <a:buFont typeface="Arial"/>
              <a:buChar char="•"/>
              <a:defRPr sz="1400" b="0" i="0" u="none" cap="none">
                <a:solidFill>
                  <a:srgbClr val="000000"/>
                </a:solidFill>
                <a:latin typeface="Arial"/>
                <a:ea typeface="Arial"/>
                <a:cs typeface="Arial"/>
              </a:defRPr>
            </a:lvl1pPr>
            <a:lvl2pPr marL="914400" marR="0" indent="-317500" algn="l">
              <a:spcBef>
                <a:spcPts val="0"/>
              </a:spcBef>
              <a:spcAft>
                <a:spcPts val="0"/>
              </a:spcAft>
              <a:buClr>
                <a:srgbClr val="000000"/>
              </a:buClr>
              <a:buSzPts val="1400"/>
              <a:buFont typeface="Arial"/>
              <a:buChar char="–"/>
              <a:defRPr sz="1400" b="0" i="0" u="none" cap="none">
                <a:solidFill>
                  <a:srgbClr val="000000"/>
                </a:solidFill>
                <a:latin typeface="Arial"/>
                <a:ea typeface="Arial"/>
                <a:cs typeface="Arial"/>
              </a:defRPr>
            </a:lvl2pPr>
            <a:lvl3pPr marL="1371600" marR="0" indent="-317500" algn="l">
              <a:spcBef>
                <a:spcPts val="0"/>
              </a:spcBef>
              <a:spcAft>
                <a:spcPts val="0"/>
              </a:spcAft>
              <a:buClr>
                <a:srgbClr val="000000"/>
              </a:buClr>
              <a:buSzPts val="1400"/>
              <a:buFont typeface="Arial"/>
              <a:buChar char="•"/>
              <a:defRPr sz="1400" b="0" i="0" u="none" cap="none">
                <a:solidFill>
                  <a:srgbClr val="000000"/>
                </a:solidFill>
                <a:latin typeface="Arial"/>
                <a:ea typeface="Arial"/>
                <a:cs typeface="Arial"/>
              </a:defRPr>
            </a:lvl3pPr>
            <a:lvl4pPr marL="1828800" marR="0" indent="-317500" algn="l">
              <a:spcBef>
                <a:spcPts val="0"/>
              </a:spcBef>
              <a:spcAft>
                <a:spcPts val="0"/>
              </a:spcAft>
              <a:buClr>
                <a:srgbClr val="000000"/>
              </a:buClr>
              <a:buSzPts val="1400"/>
              <a:buFont typeface="Arial"/>
              <a:buChar char="–"/>
              <a:defRPr sz="1400" b="0" i="0" u="none" cap="none">
                <a:solidFill>
                  <a:srgbClr val="000000"/>
                </a:solidFill>
                <a:latin typeface="Arial"/>
                <a:ea typeface="Arial"/>
                <a:cs typeface="Arial"/>
              </a:defRPr>
            </a:lvl4pPr>
            <a:lvl5pPr marL="2286000" marR="0" indent="-317500" algn="l">
              <a:spcBef>
                <a:spcPts val="0"/>
              </a:spcBef>
              <a:spcAft>
                <a:spcPts val="0"/>
              </a:spcAft>
              <a:buClr>
                <a:srgbClr val="000000"/>
              </a:buClr>
              <a:buSzPts val="1400"/>
              <a:buFont typeface="Arial"/>
              <a:buChar char="»"/>
              <a:defRPr sz="1400" b="0" i="0" u="none" cap="none">
                <a:solidFill>
                  <a:srgbClr val="000000"/>
                </a:solidFill>
                <a:latin typeface="Arial"/>
                <a:ea typeface="Arial"/>
                <a:cs typeface="Arial"/>
              </a:defRPr>
            </a:lvl5pPr>
            <a:lvl6pPr marL="2743200" marR="0" indent="-228600" algn="l">
              <a:lnSpc>
                <a:spcPct val="100000"/>
              </a:lnSpc>
              <a:spcBef>
                <a:spcPts val="0"/>
              </a:spcBef>
              <a:spcAft>
                <a:spcPts val="0"/>
              </a:spcAft>
              <a:buSzPts val="1400"/>
              <a:buNone/>
              <a:defRPr sz="1400" b="0" i="0" u="none" cap="none">
                <a:solidFill>
                  <a:srgbClr val="000000"/>
                </a:solidFill>
                <a:latin typeface="Arial"/>
                <a:ea typeface="Arial"/>
                <a:cs typeface="Arial"/>
              </a:defRPr>
            </a:lvl6pPr>
            <a:lvl7pPr marL="3200400" marR="0" indent="-228600" algn="l">
              <a:lnSpc>
                <a:spcPct val="100000"/>
              </a:lnSpc>
              <a:spcBef>
                <a:spcPts val="0"/>
              </a:spcBef>
              <a:spcAft>
                <a:spcPts val="0"/>
              </a:spcAft>
              <a:buSzPts val="1400"/>
              <a:buNone/>
              <a:defRPr sz="1400" b="0" i="0" u="none" cap="none">
                <a:solidFill>
                  <a:srgbClr val="000000"/>
                </a:solidFill>
                <a:latin typeface="Arial"/>
                <a:ea typeface="Arial"/>
                <a:cs typeface="Arial"/>
              </a:defRPr>
            </a:lvl7pPr>
            <a:lvl8pPr marL="3657600" marR="0" indent="-228600" algn="l">
              <a:lnSpc>
                <a:spcPct val="100000"/>
              </a:lnSpc>
              <a:spcBef>
                <a:spcPts val="0"/>
              </a:spcBef>
              <a:spcAft>
                <a:spcPts val="0"/>
              </a:spcAft>
              <a:buSzPts val="1400"/>
              <a:buNone/>
              <a:defRPr sz="1400" b="0" i="0" u="none" cap="none">
                <a:solidFill>
                  <a:srgbClr val="000000"/>
                </a:solidFill>
                <a:latin typeface="Arial"/>
                <a:ea typeface="Arial"/>
                <a:cs typeface="Arial"/>
              </a:defRPr>
            </a:lvl8pPr>
            <a:lvl9pPr marL="4114800" marR="0" indent="-228600" algn="l">
              <a:lnSpc>
                <a:spcPct val="100000"/>
              </a:lnSpc>
              <a:spcBef>
                <a:spcPts val="0"/>
              </a:spcBef>
              <a:spcAft>
                <a:spcPts val="0"/>
              </a:spcAft>
              <a:buSzPts val="1400"/>
              <a:buNone/>
              <a:defRPr sz="1400" b="0" i="0" u="none" cap="none">
                <a:solidFill>
                  <a:srgbClr val="000000"/>
                </a:solidFill>
                <a:latin typeface="Arial"/>
                <a:ea typeface="Arial"/>
                <a:cs typeface="Arial"/>
              </a:defRPr>
            </a:lvl9pPr>
          </a:lstStyle>
          <a:p xmlns:a="http://schemas.openxmlformats.org/drawingml/2006/main">
            <a:endParaRPr/>
          </a:p>
        </p:txBody>
      </p:sp>
      <p:sp>
        <p:nvSpPr>
          <p:cNvPr id="8" name="Google Shape;8;p18">
            <a:extLst xmlns:a="http://schemas.openxmlformats.org/drawingml/2006/main">
              <a:ext uri="{FF2B5EF4-FFF2-40B4-BE49-F238E27FC236}">
                <a16:creationId xmlns:a16="http://schemas.microsoft.com/office/drawing/2014/main" id="{EC49F0F6-20BF-447F-AE13-DC74D89E0157}"/>
              </a:ext>
            </a:extLst>
          </p:cNvPr>
          <p:cNvSpPr>
            <a:spLocks xmlns:a="http://schemas.openxmlformats.org/drawingml/2006/main" noGrp="1"/>
          </p:cNvSpPr>
          <p:nvPr>
            <p:ph type="sldNum" idx="12"/>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r">
              <a:lnSpc>
                <a:spcPct val="100000"/>
              </a:lnSpc>
              <a:spcBef>
                <a:spcPts val="0"/>
              </a:spcBef>
              <a:spcAft>
                <a:spcPts val="0"/>
              </a:spcAft>
              <a:buClr>
                <a:srgbClr val="595959"/>
              </a:buClr>
              <a:buSzPts val="1000"/>
              <a:buFont typeface="Arial"/>
              <a:buNone/>
              <a:defRPr sz="1000" b="0" i="0" u="none" cap="none">
                <a:solidFill>
                  <a:srgbClr val="595959"/>
                </a:solidFill>
                <a:latin typeface="Arial"/>
                <a:ea typeface="Arial"/>
                <a:cs typeface="Arial"/>
              </a:defRPr>
            </a:lvl1pPr>
            <a:lvl2pPr marL="0" marR="0" indent="0" algn="r">
              <a:lnSpc>
                <a:spcPct val="100000"/>
              </a:lnSpc>
              <a:spcBef>
                <a:spcPts val="0"/>
              </a:spcBef>
              <a:spcAft>
                <a:spcPts val="0"/>
              </a:spcAft>
              <a:buClr>
                <a:srgbClr val="595959"/>
              </a:buClr>
              <a:buSzPts val="1000"/>
              <a:buFont typeface="Arial"/>
              <a:buNone/>
              <a:defRPr sz="1000" b="0" i="0" u="none" cap="none">
                <a:solidFill>
                  <a:srgbClr val="595959"/>
                </a:solidFill>
                <a:latin typeface="Arial"/>
                <a:ea typeface="Arial"/>
                <a:cs typeface="Arial"/>
              </a:defRPr>
            </a:lvl2pPr>
            <a:lvl3pPr marL="0" marR="0" indent="0" algn="r">
              <a:lnSpc>
                <a:spcPct val="100000"/>
              </a:lnSpc>
              <a:spcBef>
                <a:spcPts val="0"/>
              </a:spcBef>
              <a:spcAft>
                <a:spcPts val="0"/>
              </a:spcAft>
              <a:buClr>
                <a:srgbClr val="595959"/>
              </a:buClr>
              <a:buSzPts val="1000"/>
              <a:buFont typeface="Arial"/>
              <a:buNone/>
              <a:defRPr sz="1000" b="0" i="0" u="none" cap="none">
                <a:solidFill>
                  <a:srgbClr val="595959"/>
                </a:solidFill>
                <a:latin typeface="Arial"/>
                <a:ea typeface="Arial"/>
                <a:cs typeface="Arial"/>
              </a:defRPr>
            </a:lvl3pPr>
            <a:lvl4pPr marL="0" marR="0" indent="0" algn="r">
              <a:lnSpc>
                <a:spcPct val="100000"/>
              </a:lnSpc>
              <a:spcBef>
                <a:spcPts val="0"/>
              </a:spcBef>
              <a:spcAft>
                <a:spcPts val="0"/>
              </a:spcAft>
              <a:buClr>
                <a:srgbClr val="595959"/>
              </a:buClr>
              <a:buSzPts val="1000"/>
              <a:buFont typeface="Arial"/>
              <a:buNone/>
              <a:defRPr sz="1000" b="0" i="0" u="none" cap="none">
                <a:solidFill>
                  <a:srgbClr val="595959"/>
                </a:solidFill>
                <a:latin typeface="Arial"/>
                <a:ea typeface="Arial"/>
                <a:cs typeface="Arial"/>
              </a:defRPr>
            </a:lvl4pPr>
            <a:lvl5pPr marL="0" marR="0" indent="0" algn="r">
              <a:lnSpc>
                <a:spcPct val="100000"/>
              </a:lnSpc>
              <a:spcBef>
                <a:spcPts val="0"/>
              </a:spcBef>
              <a:spcAft>
                <a:spcPts val="0"/>
              </a:spcAft>
              <a:buClr>
                <a:srgbClr val="595959"/>
              </a:buClr>
              <a:buSzPts val="1000"/>
              <a:buFont typeface="Arial"/>
              <a:buNone/>
              <a:defRPr sz="1000" b="0" i="0" u="none" cap="none">
                <a:solidFill>
                  <a:srgbClr val="595959"/>
                </a:solidFill>
                <a:latin typeface="Arial"/>
                <a:ea typeface="Arial"/>
                <a:cs typeface="Arial"/>
              </a:defRPr>
            </a:lvl5pPr>
            <a:lvl6pPr marL="0" marR="0" indent="0" algn="r">
              <a:lnSpc>
                <a:spcPct val="100000"/>
              </a:lnSpc>
              <a:spcBef>
                <a:spcPts val="0"/>
              </a:spcBef>
              <a:spcAft>
                <a:spcPts val="0"/>
              </a:spcAft>
              <a:buClr>
                <a:srgbClr val="595959"/>
              </a:buClr>
              <a:buSzPts val="1000"/>
              <a:buFont typeface="Arial"/>
              <a:buNone/>
              <a:defRPr sz="1000" b="0" i="0" u="none" cap="none">
                <a:solidFill>
                  <a:srgbClr val="595959"/>
                </a:solidFill>
                <a:latin typeface="Arial"/>
                <a:ea typeface="Arial"/>
                <a:cs typeface="Arial"/>
              </a:defRPr>
            </a:lvl6pPr>
            <a:lvl7pPr marL="0" marR="0" indent="0" algn="r">
              <a:lnSpc>
                <a:spcPct val="100000"/>
              </a:lnSpc>
              <a:spcBef>
                <a:spcPts val="0"/>
              </a:spcBef>
              <a:spcAft>
                <a:spcPts val="0"/>
              </a:spcAft>
              <a:buClr>
                <a:srgbClr val="595959"/>
              </a:buClr>
              <a:buSzPts val="1000"/>
              <a:buFont typeface="Arial"/>
              <a:buNone/>
              <a:defRPr sz="1000" b="0" i="0" u="none" cap="none">
                <a:solidFill>
                  <a:srgbClr val="595959"/>
                </a:solidFill>
                <a:latin typeface="Arial"/>
                <a:ea typeface="Arial"/>
                <a:cs typeface="Arial"/>
              </a:defRPr>
            </a:lvl7pPr>
            <a:lvl8pPr marL="0" marR="0" indent="0" algn="r">
              <a:lnSpc>
                <a:spcPct val="100000"/>
              </a:lnSpc>
              <a:spcBef>
                <a:spcPts val="0"/>
              </a:spcBef>
              <a:spcAft>
                <a:spcPts val="0"/>
              </a:spcAft>
              <a:buClr>
                <a:srgbClr val="595959"/>
              </a:buClr>
              <a:buSzPts val="1000"/>
              <a:buFont typeface="Arial"/>
              <a:buNone/>
              <a:defRPr sz="1000" b="0" i="0" u="none" cap="none">
                <a:solidFill>
                  <a:srgbClr val="595959"/>
                </a:solidFill>
                <a:latin typeface="Arial"/>
                <a:ea typeface="Arial"/>
                <a:cs typeface="Arial"/>
              </a:defRPr>
            </a:lvl8pPr>
            <a:lvl9pPr marL="0" marR="0" indent="0" algn="r">
              <a:lnSpc>
                <a:spcPct val="100000"/>
              </a:lnSpc>
              <a:spcBef>
                <a:spcPts val="0"/>
              </a:spcBef>
              <a:spcAft>
                <a:spcPts val="0"/>
              </a:spcAft>
              <a:buClr>
                <a:srgbClr val="595959"/>
              </a:buClr>
              <a:buSzPts val="1000"/>
              <a:buFont typeface="Arial"/>
              <a:buNone/>
              <a:defRPr sz="1000" b="0" i="0" u="none" cap="none">
                <a:solidFill>
                  <a:srgbClr val="595959"/>
                </a:solidFill>
                <a:latin typeface="Arial"/>
                <a:ea typeface="Arial"/>
                <a:cs typeface="Arial"/>
              </a:defRPr>
            </a:lvl9pPr>
          </a:lstStyle>
          <a:p xmlns:a="http://schemas.openxmlformats.org/drawingml/2006/main">
            <a:pPr marL="0" lvl="0" indent="0" algn="r">
              <a:spcBef>
                <a:spcPts val="0"/>
              </a:spcBef>
              <a:spcAft>
                <a:spcPts val="0"/>
              </a:spcAft>
              <a:buNone/>
            </a:pPr>
            <a:fld id="{00000000-1234-1234-1234-123412341234}" type="slidenum">
              <a:t>‹#›</a:t>
            </a:fld>
            <a:endParaRPr sz="1400">
              <a:solidFill>
                <a:srgbClr val="000000"/>
              </a:solidFill>
            </a:endParaRPr>
          </a:p>
        </p:txBody>
      </p:sp>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4e6af0150be64d59"/>
    <p:sldLayoutId xmlns:r="http://schemas.openxmlformats.org/officeDocument/2006/relationships" id="2147483650" r:id="R257ba970b2e74702"/>
    <p:sldLayoutId xmlns:r="http://schemas.openxmlformats.org/officeDocument/2006/relationships" id="2147483651" r:id="R4f38ffa811d74f5a"/>
    <p:sldLayoutId xmlns:r="http://schemas.openxmlformats.org/officeDocument/2006/relationships" id="2147483652" r:id="R2e7c0668d501474b"/>
    <p:sldLayoutId xmlns:r="http://schemas.openxmlformats.org/officeDocument/2006/relationships" id="2147483653" r:id="Rafc7c5c165844ba9"/>
    <p:sldLayoutId xmlns:r="http://schemas.openxmlformats.org/officeDocument/2006/relationships" id="2147483654" r:id="R017459addccd49d1"/>
    <p:sldLayoutId xmlns:r="http://schemas.openxmlformats.org/officeDocument/2006/relationships" id="2147483655" r:id="Rad17b81d262f4cf0"/>
    <p:sldLayoutId xmlns:r="http://schemas.openxmlformats.org/officeDocument/2006/relationships" id="2147483656" r:id="R73c40dd5deb546ce"/>
    <p:sldLayoutId xmlns:r="http://schemas.openxmlformats.org/officeDocument/2006/relationships" id="2147483657" r:id="R77374c7b99e9421e"/>
    <p:sldLayoutId xmlns:r="http://schemas.openxmlformats.org/officeDocument/2006/relationships" id="2147483658" r:id="R7ca512480b4142ad"/>
  </p:sldLayoutIdLst>
  <p:hf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otherStyle>
  </p:txStyles>
</p:sldMaster>
</file>

<file path=ppt/slideMasters/slideMaster2.xml><?xml version="1.0" encoding="utf-8"?>
<p:sldMaster xmlns:p="http://schemas.openxmlformats.org/presentationml/2006/main">
  <p:cSld>
    <p:bg>
      <p:bgPr>
        <a:solidFill xmlns:a="http://schemas.openxmlformats.org/drawingml/2006/main">
          <a:schemeClr val="lt1"/>
        </a:solidFill>
      </p:bgPr>
    </p:bg>
    <p:spTree>
      <p:nvGrpSpPr>
        <p:cNvPr id="1" name=""/>
        <p:cNvGrpSpPr/>
        <p:nvPr/>
      </p:nvGrpSpPr>
      <p:grpSpPr>
        <a:xfrm xmlns:a="http://schemas.openxmlformats.org/drawingml/2006/main"/>
      </p:grpSpPr>
      <p:sp>
        <p:nvSpPr>
          <p:cNvPr id="45" name="Google Shape;45;p29">
            <a:extLst xmlns:a="http://schemas.openxmlformats.org/drawingml/2006/main">
              <a:ext uri="{FF2B5EF4-FFF2-40B4-BE49-F238E27FC236}">
                <a16:creationId xmlns:a16="http://schemas.microsoft.com/office/drawing/2014/main" id="{229040EF-3E2B-470A-A02F-B53CE217223B}"/>
              </a:ext>
            </a:extLst>
          </p:cNvPr>
          <p:cNvSpPr>
            <a:spLocks xmlns:a="http://schemas.openxmlformats.org/drawingml/2006/main" noGrp="1"/>
          </p:cNvSpPr>
          <p:nvPr/>
        </p:nvSpPr>
        <p:spPr>
          <a:xfrm xmlns:a="http://schemas.openxmlformats.org/drawingml/2006/main">
            <a:off x="4572000" y="0"/>
            <a:ext cx="4572000" cy="6858000"/>
          </a:xfrm>
          <a:prstGeom xmlns:a="http://schemas.openxmlformats.org/drawingml/2006/main" prst="rect">
            <a:avLst/>
          </a:prstGeom>
          <a:solidFill xmlns:a="http://schemas.openxmlformats.org/drawingml/2006/main">
            <a:schemeClr val="lt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None/>
            </a:pPr>
            <a:endParaRPr sz="1400" b="0" i="0" u="none">
              <a:solidFill>
                <a:srgbClr val="000000"/>
              </a:solidFill>
              <a:latin typeface="Arial"/>
              <a:ea typeface="Arial"/>
              <a:cs typeface="Arial"/>
            </a:endParaRPr>
          </a:p>
        </p:txBody>
      </p:sp>
      <p:sp>
        <p:nvSpPr>
          <p:cNvPr id="46" name="Google Shape;46;p29">
            <a:extLst xmlns:a="http://schemas.openxmlformats.org/drawingml/2006/main">
              <a:ext uri="{FF2B5EF4-FFF2-40B4-BE49-F238E27FC236}">
                <a16:creationId xmlns:a16="http://schemas.microsoft.com/office/drawing/2014/main" id="{3EFEF65C-2C57-4898-8AF0-1BD983BE87E2}"/>
              </a:ext>
            </a:extLst>
          </p:cNvPr>
          <p:cNvSpPr>
            <a:spLocks xmlns:a="http://schemas.openxmlformats.org/drawingml/2006/main" noGrp="1"/>
          </p:cNvSpPr>
          <p:nvPr>
            <p:ph type="title" idx="0"/>
          </p:nvPr>
        </p:nvSpPr>
        <p:spPr>
          <a:xfrm xmlns:a="http://schemas.openxmlformats.org/drawingml/2006/main">
            <a:off x="311150" y="593725"/>
            <a:ext cx="8521700" cy="76358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R="0" algn="l">
              <a:spcBef>
                <a:spcPts val="0"/>
              </a:spcBef>
              <a:spcAft>
                <a:spcPts val="0"/>
              </a:spcAft>
              <a:buSzPts val="1400"/>
              <a:buNone/>
              <a:defRPr sz="1400" b="0" i="0" u="none" cap="none">
                <a:solidFill>
                  <a:srgbClr val="000000"/>
                </a:solidFill>
                <a:latin typeface="Arial"/>
                <a:ea typeface="Arial"/>
                <a:cs typeface="Arial"/>
              </a:defRPr>
            </a:lvl1pPr>
            <a:lvl2pPr marR="0" algn="l">
              <a:spcBef>
                <a:spcPts val="0"/>
              </a:spcBef>
              <a:spcAft>
                <a:spcPts val="0"/>
              </a:spcAft>
              <a:buSzPts val="1400"/>
              <a:buNone/>
              <a:defRPr sz="1400" b="0" i="0" u="none" cap="none">
                <a:solidFill>
                  <a:srgbClr val="000000"/>
                </a:solidFill>
                <a:latin typeface="Arial"/>
                <a:ea typeface="Arial"/>
                <a:cs typeface="Arial"/>
              </a:defRPr>
            </a:lvl2pPr>
            <a:lvl3pPr marR="0" algn="l">
              <a:spcBef>
                <a:spcPts val="0"/>
              </a:spcBef>
              <a:spcAft>
                <a:spcPts val="0"/>
              </a:spcAft>
              <a:buSzPts val="1400"/>
              <a:buNone/>
              <a:defRPr sz="1400" b="0" i="0" u="none" cap="none">
                <a:solidFill>
                  <a:srgbClr val="000000"/>
                </a:solidFill>
                <a:latin typeface="Arial"/>
                <a:ea typeface="Arial"/>
                <a:cs typeface="Arial"/>
              </a:defRPr>
            </a:lvl3pPr>
            <a:lvl4pPr marR="0" algn="l">
              <a:spcBef>
                <a:spcPts val="0"/>
              </a:spcBef>
              <a:spcAft>
                <a:spcPts val="0"/>
              </a:spcAft>
              <a:buSzPts val="1400"/>
              <a:buNone/>
              <a:defRPr sz="1400" b="0" i="0" u="none" cap="none">
                <a:solidFill>
                  <a:srgbClr val="000000"/>
                </a:solidFill>
                <a:latin typeface="Arial"/>
                <a:ea typeface="Arial"/>
                <a:cs typeface="Arial"/>
              </a:defRPr>
            </a:lvl4pPr>
            <a:lvl5pPr marR="0" algn="l">
              <a:spcBef>
                <a:spcPts val="0"/>
              </a:spcBef>
              <a:spcAft>
                <a:spcPts val="0"/>
              </a:spcAft>
              <a:buSzPts val="1400"/>
              <a:buNone/>
              <a:defRPr sz="1400" b="0" i="0" u="none" cap="none">
                <a:solidFill>
                  <a:srgbClr val="000000"/>
                </a:solidFill>
                <a:latin typeface="Arial"/>
                <a:ea typeface="Arial"/>
                <a:cs typeface="Arial"/>
              </a:defRPr>
            </a:lvl5pPr>
            <a:lvl6pPr marR="0" algn="l">
              <a:lnSpc>
                <a:spcPct val="100000"/>
              </a:lnSpc>
              <a:spcBef>
                <a:spcPts val="0"/>
              </a:spcBef>
              <a:spcAft>
                <a:spcPts val="0"/>
              </a:spcAft>
              <a:buSzPts val="1400"/>
              <a:buNone/>
              <a:defRPr sz="1400" b="0" i="0" u="none" cap="none">
                <a:solidFill>
                  <a:srgbClr val="000000"/>
                </a:solidFill>
                <a:latin typeface="Arial"/>
                <a:ea typeface="Arial"/>
                <a:cs typeface="Arial"/>
              </a:defRPr>
            </a:lvl6pPr>
            <a:lvl7pPr marR="0" algn="l">
              <a:lnSpc>
                <a:spcPct val="100000"/>
              </a:lnSpc>
              <a:spcBef>
                <a:spcPts val="0"/>
              </a:spcBef>
              <a:spcAft>
                <a:spcPts val="0"/>
              </a:spcAft>
              <a:buSzPts val="1400"/>
              <a:buNone/>
              <a:defRPr sz="1400" b="0" i="0" u="none" cap="none">
                <a:solidFill>
                  <a:srgbClr val="000000"/>
                </a:solidFill>
                <a:latin typeface="Arial"/>
                <a:ea typeface="Arial"/>
                <a:cs typeface="Arial"/>
              </a:defRPr>
            </a:lvl7pPr>
            <a:lvl8pPr marR="0" algn="l">
              <a:lnSpc>
                <a:spcPct val="100000"/>
              </a:lnSpc>
              <a:spcBef>
                <a:spcPts val="0"/>
              </a:spcBef>
              <a:spcAft>
                <a:spcPts val="0"/>
              </a:spcAft>
              <a:buSzPts val="1400"/>
              <a:buNone/>
              <a:defRPr sz="1400" b="0" i="0" u="none" cap="none">
                <a:solidFill>
                  <a:srgbClr val="000000"/>
                </a:solidFill>
                <a:latin typeface="Arial"/>
                <a:ea typeface="Arial"/>
                <a:cs typeface="Arial"/>
              </a:defRPr>
            </a:lvl8pPr>
            <a:lvl9pPr marR="0" algn="l">
              <a:lnSpc>
                <a:spcPct val="100000"/>
              </a:lnSpc>
              <a:spcBef>
                <a:spcPts val="0"/>
              </a:spcBef>
              <a:spcAft>
                <a:spcPts val="0"/>
              </a:spcAft>
              <a:buSzPts val="1400"/>
              <a:buNone/>
              <a:defRPr sz="1400" b="0" i="0" u="none" cap="none">
                <a:solidFill>
                  <a:srgbClr val="000000"/>
                </a:solidFill>
                <a:latin typeface="Arial"/>
                <a:ea typeface="Arial"/>
                <a:cs typeface="Arial"/>
              </a:defRPr>
            </a:lvl9pPr>
          </a:lstStyle>
          <a:p xmlns:a="http://schemas.openxmlformats.org/drawingml/2006/main">
            <a:endParaRPr/>
          </a:p>
        </p:txBody>
      </p:sp>
      <p:sp>
        <p:nvSpPr>
          <p:cNvPr id="47" name="Google Shape;47;p29">
            <a:extLst xmlns:a="http://schemas.openxmlformats.org/drawingml/2006/main">
              <a:ext uri="{FF2B5EF4-FFF2-40B4-BE49-F238E27FC236}">
                <a16:creationId xmlns:a16="http://schemas.microsoft.com/office/drawing/2014/main" id="{408B09C0-7478-4D11-A0D9-86151EBCE355}"/>
              </a:ext>
            </a:extLst>
          </p:cNvPr>
          <p:cNvSpPr>
            <a:spLocks xmlns:a="http://schemas.openxmlformats.org/drawingml/2006/main" noGrp="1"/>
          </p:cNvSpPr>
          <p:nvPr>
            <p:ph type="body" idx="1"/>
          </p:nvPr>
        </p:nvSpPr>
        <p:spPr>
          <a:xfrm xmlns:a="http://schemas.openxmlformats.org/drawingml/2006/main">
            <a:off x="311150" y="1536700"/>
            <a:ext cx="8521700" cy="45545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L="457200" marR="0" indent="-317500" algn="l">
              <a:spcBef>
                <a:spcPts val="0"/>
              </a:spcBef>
              <a:spcAft>
                <a:spcPts val="0"/>
              </a:spcAft>
              <a:buClr>
                <a:srgbClr val="000000"/>
              </a:buClr>
              <a:buSzPts val="1400"/>
              <a:buFont typeface="Arial"/>
              <a:buChar char="•"/>
              <a:defRPr sz="1400" b="0" i="0" u="none" cap="none">
                <a:solidFill>
                  <a:srgbClr val="000000"/>
                </a:solidFill>
                <a:latin typeface="Arial"/>
                <a:ea typeface="Arial"/>
                <a:cs typeface="Arial"/>
              </a:defRPr>
            </a:lvl1pPr>
            <a:lvl2pPr marL="914400" marR="0" indent="-317500" algn="l">
              <a:spcBef>
                <a:spcPts val="0"/>
              </a:spcBef>
              <a:spcAft>
                <a:spcPts val="0"/>
              </a:spcAft>
              <a:buClr>
                <a:srgbClr val="000000"/>
              </a:buClr>
              <a:buSzPts val="1400"/>
              <a:buFont typeface="Arial"/>
              <a:buChar char="–"/>
              <a:defRPr sz="1400" b="0" i="0" u="none" cap="none">
                <a:solidFill>
                  <a:srgbClr val="000000"/>
                </a:solidFill>
                <a:latin typeface="Arial"/>
                <a:ea typeface="Arial"/>
                <a:cs typeface="Arial"/>
              </a:defRPr>
            </a:lvl2pPr>
            <a:lvl3pPr marL="1371600" marR="0" indent="-317500" algn="l">
              <a:spcBef>
                <a:spcPts val="0"/>
              </a:spcBef>
              <a:spcAft>
                <a:spcPts val="0"/>
              </a:spcAft>
              <a:buClr>
                <a:srgbClr val="000000"/>
              </a:buClr>
              <a:buSzPts val="1400"/>
              <a:buFont typeface="Arial"/>
              <a:buChar char="•"/>
              <a:defRPr sz="1400" b="0" i="0" u="none" cap="none">
                <a:solidFill>
                  <a:srgbClr val="000000"/>
                </a:solidFill>
                <a:latin typeface="Arial"/>
                <a:ea typeface="Arial"/>
                <a:cs typeface="Arial"/>
              </a:defRPr>
            </a:lvl3pPr>
            <a:lvl4pPr marL="1828800" marR="0" indent="-317500" algn="l">
              <a:spcBef>
                <a:spcPts val="0"/>
              </a:spcBef>
              <a:spcAft>
                <a:spcPts val="0"/>
              </a:spcAft>
              <a:buClr>
                <a:srgbClr val="000000"/>
              </a:buClr>
              <a:buSzPts val="1400"/>
              <a:buFont typeface="Arial"/>
              <a:buChar char="–"/>
              <a:defRPr sz="1400" b="0" i="0" u="none" cap="none">
                <a:solidFill>
                  <a:srgbClr val="000000"/>
                </a:solidFill>
                <a:latin typeface="Arial"/>
                <a:ea typeface="Arial"/>
                <a:cs typeface="Arial"/>
              </a:defRPr>
            </a:lvl4pPr>
            <a:lvl5pPr marL="2286000" marR="0" indent="-317500" algn="l">
              <a:spcBef>
                <a:spcPts val="0"/>
              </a:spcBef>
              <a:spcAft>
                <a:spcPts val="0"/>
              </a:spcAft>
              <a:buClr>
                <a:srgbClr val="000000"/>
              </a:buClr>
              <a:buSzPts val="1400"/>
              <a:buFont typeface="Arial"/>
              <a:buChar char="»"/>
              <a:defRPr sz="1400" b="0" i="0" u="none" cap="none">
                <a:solidFill>
                  <a:srgbClr val="000000"/>
                </a:solidFill>
                <a:latin typeface="Arial"/>
                <a:ea typeface="Arial"/>
                <a:cs typeface="Arial"/>
              </a:defRPr>
            </a:lvl5pPr>
            <a:lvl6pPr marL="2743200" marR="0" indent="-228600" algn="l">
              <a:lnSpc>
                <a:spcPct val="100000"/>
              </a:lnSpc>
              <a:spcBef>
                <a:spcPts val="0"/>
              </a:spcBef>
              <a:spcAft>
                <a:spcPts val="0"/>
              </a:spcAft>
              <a:buSzPts val="1400"/>
              <a:buNone/>
              <a:defRPr sz="1400" b="0" i="0" u="none" cap="none">
                <a:solidFill>
                  <a:srgbClr val="000000"/>
                </a:solidFill>
                <a:latin typeface="Arial"/>
                <a:ea typeface="Arial"/>
                <a:cs typeface="Arial"/>
              </a:defRPr>
            </a:lvl6pPr>
            <a:lvl7pPr marL="3200400" marR="0" indent="-228600" algn="l">
              <a:lnSpc>
                <a:spcPct val="100000"/>
              </a:lnSpc>
              <a:spcBef>
                <a:spcPts val="0"/>
              </a:spcBef>
              <a:spcAft>
                <a:spcPts val="0"/>
              </a:spcAft>
              <a:buSzPts val="1400"/>
              <a:buNone/>
              <a:defRPr sz="1400" b="0" i="0" u="none" cap="none">
                <a:solidFill>
                  <a:srgbClr val="000000"/>
                </a:solidFill>
                <a:latin typeface="Arial"/>
                <a:ea typeface="Arial"/>
                <a:cs typeface="Arial"/>
              </a:defRPr>
            </a:lvl7pPr>
            <a:lvl8pPr marL="3657600" marR="0" indent="-228600" algn="l">
              <a:lnSpc>
                <a:spcPct val="100000"/>
              </a:lnSpc>
              <a:spcBef>
                <a:spcPts val="0"/>
              </a:spcBef>
              <a:spcAft>
                <a:spcPts val="0"/>
              </a:spcAft>
              <a:buSzPts val="1400"/>
              <a:buNone/>
              <a:defRPr sz="1400" b="0" i="0" u="none" cap="none">
                <a:solidFill>
                  <a:srgbClr val="000000"/>
                </a:solidFill>
                <a:latin typeface="Arial"/>
                <a:ea typeface="Arial"/>
                <a:cs typeface="Arial"/>
              </a:defRPr>
            </a:lvl8pPr>
            <a:lvl9pPr marL="4114800" marR="0" indent="-228600" algn="l">
              <a:lnSpc>
                <a:spcPct val="100000"/>
              </a:lnSpc>
              <a:spcBef>
                <a:spcPts val="0"/>
              </a:spcBef>
              <a:spcAft>
                <a:spcPts val="0"/>
              </a:spcAft>
              <a:buSzPts val="1400"/>
              <a:buNone/>
              <a:defRPr sz="1400" b="0" i="0" u="none" cap="none">
                <a:solidFill>
                  <a:srgbClr val="000000"/>
                </a:solidFill>
                <a:latin typeface="Arial"/>
                <a:ea typeface="Arial"/>
                <a:cs typeface="Arial"/>
              </a:defRPr>
            </a:lvl9pPr>
          </a:lstStyle>
          <a:p xmlns:a="http://schemas.openxmlformats.org/drawingml/2006/main">
            <a:endParaRPr/>
          </a:p>
        </p:txBody>
      </p:sp>
      <p:sp>
        <p:nvSpPr>
          <p:cNvPr id="48" name="Google Shape;48;p29">
            <a:extLst xmlns:a="http://schemas.openxmlformats.org/drawingml/2006/main">
              <a:ext uri="{FF2B5EF4-FFF2-40B4-BE49-F238E27FC236}">
                <a16:creationId xmlns:a16="http://schemas.microsoft.com/office/drawing/2014/main" id="{E79233F5-8B5E-4059-BF9C-6FCA5FEF96EE}"/>
              </a:ext>
            </a:extLst>
          </p:cNvPr>
          <p:cNvSpPr>
            <a:spLocks xmlns:a="http://schemas.openxmlformats.org/drawingml/2006/main" noGrp="1"/>
          </p:cNvSpPr>
          <p:nvPr>
            <p:ph type="sldNum" idx="12"/>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1pPr>
            <a:lvl2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2pPr>
            <a:lvl3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3pPr>
            <a:lvl4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4pPr>
            <a:lvl5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5pPr>
            <a:lvl6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6pPr>
            <a:lvl7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7pPr>
            <a:lvl8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8pPr>
            <a:lvl9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9pPr>
          </a:lstStyle>
          <a:p xmlns:a="http://schemas.openxmlformats.org/drawingml/2006/main">
            <a:pPr marL="0" lvl="0" indent="0" algn="r">
              <a:spcBef>
                <a:spcPts val="0"/>
              </a:spcBef>
              <a:spcAft>
                <a:spcPts val="0"/>
              </a:spcAft>
              <a:buNone/>
            </a:pPr>
            <a:fld id="{00000000-1234-1234-1234-123412341234}" type="slidenum">
              <a:t>‹#›</a:t>
            </a:fld>
            <a:endParaRPr sz="1400">
              <a:solidFill>
                <a:srgbClr val="000000"/>
              </a:solidFill>
            </a:endParaRPr>
          </a:p>
        </p:txBody>
      </p:sp>
    </p:spTree>
  </p:cSld>
  <p:clrMap bg1="lt1" tx1="dk1" bg2="dk2" tx2="lt2" accent1="accent1" accent2="accent2" accent3="accent3" accent4="accent4" accent5="accent5" accent6="accent6" hlink="hlink" folHlink="folHlink"/>
  <p:sldLayoutIdLst>
    <p:sldLayoutId xmlns:r="http://schemas.openxmlformats.org/officeDocument/2006/relationships" id="2147483660" r:id="R125c1cf143e34da1"/>
  </p:sldLayoutIdLst>
  <p:hf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Masters/theme/theme3.xml><?xml version="1.0" encoding="utf-8"?>
<a:theme xmlns:a="http://schemas.openxmlformats.org/drawingml/2006/main" name="1_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fdc3d23de0c49bf" /><Relationship Type="http://schemas.openxmlformats.org/officeDocument/2006/relationships/image" Target="/ppt/media/image.png" Id="R07dbf36c07df4d15" /><Relationship Type="http://schemas.openxmlformats.org/officeDocument/2006/relationships/image" Target="/ppt/media/image2.png" Id="Ra13477e48cdb4241" /><Relationship Type="http://schemas.openxmlformats.org/officeDocument/2006/relationships/notesSlide" Target="/ppt/notesSlides/notesSlide1.xml" Id="Rae18166e1ae4413e"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eedf55eb8b7e49f0" /><Relationship Type="http://schemas.openxmlformats.org/officeDocument/2006/relationships/notesSlide" Target="/ppt/notesSlides/notesSlide2.xml" Id="Re306f85301cd4bbc"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a788621fbcf14bc9" /><Relationship Type="http://schemas.openxmlformats.org/officeDocument/2006/relationships/notesSlide" Target="/ppt/notesSlides/notesSlide3.xml" Id="R08cdadfef2e24be3"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a3aeca6c49e9400c" /><Relationship Type="http://schemas.openxmlformats.org/officeDocument/2006/relationships/notesSlide" Target="/ppt/notesSlides/notesSlide4.xml" Id="Re220e81ee7ee484b"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2cb9391ee27a40c3" /><Relationship Type="http://schemas.openxmlformats.org/officeDocument/2006/relationships/notesSlide" Target="/ppt/notesSlides/notesSlide5.xml" Id="R8b8fbde0826b46e3"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35cb6cf6b6a04d81" /><Relationship Type="http://schemas.openxmlformats.org/officeDocument/2006/relationships/notesSlide" Target="/ppt/notesSlides/notesSlide6.xml" Id="R60ac615ca54e4412"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3c6b70d8c6284f44" /><Relationship Type="http://schemas.openxmlformats.org/officeDocument/2006/relationships/notesSlide" Target="/ppt/notesSlides/notesSlide7.xml" Id="Rf481d563757a426c"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da11859835014376" /><Relationship Type="http://schemas.openxmlformats.org/officeDocument/2006/relationships/notesSlide" Target="/ppt/notesSlides/notesSlide8.xml" Id="R8116b712542140ef"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bcd563e40e7d4769" /><Relationship Type="http://schemas.openxmlformats.org/officeDocument/2006/relationships/notesSlide" Target="/ppt/notesSlides/notesSlide9.xml" Id="R00c6e67657464a0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8281845eee5944e5" /><Relationship Type="http://schemas.openxmlformats.org/officeDocument/2006/relationships/notesSlide" Target="/ppt/notesSlides/notesSlide10.xml" Id="Raec915ad3706423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3f6e55f732b5495c" /><Relationship Type="http://schemas.openxmlformats.org/officeDocument/2006/relationships/notesSlide" Target="/ppt/notesSlides/notesSlide11.xml" Id="R141da448f6c6480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xml" Id="Rb4594008259d4ff0" /><Relationship Type="http://schemas.openxmlformats.org/officeDocument/2006/relationships/notesSlide" Target="/ppt/notesSlides/notesSlide12.xml" Id="R1a37c9257e13492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xml" Id="R299502ac1d8f44e2" /><Relationship Type="http://schemas.openxmlformats.org/officeDocument/2006/relationships/hyperlink" Target="https://doi.org/10.3390/en14030767" TargetMode="External" Id="R9a19ced42364479f" /><Relationship Type="http://schemas.openxmlformats.org/officeDocument/2006/relationships/hyperlink" Target="https://doi.org/10.3390/s23104845" TargetMode="External" Id="R81c3f3c04adb4173" /><Relationship Type="http://schemas.openxmlformats.org/officeDocument/2006/relationships/hyperlink" Target="https://doi.org/10.3390/inventions11020029" TargetMode="External" Id="R40f0fef379ec4908" /><Relationship Type="http://schemas.openxmlformats.org/officeDocument/2006/relationships/hyperlink" Target="https://doi.org/10.3390/en19081883" TargetMode="External" Id="R42058fd71c00480b" /><Relationship Type="http://schemas.openxmlformats.org/officeDocument/2006/relationships/hyperlink" Target="https://doi.org/10.3390/en19133131" TargetMode="External" Id="R99ecf3664e724215" /><Relationship Type="http://schemas.openxmlformats.org/officeDocument/2006/relationships/hyperlink" Target="https://doi.org/10.3390/en14144074" TargetMode="External" Id="Rfad9bec0d5194d43" /><Relationship Type="http://schemas.openxmlformats.org/officeDocument/2006/relationships/hyperlink" Target="https://doi.org/10.1016/j.energy.2017.10.043" TargetMode="External" Id="R5756d896d94c460f" /><Relationship Type="http://schemas.openxmlformats.org/officeDocument/2006/relationships/hyperlink" Target="https://doi.org/10.3390/en13071811" TargetMode="External" Id="R55ee4830a37448f0" /><Relationship Type="http://schemas.openxmlformats.org/officeDocument/2006/relationships/hyperlink" Target="https://doi.org/10.3390/en14041054" TargetMode="External" Id="Rd5e0a90961f44aec" /><Relationship Type="http://schemas.openxmlformats.org/officeDocument/2006/relationships/hyperlink" Target="https://doi.org/10.3390/en14133733" TargetMode="External" Id="R11c056fc7a454abd" /><Relationship Type="http://schemas.openxmlformats.org/officeDocument/2006/relationships/hyperlink" Target="https://doi.org/10.3390/en15218172" TargetMode="External" Id="R9c56b85580dc45e3" /><Relationship Type="http://schemas.openxmlformats.org/officeDocument/2006/relationships/hyperlink" Target="https://doi.org/10.3390/en16145558" TargetMode="External" Id="Raa4ea76a891a42b0" /><Relationship Type="http://schemas.openxmlformats.org/officeDocument/2006/relationships/hyperlink" Target="https://doi.org/10.3390/batteries9010043" TargetMode="External" Id="Re74d1ea028e94248" /><Relationship Type="http://schemas.openxmlformats.org/officeDocument/2006/relationships/hyperlink" Target="https://doi.org/10.3390/electronics13214256" TargetMode="External" Id="Rc489ba2911d0488a" /><Relationship Type="http://schemas.openxmlformats.org/officeDocument/2006/relationships/hyperlink" Target="https://doi.org/10.18618/REP.e202521" TargetMode="External" Id="R76bdc6925a844b90" /><Relationship Type="http://schemas.openxmlformats.org/officeDocument/2006/relationships/hyperlink" Target="https://doi.org/10.1016/j.egyr.2020.11.030" TargetMode="External" Id="R9b5f8161fd9b4b44" /><Relationship Type="http://schemas.openxmlformats.org/officeDocument/2006/relationships/hyperlink" Target="https://doi.org/10.1049/stg2.12151" TargetMode="External" Id="R10e328f927ec473c" /><Relationship Type="http://schemas.openxmlformats.org/officeDocument/2006/relationships/hyperlink" Target="https://doi.org/10.3390/electronics10131562" TargetMode="External" Id="Rf591fb0764f7489d" /><Relationship Type="http://schemas.openxmlformats.org/officeDocument/2006/relationships/hyperlink" Target="https://doi.org/10.35784/iapgos.5320" TargetMode="External" Id="Rdf33e9225f3f4cde" /><Relationship Type="http://schemas.openxmlformats.org/officeDocument/2006/relationships/hyperlink" Target="https://doi.org/10.3390/en16062912" TargetMode="External" Id="Rc295d72d63834692" /><Relationship Type="http://schemas.openxmlformats.org/officeDocument/2006/relationships/notesSlide" Target="/ppt/notesSlides/notesSlide13.xml" Id="R0d95638d6e734a9d" /></Relationships>
</file>

<file path=ppt/slides/_rels/slide14.xml.rels>&#65279;<?xml version="1.0" encoding="utf-8"?><Relationships xmlns="http://schemas.openxmlformats.org/package/2006/relationships"><Relationship Type="http://schemas.openxmlformats.org/officeDocument/2006/relationships/slideLayout" Target="/ppt/slideLayouts/slideLayout2.xml" Id="R49d1cb610e51431c" /><Relationship Type="http://schemas.openxmlformats.org/officeDocument/2006/relationships/notesSlide" Target="/ppt/notesSlides/notesSlide14.xml" Id="Rf16b8837c73b4d75" /></Relationships>
</file>

<file path=ppt/slides/slide1.xml><?xml version="1.0" encoding="utf-8"?>
<p:sld xmlns:p="http://schemas.openxmlformats.org/presentationml/2006/main">
  <p:cSld>
    <p:bg>
      <p:bgPr>
        <a:solidFill xmlns:a="http://schemas.openxmlformats.org/drawingml/2006/main">
          <a:schemeClr val="lt1"/>
        </a:solidFill>
      </p:bgPr>
    </p:bg>
    <p:spTree>
      <p:nvGrpSpPr>
        <p:cNvPr id="1" name=""/>
        <p:cNvGrpSpPr/>
        <p:nvPr/>
      </p:nvGrpSpPr>
      <p:grpSpPr>
        <a:xfrm xmlns:a="http://schemas.openxmlformats.org/drawingml/2006/main"/>
      </p:grpSpPr>
      <p:sp>
        <p:nvSpPr>
          <p:cNvPr id="58" name="Google Shape;58;p1">
            <a:extLst xmlns:a="http://schemas.openxmlformats.org/drawingml/2006/main">
              <a:ext uri="{FF2B5EF4-FFF2-40B4-BE49-F238E27FC236}">
                <a16:creationId xmlns:a16="http://schemas.microsoft.com/office/drawing/2014/main" id="{217E15F9-B27B-4093-8A1C-8AF1B7B5CFE5}"/>
              </a:ext>
            </a:extLst>
          </p:cNvPr>
          <p:cNvSpPr>
            <a:spLocks xmlns:a="http://schemas.openxmlformats.org/drawingml/2006/main" noGrp="1"/>
          </p:cNvSpPr>
          <p:nvPr/>
        </p:nvSpPr>
        <p:spPr>
          <a:xfrm xmlns:a="http://schemas.openxmlformats.org/drawingml/2006/main">
            <a:off x="0" y="0"/>
            <a:ext cx="9144000" cy="1293812"/>
          </a:xfrm>
          <a:prstGeom xmlns:a="http://schemas.openxmlformats.org/drawingml/2006/main" prst="rect">
            <a:avLst/>
          </a:prstGeom>
          <a:solidFill xmlns:a="http://schemas.openxmlformats.org/drawingml/2006/main">
            <a:srgbClr val="FFEED9"/>
          </a:solidFill>
          <a:ln xmlns:a="http://schemas.openxmlformats.org/drawingml/2006/main" w="9525" cmpd="sng">
            <a:solidFill>
              <a:schemeClr val="lt1"/>
            </a:solidFill>
            <a:prstDash val="solid"/>
            <a:headEnd type="none" w="sm" len="sm"/>
            <a:tailEnd type="none" w="sm" len="sm"/>
          </a:ln>
          <a:effectLst xmlns:a="http://schemas.openxmlformats.org/drawingml/2006/main">
            <a:outerShdw blurRad="63500" dist="23000" dir="5400000">
              <a:srgbClr val="000000">
                <a:alpha val="34902"/>
              </a:srgbClr>
            </a:outerShdw>
          </a:effectLst>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algn="ctr">
              <a:defRPr sz="2100" b="1">
                <a:solidFill>
                  <a:srgbClr val="000000"/>
                </a:solidFill>
                <a:latin typeface="Times New Roman"/>
                <a:ea typeface="Times New Roman"/>
                <a:cs typeface="Times New Roman"/>
              </a:defRPr>
            </a:pPr>
            <a:r>
              <a:rPr sz="2100" b="1">
                <a:solidFill>
                  <a:srgbClr val="000000"/>
                </a:solidFill>
                <a:latin typeface="Times New Roman"/>
                <a:ea typeface="Times New Roman"/>
                <a:cs typeface="Times New Roman"/>
              </a:rPr>
              <a:t>KJEI’s, Trinity Academy of Engineering</a:t>
            </a:r>
          </a:p>
          <a:p xmlns:a="http://schemas.openxmlformats.org/drawingml/2006/main">
            <a:pPr algn="ctr">
              <a:defRPr sz="2100" b="1">
                <a:solidFill>
                  <a:srgbClr val="000000"/>
                </a:solidFill>
                <a:latin typeface="Times New Roman"/>
                <a:ea typeface="Times New Roman"/>
                <a:cs typeface="Times New Roman"/>
              </a:defRPr>
            </a:pPr>
            <a:r>
              <a:rPr sz="2100" b="1">
                <a:solidFill>
                  <a:srgbClr val="000000"/>
                </a:solidFill>
                <a:latin typeface="Times New Roman"/>
                <a:ea typeface="Times New Roman"/>
                <a:cs typeface="Times New Roman"/>
              </a:rPr>
              <a:t>Department of Electronics and</a:t>
            </a:r>
          </a:p>
          <a:p xmlns:a="http://schemas.openxmlformats.org/drawingml/2006/main">
            <a:pPr algn="ctr">
              <a:defRPr sz="2100" b="1">
                <a:solidFill>
                  <a:srgbClr val="000000"/>
                </a:solidFill>
                <a:latin typeface="Times New Roman"/>
                <a:ea typeface="Times New Roman"/>
                <a:cs typeface="Times New Roman"/>
              </a:defRPr>
            </a:pPr>
            <a:r>
              <a:rPr sz="2100" b="1">
                <a:solidFill>
                  <a:srgbClr val="000000"/>
                </a:solidFill>
                <a:latin typeface="Times New Roman"/>
                <a:ea typeface="Times New Roman"/>
                <a:cs typeface="Times New Roman"/>
              </a:rPr>
              <a:t>Telecommunication Engineering</a:t>
            </a:r>
          </a:p>
        </p:txBody>
      </p:sp>
      <p:sp>
        <p:nvSpPr>
          <p:cNvPr id="59" name="Google Shape;59;p1">
            <a:extLst xmlns:a="http://schemas.openxmlformats.org/drawingml/2006/main">
              <a:ext uri="{FF2B5EF4-FFF2-40B4-BE49-F238E27FC236}">
                <a16:creationId xmlns:a16="http://schemas.microsoft.com/office/drawing/2014/main" id="{11B71EAD-05C4-475D-8F42-605147331B54}"/>
              </a:ext>
            </a:extLst>
          </p:cNvPr>
          <p:cNvSpPr>
            <a:spLocks xmlns:a="http://schemas.openxmlformats.org/drawingml/2006/main" noGrp="1"/>
          </p:cNvSpPr>
          <p:nvPr/>
        </p:nvSpPr>
        <p:spPr>
          <a:xfrm xmlns:a="http://schemas.openxmlformats.org/drawingml/2006/main">
            <a:off x="190500" y="1438275"/>
            <a:ext cx="8763000" cy="933450"/>
          </a:xfrm>
          <a:prstGeom xmlns:a="http://schemas.openxmlformats.org/drawingml/2006/main" prst="rect">
            <a:avLst/>
          </a:prstGeom>
          <a:noFill xmlns:a="http://schemas.openxmlformats.org/drawingml/2006/main"/>
          <a:ln xmlns:a="http://schemas.openxmlformats.org/drawingml/2006/main">
            <a:noFill/>
          </a:ln>
          <a:effectLst xmlns:a="http://schemas.openxmlformats.org/drawingml/2006/main">
            <a:outerShdw blurRad="63500" dist="23000" dir="5400000">
              <a:srgbClr val="000000">
                <a:alpha val="34902"/>
              </a:srgbClr>
            </a:outerShdw>
          </a:effectLst>
        </p:spPr>
        <p:txBody>
          <a:bodyPr xmlns:a="http://schemas.openxmlformats.org/drawingml/2006/main" spcFirstLastPara="1" wrap="square" lIns="47625" tIns="38100" rIns="47625" bIns="38100" anchor="t">
            <a:noAutofit/>
          </a:bodyPr>
          <a:lstStyle xmlns:a="http://schemas.openxmlformats.org/drawingml/2006/main"/>
          <a:p xmlns:a="http://schemas.openxmlformats.org/drawingml/2006/main">
            <a:pPr marL="60325" marR="0" lvl="0" indent="0" algn="ctr">
              <a:spcBef>
                <a:spcPts val="0"/>
              </a:spcBef>
              <a:spcAft>
                <a:spcPts val="0"/>
              </a:spcAft>
              <a:buClr>
                <a:srgbClr val="9F5900"/>
              </a:buClr>
              <a:buSzPts val="3600"/>
              <a:buFont typeface="Times New Roman"/>
              <a:buNone/>
              <a:defRPr sz="2700" b="1">
                <a:solidFill>
                  <a:srgbClr val="AA5500"/>
                </a:solidFill>
                <a:latin typeface="Times New Roman"/>
                <a:ea typeface="Times New Roman"/>
                <a:cs typeface="Times New Roman"/>
              </a:defRPr>
            </a:pPr>
            <a:r>
              <a:rPr sz="2700" b="1" i="0" u="none" cap="none">
                <a:solidFill>
                  <a:srgbClr val="AA5500"/>
                </a:solidFill>
                <a:latin typeface="Times New Roman"/>
                <a:ea typeface="Times New Roman"/>
                <a:cs typeface="Times New Roman"/>
              </a:rPr>
              <a:t>Academic Year 2026–27  Semester I</a:t>
            </a:r>
          </a:p>
          <a:p xmlns:a="http://schemas.openxmlformats.org/drawingml/2006/main">
            <a:pPr marL="60325" marR="0" lvl="0" indent="0" algn="ctr">
              <a:spcBef>
                <a:spcPts val="0"/>
              </a:spcBef>
              <a:spcAft>
                <a:spcPts val="0"/>
              </a:spcAft>
              <a:buClr>
                <a:srgbClr val="9F5900"/>
              </a:buClr>
              <a:buSzPts val="3600"/>
              <a:buFont typeface="Times New Roman"/>
              <a:buNone/>
              <a:defRPr sz="2700" b="1">
                <a:solidFill>
                  <a:srgbClr val="AA5500"/>
                </a:solidFill>
                <a:latin typeface="Times New Roman"/>
                <a:ea typeface="Times New Roman"/>
                <a:cs typeface="Times New Roman"/>
              </a:defRPr>
            </a:pPr>
            <a:r>
              <a:rPr sz="2700" b="1">
                <a:solidFill>
                  <a:srgbClr val="AA5500"/>
                </a:solidFill>
                <a:latin typeface="Times New Roman"/>
                <a:ea typeface="Times New Roman"/>
                <a:cs typeface="Times New Roman"/>
              </a:rPr>
              <a:t>Project Review 3</a:t>
            </a:r>
            <a:endParaRPr sz="3600" b="1" i="0" u="none" cap="none">
              <a:solidFill>
                <a:srgbClr val="9F5900"/>
              </a:solidFill>
              <a:latin typeface="Times New Roman"/>
              <a:ea typeface="Times New Roman"/>
              <a:cs typeface="Times New Roman"/>
            </a:endParaRPr>
          </a:p>
        </p:txBody>
      </p:sp>
      <p:sp>
        <p:nvSpPr>
          <p:cNvPr id="60" name="Google Shape;60;p1">
            <a:extLst xmlns:a="http://schemas.openxmlformats.org/drawingml/2006/main">
              <a:ext uri="{FF2B5EF4-FFF2-40B4-BE49-F238E27FC236}">
                <a16:creationId xmlns:a16="http://schemas.microsoft.com/office/drawing/2014/main" id="{3908B0E1-532D-4DD0-9358-3E8B37F247FC}"/>
              </a:ext>
            </a:extLst>
          </p:cNvPr>
          <p:cNvSpPr>
            <a:spLocks xmlns:a="http://schemas.openxmlformats.org/drawingml/2006/main" noGrp="1"/>
          </p:cNvSpPr>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595959"/>
              </a:buClr>
              <a:buSzPts val="1000"/>
              <a:buFont typeface="Arial"/>
              <a:buNone/>
              <a:defRPr sz="975" b="0">
                <a:solidFill>
                  <a:srgbClr val="595959"/>
                </a:solidFill>
                <a:latin typeface="Arial"/>
                <a:ea typeface="Arial"/>
                <a:cs typeface="Arial"/>
              </a:defRPr>
            </a:pPr>
            <a:fld id="{AD75FED6-38D0-DE9C-92C0-6E7FA635581C}" type="slidenum">
              <a:rPr sz="975" b="0" i="0" u="none">
                <a:solidFill>
                  <a:srgbClr val="595959"/>
                </a:solidFill>
                <a:latin typeface="Arial"/>
                <a:ea typeface="Arial"/>
                <a:cs typeface="Arial"/>
              </a:rPr>
              <a:t>1</a:t>
            </a:fld>
            <a:endParaRPr/>
          </a:p>
        </p:txBody>
      </p:sp>
      <p:sp>
        <p:nvSpPr>
          <p:cNvPr id="61" name="Google Shape;61;p1">
            <a:extLst xmlns:a="http://schemas.openxmlformats.org/drawingml/2006/main">
              <a:ext uri="{FF2B5EF4-FFF2-40B4-BE49-F238E27FC236}">
                <a16:creationId xmlns:a16="http://schemas.microsoft.com/office/drawing/2014/main" id="{A1FD0763-03D3-4EBA-9B89-80CF78E810D8}"/>
              </a:ext>
            </a:extLst>
          </p:cNvPr>
          <p:cNvSpPr>
            <a:spLocks xmlns:a="http://schemas.openxmlformats.org/drawingml/2006/main" noGrp="1"/>
          </p:cNvSpPr>
          <p:nvPr/>
        </p:nvSpPr>
        <p:spPr>
          <a:xfrm xmlns:a="http://schemas.openxmlformats.org/drawingml/2006/main">
            <a:off x="552450" y="4362450"/>
            <a:ext cx="4857750" cy="21945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7625" tIns="38100" rIns="47625" bIns="38100" anchor="t">
            <a:noAutofit/>
          </a:bodyPr>
          <a:lstStyle xmlns:a="http://schemas.openxmlformats.org/drawingml/2006/main"/>
          <a:p xmlns:a="http://schemas.openxmlformats.org/drawingml/2006/main">
            <a:pPr marL="0" marR="0" lvl="2" indent="0" algn="l">
              <a:lnSpc>
                <a:spcPct val="150000"/>
              </a:lnSpc>
              <a:spcBef>
                <a:spcPts val="0"/>
              </a:spcBef>
              <a:spcAft>
                <a:spcPts val="0"/>
              </a:spcAft>
              <a:buClr>
                <a:schemeClr val="dk1"/>
              </a:buClr>
              <a:buSzPts val="2800"/>
              <a:buFont typeface="Times New Roman"/>
              <a:buNone/>
              <a:defRPr sz="2025" b="0">
                <a:solidFill>
                  <a:srgbClr val="000000"/>
                </a:solidFill>
                <a:latin typeface="Times New Roman"/>
                <a:ea typeface="Times New Roman"/>
                <a:cs typeface="Times New Roman"/>
              </a:defRPr>
            </a:pPr>
            <a:r>
              <a:rPr sz="2025" b="0" i="0" u="none" cap="none">
                <a:solidFill>
                  <a:srgbClr val="000000"/>
                </a:solidFill>
                <a:latin typeface="Times New Roman"/>
                <a:ea typeface="Times New Roman"/>
                <a:cs typeface="Times New Roman"/>
              </a:rPr>
              <a:t>Name of Students</a:t>
            </a:r>
            <a:endParaRPr/>
          </a:p>
          <a:p xmlns:a="http://schemas.openxmlformats.org/drawingml/2006/main">
            <a:pPr marL="0" marR="0" lvl="2" indent="0" algn="l">
              <a:lnSpc>
                <a:spcPct val="100000"/>
              </a:lnSpc>
              <a:spcBef>
                <a:spcPts val="0"/>
              </a:spcBef>
              <a:spcAft>
                <a:spcPts val="0"/>
              </a:spcAft>
              <a:buClr>
                <a:schemeClr val="dk1"/>
              </a:buClr>
              <a:buSzPts val="2400"/>
              <a:buFont typeface="Times New Roman"/>
              <a:buNone/>
              <a:defRPr sz="2025" b="0">
                <a:solidFill>
                  <a:srgbClr val="000000"/>
                </a:solidFill>
                <a:latin typeface="Times New Roman"/>
                <a:ea typeface="Times New Roman"/>
                <a:cs typeface="Times New Roman"/>
              </a:defRPr>
            </a:pPr>
            <a:r>
              <a:rPr sz="2025" b="0" i="0" u="none" cap="none">
                <a:solidFill>
                  <a:srgbClr val="000000"/>
                </a:solidFill>
                <a:latin typeface="Times New Roman"/>
                <a:ea typeface="Times New Roman"/>
                <a:cs typeface="Times New Roman"/>
              </a:rPr>
              <a:t>Dhanesh Chaudhari (4114)</a:t>
            </a:r>
            <a:endParaRPr/>
          </a:p>
          <a:p xmlns:a="http://schemas.openxmlformats.org/drawingml/2006/main">
            <a:pPr marL="0" marR="0" lvl="2" indent="0" algn="l">
              <a:lnSpc>
                <a:spcPct val="100000"/>
              </a:lnSpc>
              <a:spcBef>
                <a:spcPts val="0"/>
              </a:spcBef>
              <a:spcAft>
                <a:spcPts val="0"/>
              </a:spcAft>
              <a:buClr>
                <a:schemeClr val="dk1"/>
              </a:buClr>
              <a:buSzPts val="2400"/>
              <a:buFont typeface="Times New Roman"/>
              <a:buNone/>
              <a:defRPr sz="2025" b="0">
                <a:solidFill>
                  <a:srgbClr val="000000"/>
                </a:solidFill>
                <a:latin typeface="Times New Roman"/>
                <a:ea typeface="Times New Roman"/>
                <a:cs typeface="Times New Roman"/>
              </a:defRPr>
            </a:pPr>
            <a:r>
              <a:rPr sz="2025" b="0" i="0" u="none" cap="none">
                <a:solidFill>
                  <a:srgbClr val="000000"/>
                </a:solidFill>
                <a:latin typeface="Times New Roman"/>
                <a:ea typeface="Times New Roman"/>
                <a:cs typeface="Times New Roman"/>
              </a:rPr>
              <a:t>Yash Ahire (4101)</a:t>
            </a:r>
            <a:endParaRPr/>
          </a:p>
          <a:p xmlns:a="http://schemas.openxmlformats.org/drawingml/2006/main">
            <a:pPr marL="0" marR="0" lvl="2" indent="0" algn="l">
              <a:lnSpc>
                <a:spcPct val="100000"/>
              </a:lnSpc>
              <a:spcBef>
                <a:spcPts val="0"/>
              </a:spcBef>
              <a:spcAft>
                <a:spcPts val="0"/>
              </a:spcAft>
              <a:buClr>
                <a:schemeClr val="dk1"/>
              </a:buClr>
              <a:buSzPts val="2400"/>
              <a:buFont typeface="Times New Roman"/>
              <a:buNone/>
              <a:defRPr sz="2025" b="0">
                <a:solidFill>
                  <a:srgbClr val="000000"/>
                </a:solidFill>
                <a:latin typeface="Times New Roman"/>
                <a:ea typeface="Times New Roman"/>
                <a:cs typeface="Times New Roman"/>
              </a:defRPr>
            </a:pPr>
            <a:r>
              <a:rPr sz="2025" b="0" i="0" u="none" cap="none">
                <a:solidFill>
                  <a:srgbClr val="000000"/>
                </a:solidFill>
                <a:latin typeface="Times New Roman"/>
                <a:ea typeface="Times New Roman"/>
                <a:cs typeface="Times New Roman"/>
              </a:rPr>
              <a:t>Mrudula Pagar (____)</a:t>
            </a:r>
            <a:endParaRPr/>
          </a:p>
          <a:p xmlns:a="http://schemas.openxmlformats.org/drawingml/2006/main">
            <a:pPr marL="0" marR="0" lvl="2" indent="0" algn="l">
              <a:lnSpc>
                <a:spcPct val="100000"/>
              </a:lnSpc>
              <a:spcBef>
                <a:spcPts val="0"/>
              </a:spcBef>
              <a:spcAft>
                <a:spcPts val="0"/>
              </a:spcAft>
              <a:buClr>
                <a:schemeClr val="dk1"/>
              </a:buClr>
              <a:buSzPts val="2400"/>
              <a:buFont typeface="Times New Roman"/>
              <a:buNone/>
              <a:defRPr sz="2025" b="0">
                <a:solidFill>
                  <a:srgbClr val="000000"/>
                </a:solidFill>
                <a:latin typeface="Times New Roman"/>
                <a:ea typeface="Times New Roman"/>
                <a:cs typeface="Times New Roman"/>
              </a:defRPr>
            </a:pPr>
            <a:r>
              <a:rPr sz="2025" b="0" i="0" u="none" cap="none">
                <a:solidFill>
                  <a:srgbClr val="000000"/>
                </a:solidFill>
                <a:latin typeface="Times New Roman"/>
                <a:ea typeface="Times New Roman"/>
                <a:cs typeface="Times New Roman"/>
              </a:rPr>
              <a:t>Ujjwal Kshirsagar (____)</a:t>
            </a:r>
            <a:endParaRPr/>
          </a:p>
        </p:txBody>
      </p:sp>
      <p:sp>
        <p:nvSpPr>
          <p:cNvPr id="63" name="Google Shape;63;p1">
            <a:extLst xmlns:a="http://schemas.openxmlformats.org/drawingml/2006/main">
              <a:ext uri="{FF2B5EF4-FFF2-40B4-BE49-F238E27FC236}">
                <a16:creationId xmlns:a16="http://schemas.microsoft.com/office/drawing/2014/main" id="{F6286B5F-7E03-4A6A-BACF-D1A8B8BAC78C}"/>
              </a:ext>
            </a:extLst>
          </p:cNvPr>
          <p:cNvSpPr>
            <a:spLocks xmlns:a="http://schemas.openxmlformats.org/drawingml/2006/main" noGrp="1"/>
          </p:cNvSpPr>
          <p:nvPr/>
        </p:nvSpPr>
        <p:spPr>
          <a:xfrm xmlns:a="http://schemas.openxmlformats.org/drawingml/2006/main">
            <a:off x="7678737" y="265112"/>
            <a:ext cx="1343032" cy="763581"/>
          </a:xfrm>
          <a:custGeom xmlns:a="http://schemas.openxmlformats.org/drawingml/2006/main">
            <a:rect l="l" t="t" r="r" b="b"/>
            <a:pathLst>
              <a:path w="2354453" h="1591818">
                <a:moveTo>
                  <a:pt x="0" y="0"/>
                </a:moveTo>
                <a:lnTo>
                  <a:pt x="2354453" y="0"/>
                </a:lnTo>
                <a:lnTo>
                  <a:pt x="2354453" y="1591818"/>
                </a:lnTo>
                <a:lnTo>
                  <a:pt x="0" y="1591818"/>
                </a:lnTo>
                <a:lnTo>
                  <a:pt x="0" y="0"/>
                </a:lnTo>
                <a:close/>
              </a:path>
            </a:pathLst>
          </a:custGeom>
          <a:blipFill xmlns:a="http://schemas.openxmlformats.org/drawingml/2006/main" rotWithShape="1">
            <a:blip xmlns:r="http://schemas.openxmlformats.org/officeDocument/2006/relationships" r:embed="R07dbf36c07df4d15">
              <a:alphaModFix/>
            </a:blip>
            <a:stretch>
              <a:fillRect l="0" t="-4120" r="0" b="-4121"/>
            </a:stretch>
          </a:blipFill>
          <a:ln xmlns:a="http://schemas.openxmlformats.org/drawingml/2006/main">
            <a:noFill/>
          </a:ln>
        </p:spPr>
      </p:sp>
      <p:sp>
        <p:nvSpPr>
          <p:cNvPr id="64" name="Google Shape;64;p1">
            <a:extLst xmlns:a="http://schemas.openxmlformats.org/drawingml/2006/main">
              <a:ext uri="{FF2B5EF4-FFF2-40B4-BE49-F238E27FC236}">
                <a16:creationId xmlns:a16="http://schemas.microsoft.com/office/drawing/2014/main" id="{CDE922C4-AA11-43D1-A28B-B0BDB387A5B3}"/>
              </a:ext>
            </a:extLst>
          </p:cNvPr>
          <p:cNvSpPr>
            <a:spLocks xmlns:a="http://schemas.openxmlformats.org/drawingml/2006/main" noGrp="1"/>
          </p:cNvSpPr>
          <p:nvPr/>
        </p:nvSpPr>
        <p:spPr>
          <a:xfrm xmlns:a="http://schemas.openxmlformats.org/drawingml/2006/main">
            <a:off x="136525" y="117475"/>
            <a:ext cx="841375" cy="1163637"/>
          </a:xfrm>
          <a:custGeom xmlns:a="http://schemas.openxmlformats.org/drawingml/2006/main">
            <a:rect l="l" t="t" r="r" b="b"/>
            <a:pathLst>
              <a:path w="1288321" h="1683367">
                <a:moveTo>
                  <a:pt x="0" y="0"/>
                </a:moveTo>
                <a:lnTo>
                  <a:pt x="1288322" y="0"/>
                </a:lnTo>
                <a:lnTo>
                  <a:pt x="1288322" y="1683367"/>
                </a:lnTo>
                <a:lnTo>
                  <a:pt x="0" y="1683367"/>
                </a:lnTo>
                <a:lnTo>
                  <a:pt x="0" y="0"/>
                </a:lnTo>
                <a:close/>
              </a:path>
            </a:pathLst>
          </a:custGeom>
          <a:blipFill xmlns:a="http://schemas.openxmlformats.org/drawingml/2006/main" rotWithShape="1">
            <a:blip xmlns:r="http://schemas.openxmlformats.org/officeDocument/2006/relationships" r:embed="Ra13477e48cdb4241">
              <a:alphaModFix/>
            </a:blip>
            <a:stretch>
              <a:fillRect l="0" t="0" r="0" b="0"/>
            </a:stretch>
          </a:blip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None/>
            </a:pPr>
            <a:endParaRPr sz="1400" b="0" i="0" u="none">
              <a:solidFill>
                <a:srgbClr val="000000"/>
              </a:solidFill>
              <a:latin typeface="Arial"/>
              <a:ea typeface="Arial"/>
              <a:cs typeface="Arial"/>
            </a:endParaRPr>
          </a:p>
        </p:txBody>
      </p:sp>
      <p:sp>
        <p:nvSpPr>
          <p:cNvPr id="65" name="Google Shape;65;p1">
            <a:extLst xmlns:a="http://schemas.openxmlformats.org/drawingml/2006/main">
              <a:ext uri="{FF2B5EF4-FFF2-40B4-BE49-F238E27FC236}">
                <a16:creationId xmlns:a16="http://schemas.microsoft.com/office/drawing/2014/main" id="{F27CF449-21D3-4F8F-9E6C-5A81DCF7D8D5}"/>
              </a:ext>
            </a:extLst>
          </p:cNvPr>
          <p:cNvSpPr>
            <a:spLocks xmlns:a="http://schemas.openxmlformats.org/drawingml/2006/main" noGrp="1"/>
          </p:cNvSpPr>
          <p:nvPr/>
        </p:nvSpPr>
        <p:spPr>
          <a:xfrm xmlns:a="http://schemas.openxmlformats.org/drawingml/2006/main">
            <a:off x="2333625" y="3695700"/>
            <a:ext cx="4476750" cy="64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7625" tIns="38100" rIns="47625" bIns="38100" anchor="t">
            <a:noAutofit/>
          </a:bodyPr>
          <a:lstStyle xmlns:a="http://schemas.openxmlformats.org/drawingml/2006/main"/>
          <a:p xmlns:a="http://schemas.openxmlformats.org/drawingml/2006/main">
            <a:pPr marL="60325" marR="0" lvl="0" indent="0" algn="ctr">
              <a:lnSpc>
                <a:spcPct val="150000"/>
              </a:lnSpc>
              <a:spcBef>
                <a:spcPts val="0"/>
              </a:spcBef>
              <a:spcAft>
                <a:spcPts val="0"/>
              </a:spcAft>
              <a:buClr>
                <a:srgbClr val="C00000"/>
              </a:buClr>
              <a:buSzPts val="2400"/>
              <a:buFont typeface="Times New Roman"/>
              <a:buNone/>
              <a:defRPr sz="2100" b="1">
                <a:solidFill>
                  <a:srgbClr val="B00000"/>
                </a:solidFill>
                <a:latin typeface="Times New Roman"/>
                <a:ea typeface="Times New Roman"/>
                <a:cs typeface="Times New Roman"/>
              </a:defRPr>
            </a:pPr>
            <a:r>
              <a:rPr sz="2100" b="1" i="0" u="none">
                <a:solidFill>
                  <a:srgbClr val="B00000"/>
                </a:solidFill>
                <a:latin typeface="Times New Roman"/>
                <a:ea typeface="Times New Roman"/>
                <a:cs typeface="Times New Roman"/>
              </a:rPr>
              <a:t>Date: 3 October 2026</a:t>
            </a:r>
            <a:endParaRPr/>
          </a:p>
        </p:txBody>
      </p:sp>
      <p:sp>
        <p:nvSpPr>
          <p:cNvPr id="10" name="Google Shape;59;p1">
            <a:extLst xmlns:a="http://schemas.openxmlformats.org/drawingml/2006/main">
              <a:ext uri="{FF2B5EF4-FFF2-40B4-BE49-F238E27FC236}">
                <a16:creationId xmlns:a16="http://schemas.microsoft.com/office/drawing/2014/main" id="{F9B3BC0D-86F5-4F0F-8296-0CE4859069C0}"/>
              </a:ext>
            </a:extLst>
          </p:cNvPr>
          <p:cNvSpPr>
            <a:spLocks xmlns:a="http://schemas.openxmlformats.org/drawingml/2006/main" noGrp="1"/>
          </p:cNvSpPr>
          <p:nvPr/>
        </p:nvSpPr>
        <p:spPr>
          <a:xfrm xmlns:a="http://schemas.openxmlformats.org/drawingml/2006/main">
            <a:off x="285750" y="2571750"/>
            <a:ext cx="8572500" cy="1066800"/>
          </a:xfrm>
          <a:prstGeom xmlns:a="http://schemas.openxmlformats.org/drawingml/2006/main" prst="rect">
            <a:avLst/>
          </a:prstGeom>
          <a:noFill xmlns:a="http://schemas.openxmlformats.org/drawingml/2006/main"/>
          <a:ln xmlns:a="http://schemas.openxmlformats.org/drawingml/2006/main">
            <a:noFill/>
          </a:ln>
          <a:effectLst xmlns:a="http://schemas.openxmlformats.org/drawingml/2006/main">
            <a:outerShdw blurRad="63500" dist="23000" dir="5400000">
              <a:srgbClr val="000000">
                <a:alpha val="34902"/>
              </a:srgbClr>
            </a:outerShdw>
          </a:effectLst>
        </p:spPr>
        <p:txBody>
          <a:bodyPr xmlns:a="http://schemas.openxmlformats.org/drawingml/2006/main" spcFirstLastPara="1" wrap="square" lIns="47625" tIns="38100" rIns="47625" bIns="38100" anchor="t">
            <a:noAutofit/>
          </a:bodyPr>
          <a:lstStyle xmlns:a="http://schemas.openxmlformats.org/drawingml/2006/main"/>
          <a:p xmlns:a="http://schemas.openxmlformats.org/drawingml/2006/main">
            <a:pPr marL="60325" marR="0" lvl="0" indent="0" algn="ctr">
              <a:lnSpc>
                <a:spcPct val="100000"/>
              </a:lnSpc>
              <a:spcBef>
                <a:spcPts val="0"/>
              </a:spcBef>
              <a:spcAft>
                <a:spcPts val="0"/>
              </a:spcAft>
              <a:buClr>
                <a:srgbClr val="7030A0"/>
              </a:buClr>
              <a:buSzPts val="3200"/>
              <a:buFont typeface="Times New Roman"/>
              <a:buNone/>
              <a:defRPr sz="2475" b="1">
                <a:solidFill>
                  <a:srgbClr val="7030A0"/>
                </a:solidFill>
                <a:latin typeface="Times New Roman"/>
                <a:ea typeface="Times New Roman"/>
                <a:cs typeface="Times New Roman"/>
              </a:defRPr>
            </a:pPr>
            <a:r>
              <a:rPr sz="2475" b="1" i="0" u="none" cap="none">
                <a:solidFill>
                  <a:srgbClr val="7030A0"/>
                </a:solidFill>
                <a:latin typeface="Times New Roman"/>
                <a:ea typeface="Times New Roman"/>
                <a:cs typeface="Times New Roman"/>
              </a:rPr>
              <a:t>WattSense</a:t>
            </a:r>
            <a:endParaRPr sz="3200" b="1" i="0" u="none">
              <a:solidFill>
                <a:srgbClr val="7030A0"/>
              </a:solidFill>
              <a:latin typeface="Times New Roman"/>
              <a:ea typeface="Times New Roman"/>
              <a:cs typeface="Times New Roman"/>
            </a:endParaRPr>
          </a:p>
          <a:p xmlns:a="http://schemas.openxmlformats.org/drawingml/2006/main">
            <a:pPr marL="60325" marR="0" lvl="0" indent="0" algn="ctr">
              <a:lnSpc>
                <a:spcPct val="100000"/>
              </a:lnSpc>
              <a:spcBef>
                <a:spcPts val="0"/>
              </a:spcBef>
              <a:spcAft>
                <a:spcPts val="0"/>
              </a:spcAft>
              <a:buClr>
                <a:srgbClr val="7030A0"/>
              </a:buClr>
              <a:buSzPts val="3200"/>
              <a:buFont typeface="Times New Roman"/>
              <a:buNone/>
              <a:defRPr sz="2475" b="1">
                <a:solidFill>
                  <a:srgbClr val="7030A0"/>
                </a:solidFill>
                <a:latin typeface="Times New Roman"/>
                <a:ea typeface="Times New Roman"/>
                <a:cs typeface="Times New Roman"/>
              </a:defRPr>
            </a:pPr>
            <a:r>
              <a:rPr sz="2475" b="1" i="0" u="none" cap="none">
                <a:solidFill>
                  <a:srgbClr val="7030A0"/>
                </a:solidFill>
                <a:latin typeface="Times New Roman"/>
                <a:ea typeface="Times New Roman"/>
                <a:cs typeface="Times New Roman"/>
              </a:rPr>
              <a:t>Energy Signature Analysis and Battery Runtime Estimation</a:t>
            </a:r>
            <a:endParaRPr sz="3200" b="1" i="0" u="none">
              <a:solidFill>
                <a:srgbClr val="7030A0"/>
              </a:solidFill>
              <a:latin typeface="Times New Roman"/>
              <a:ea typeface="Times New Roman"/>
              <a:cs typeface="Times New Roman"/>
            </a:endParaRPr>
          </a:p>
        </p:txBody>
      </p:sp>
      <p:sp>
        <p:nvSpPr>
          <p:cNvPr id="66" name="Guide and group">
            <a:extLst xmlns:a="http://schemas.openxmlformats.org/drawingml/2006/main">
              <a:ext uri="{FF2B5EF4-FFF2-40B4-BE49-F238E27FC236}">
                <a16:creationId xmlns:a16="http://schemas.microsoft.com/office/drawing/2014/main" id="{4CACEAC9-2FFC-4108-ADA0-71ACD46960F9}"/>
              </a:ext>
            </a:extLst>
          </p:cNvPr>
          <p:cNvSpPr>
            <a:spLocks xmlns:a="http://schemas.openxmlformats.org/drawingml/2006/main" noGrp="1"/>
          </p:cNvSpPr>
          <p:nvPr/>
        </p:nvSpPr>
        <p:spPr>
          <a:xfrm xmlns:a="http://schemas.openxmlformats.org/drawingml/2006/main">
            <a:off x="5572125" y="4514850"/>
            <a:ext cx="30480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ctr">
              <a:defRPr sz="2100" b="0">
                <a:solidFill>
                  <a:srgbClr val="000000"/>
                </a:solidFill>
                <a:latin typeface="Times New Roman"/>
                <a:ea typeface="Times New Roman"/>
                <a:cs typeface="Times New Roman"/>
              </a:defRPr>
            </a:pPr>
            <a:r>
              <a:rPr sz="2100" b="0">
                <a:solidFill>
                  <a:srgbClr val="000000"/>
                </a:solidFill>
                <a:latin typeface="Times New Roman"/>
                <a:ea typeface="Times New Roman"/>
                <a:cs typeface="Times New Roman"/>
              </a:rPr>
              <a:t>Under the guidance of</a:t>
            </a:r>
          </a:p>
          <a:p xmlns:a="http://schemas.openxmlformats.org/drawingml/2006/main">
            <a:pPr algn="ctr">
              <a:defRPr sz="2100" b="0">
                <a:solidFill>
                  <a:srgbClr val="000000"/>
                </a:solidFill>
                <a:latin typeface="Times New Roman"/>
                <a:ea typeface="Times New Roman"/>
                <a:cs typeface="Times New Roman"/>
              </a:defRPr>
            </a:pPr>
            <a:r>
              <a:rPr sz="2100" b="0">
                <a:solidFill>
                  <a:srgbClr val="000000"/>
                </a:solidFill>
                <a:latin typeface="Times New Roman"/>
                <a:ea typeface="Times New Roman"/>
                <a:cs typeface="Times New Roman"/>
              </a:rPr>
              <a:t>Mahesh Sapte</a:t>
            </a:r>
          </a:p>
          <a:p xmlns:a="http://schemas.openxmlformats.org/drawingml/2006/main">
            <a:r>
              <a:t/>
            </a:r>
          </a:p>
          <a:p xmlns:a="http://schemas.openxmlformats.org/drawingml/2006/main">
            <a:pPr algn="ctr">
              <a:defRPr sz="2100" b="0">
                <a:solidFill>
                  <a:srgbClr val="000000"/>
                </a:solidFill>
                <a:latin typeface="Times New Roman"/>
                <a:ea typeface="Times New Roman"/>
                <a:cs typeface="Times New Roman"/>
              </a:defRPr>
            </a:pPr>
            <a:r>
              <a:rPr sz="2100" b="0">
                <a:solidFill>
                  <a:srgbClr val="000000"/>
                </a:solidFill>
                <a:latin typeface="Times New Roman"/>
                <a:ea typeface="Times New Roman"/>
                <a:cs typeface="Times New Roman"/>
              </a:rPr>
              <a:t>Group 7</a:t>
            </a:r>
          </a:p>
        </p:txBody>
      </p:sp>
    </p:spTree>
    <p:extLst>
      <p:ext uri="{BB962C8B-B14F-4D97-AF65-F5344CB8AC3E}">
        <p14:creationId xmlns:p14="http://schemas.microsoft.com/office/powerpoint/2010/main" val="739218718"/>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70" name="Google Shape;70;p2">
            <a:extLst xmlns:a="http://schemas.openxmlformats.org/drawingml/2006/main">
              <a:ext uri="{FF2B5EF4-FFF2-40B4-BE49-F238E27FC236}">
                <a16:creationId xmlns:a16="http://schemas.microsoft.com/office/drawing/2014/main" id="{EA4B0F39-ED2E-49AC-82C5-BB97DBFD48C9}"/>
              </a:ext>
            </a:extLst>
          </p:cNvPr>
          <p:cNvSpPr>
            <a:spLocks xmlns:a="http://schemas.openxmlformats.org/drawingml/2006/main" noGrp="1"/>
          </p:cNvSpPr>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595959"/>
              </a:buClr>
              <a:buSzPts val="1000"/>
              <a:buFont typeface="Arial"/>
              <a:buNone/>
              <a:defRPr sz="975" b="0">
                <a:solidFill>
                  <a:srgbClr val="595959"/>
                </a:solidFill>
                <a:latin typeface="Arial"/>
                <a:ea typeface="Arial"/>
                <a:cs typeface="Arial"/>
              </a:defRPr>
            </a:pPr>
            <a:fld id="{E2598689-54C9-18A7-3A19-ED76AA08988F}" type="slidenum">
              <a:rPr sz="975" b="0" i="0" u="none">
                <a:solidFill>
                  <a:srgbClr val="595959"/>
                </a:solidFill>
                <a:latin typeface="Arial"/>
                <a:ea typeface="Arial"/>
                <a:cs typeface="Arial"/>
              </a:rPr>
              <a:t>2</a:t>
            </a:fld>
            <a:endParaRPr/>
          </a:p>
        </p:txBody>
      </p:sp>
      <p:sp>
        <p:nvSpPr>
          <p:cNvPr id="71" name="Google Shape;71;p2">
            <a:extLst xmlns:a="http://schemas.openxmlformats.org/drawingml/2006/main">
              <a:ext uri="{FF2B5EF4-FFF2-40B4-BE49-F238E27FC236}">
                <a16:creationId xmlns:a16="http://schemas.microsoft.com/office/drawing/2014/main" id="{8BB2C4F1-BBF5-4AAC-8028-F3A9089EE534}"/>
              </a:ext>
            </a:extLst>
          </p:cNvPr>
          <p:cNvSpPr>
            <a:spLocks xmlns:a="http://schemas.openxmlformats.org/drawingml/2006/main" noGrp="1"/>
          </p:cNvSpPr>
          <p:nvPr/>
        </p:nvSpPr>
        <p:spPr>
          <a:xfrm xmlns:a="http://schemas.openxmlformats.org/drawingml/2006/main">
            <a:off x="1371600" y="209550"/>
            <a:ext cx="6429375" cy="571500"/>
          </a:xfrm>
          <a:prstGeom xmlns:a="http://schemas.openxmlformats.org/drawingml/2006/main" prst="rect">
            <a:avLst/>
          </a:prstGeom>
          <a:solidFill xmlns:a="http://schemas.openxmlformats.org/drawingml/2006/main">
            <a:srgbClr val="FFEED9"/>
          </a:solidFill>
          <a:ln xmlns:a="http://schemas.openxmlformats.org/drawingml/2006/main" w="9525" cmpd="sng">
            <a:solidFill>
              <a:schemeClr val="dk1"/>
            </a:solidFill>
            <a:prstDash val="solid"/>
            <a:headEnd type="none" w="sm" len="sm"/>
            <a:tailEnd type="none" w="sm" len="sm"/>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257175" lvl="0" indent="-257175" algn="ctr">
              <a:buClr>
                <a:schemeClr val="dk1"/>
              </a:buClr>
              <a:buSzPts val="2800"/>
              <a:buNone/>
              <a:defRPr sz="2550" b="1">
                <a:solidFill>
                  <a:srgbClr val="000000"/>
                </a:solidFill>
                <a:latin typeface="Times New Roman"/>
                <a:ea typeface="Times New Roman"/>
                <a:cs typeface="Times New Roman"/>
              </a:defRPr>
            </a:pPr>
            <a:r>
              <a:rPr sz="2550" b="1">
                <a:solidFill>
                  <a:srgbClr val="000000"/>
                </a:solidFill>
                <a:latin typeface="Times New Roman"/>
                <a:ea typeface="Times New Roman"/>
                <a:cs typeface="Times New Roman"/>
              </a:rPr>
              <a:t>Introduction and Topic Overview</a:t>
            </a:r>
            <a:endParaRPr/>
          </a:p>
        </p:txBody>
      </p:sp>
      <p:sp>
        <p:nvSpPr>
          <p:cNvPr id="72" name="Signature definition">
            <a:extLst xmlns:a="http://schemas.openxmlformats.org/drawingml/2006/main">
              <a:ext uri="{FF2B5EF4-FFF2-40B4-BE49-F238E27FC236}">
                <a16:creationId xmlns:a16="http://schemas.microsoft.com/office/drawing/2014/main" id="{78095421-50F8-4176-A6BE-953C3D3886F7}"/>
              </a:ext>
            </a:extLst>
          </p:cNvPr>
          <p:cNvSpPr>
            <a:spLocks xmlns:a="http://schemas.openxmlformats.org/drawingml/2006/main" noGrp="1"/>
          </p:cNvSpPr>
          <p:nvPr/>
        </p:nvSpPr>
        <p:spPr>
          <a:xfrm xmlns:a="http://schemas.openxmlformats.org/drawingml/2006/main">
            <a:off x="762000" y="1219200"/>
            <a:ext cx="76771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defRPr sz="2325" b="1">
                <a:solidFill>
                  <a:srgbClr val="7030A0"/>
                </a:solidFill>
                <a:latin typeface="Times New Roman"/>
                <a:ea typeface="Times New Roman"/>
                <a:cs typeface="Times New Roman"/>
              </a:defRPr>
            </a:pPr>
            <a:r>
              <a:rPr sz="2325" b="1">
                <a:solidFill>
                  <a:srgbClr val="7030A0"/>
                </a:solidFill>
                <a:latin typeface="Times New Roman"/>
                <a:ea typeface="Times New Roman"/>
                <a:cs typeface="Times New Roman"/>
              </a:rPr>
              <a:t>An energy signature is a load’s measured current and power pattern over time.</a:t>
            </a:r>
          </a:p>
        </p:txBody>
      </p:sp>
      <p:sp>
        <p:nvSpPr>
          <p:cNvPr id="73" name="Project motivation">
            <a:extLst xmlns:a="http://schemas.openxmlformats.org/drawingml/2006/main">
              <a:ext uri="{FF2B5EF4-FFF2-40B4-BE49-F238E27FC236}">
                <a16:creationId xmlns:a16="http://schemas.microsoft.com/office/drawing/2014/main" id="{5A9261EB-FE4F-49D3-8E7B-F134A6BA5583}"/>
              </a:ext>
            </a:extLst>
          </p:cNvPr>
          <p:cNvSpPr>
            <a:spLocks xmlns:a="http://schemas.openxmlformats.org/drawingml/2006/main" noGrp="1"/>
          </p:cNvSpPr>
          <p:nvPr/>
        </p:nvSpPr>
        <p:spPr>
          <a:xfrm xmlns:a="http://schemas.openxmlformats.org/drawingml/2006/main">
            <a:off x="895350" y="2371725"/>
            <a:ext cx="7439025"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38100" rIns="38100" bIns="38100" anchor="t">
            <a:noAutofit/>
          </a:bodyPr>
          <a:lstStyle xmlns:a="http://schemas.openxmlformats.org/drawingml/2006/main"/>
          <a:p xmlns:a="http://schemas.openxmlformats.org/drawingml/2006/main">
            <a:pPr marL="304800" indent="-203200" algn="l">
              <a:spcAft>
                <a:spcPts val="1200"/>
              </a:spcAft>
              <a:buChar char="•"/>
              <a:defRPr sz="2175" b="0">
                <a:solidFill>
                  <a:srgbClr val="000000"/>
                </a:solidFill>
                <a:latin typeface="Times New Roman"/>
                <a:ea typeface="Times New Roman"/>
                <a:cs typeface="Times New Roman"/>
              </a:defRPr>
            </a:pPr>
            <a:r>
              <a:rPr sz="2175" b="0">
                <a:solidFill>
                  <a:srgbClr val="000000"/>
                </a:solidFill>
                <a:latin typeface="Times New Roman"/>
                <a:ea typeface="Times New Roman"/>
                <a:cs typeface="Times New Roman"/>
              </a:rPr>
              <a:t>Battery percentage alone does not explain how device use changes backup time.</a:t>
            </a:r>
          </a:p>
          <a:p xmlns:a="http://schemas.openxmlformats.org/drawingml/2006/main">
            <a:pPr marL="304800" indent="-203200" algn="l">
              <a:spcAft>
                <a:spcPts val="1200"/>
              </a:spcAft>
              <a:buChar char="•"/>
              <a:defRPr sz="2175" b="0">
                <a:solidFill>
                  <a:srgbClr val="000000"/>
                </a:solidFill>
                <a:latin typeface="Times New Roman"/>
                <a:ea typeface="Times New Roman"/>
                <a:cs typeface="Times New Roman"/>
              </a:defRPr>
            </a:pPr>
            <a:r>
              <a:rPr sz="2175" b="0">
                <a:solidFill>
                  <a:srgbClr val="000000"/>
                </a:solidFill>
                <a:latin typeface="Times New Roman"/>
                <a:ea typeface="Times New Roman"/>
                <a:cs typeface="Times New Roman"/>
              </a:rPr>
              <a:t>WattSense will learn profiles of selected DC loads and estimate their energy use.</a:t>
            </a:r>
          </a:p>
          <a:p xmlns:a="http://schemas.openxmlformats.org/drawingml/2006/main">
            <a:pPr marL="304800" indent="-203200" algn="l">
              <a:spcAft>
                <a:spcPts val="1200"/>
              </a:spcAft>
              <a:buChar char="•"/>
              <a:defRPr sz="2175" b="0">
                <a:solidFill>
                  <a:srgbClr val="000000"/>
                </a:solidFill>
                <a:latin typeface="Times New Roman"/>
                <a:ea typeface="Times New Roman"/>
                <a:cs typeface="Times New Roman"/>
              </a:defRPr>
            </a:pPr>
            <a:r>
              <a:rPr sz="2175" b="0">
                <a:solidFill>
                  <a:srgbClr val="000000"/>
                </a:solidFill>
                <a:latin typeface="Times New Roman"/>
                <a:ea typeface="Times New Roman"/>
                <a:cs typeface="Times New Roman"/>
              </a:rPr>
              <a:t>Available battery energy and load demand will produce a runtime estimate.</a:t>
            </a:r>
          </a:p>
          <a:p xmlns:a="http://schemas.openxmlformats.org/drawingml/2006/main">
            <a:pPr marL="304800" indent="-203200" algn="l">
              <a:spcAft>
                <a:spcPts val="1200"/>
              </a:spcAft>
              <a:buChar char="•"/>
              <a:defRPr sz="2175" b="0">
                <a:solidFill>
                  <a:srgbClr val="000000"/>
                </a:solidFill>
                <a:latin typeface="Times New Roman"/>
                <a:ea typeface="Times New Roman"/>
                <a:cs typeface="Times New Roman"/>
              </a:defRPr>
            </a:pPr>
            <a:r>
              <a:rPr sz="2175" b="0">
                <a:solidFill>
                  <a:srgbClr val="000000"/>
                </a:solidFill>
                <a:latin typeface="Times New Roman"/>
                <a:ea typeface="Times New Roman"/>
                <a:cs typeface="Times New Roman"/>
              </a:rPr>
              <a:t>Applications include portable DC equipment and renewable-energy demonstrators.</a:t>
            </a:r>
          </a:p>
        </p:txBody>
      </p:sp>
      <p:sp>
        <p:nvSpPr>
          <p:cNvPr id="74" name="Review status">
            <a:extLst xmlns:a="http://schemas.openxmlformats.org/drawingml/2006/main">
              <a:ext uri="{FF2B5EF4-FFF2-40B4-BE49-F238E27FC236}">
                <a16:creationId xmlns:a16="http://schemas.microsoft.com/office/drawing/2014/main" id="{9D0F5FE8-6B5E-4EE7-9C98-B865F6CA342F}"/>
              </a:ext>
            </a:extLst>
          </p:cNvPr>
          <p:cNvSpPr>
            <a:spLocks xmlns:a="http://schemas.openxmlformats.org/drawingml/2006/main" noGrp="1"/>
          </p:cNvSpPr>
          <p:nvPr/>
        </p:nvSpPr>
        <p:spPr>
          <a:xfrm xmlns:a="http://schemas.openxmlformats.org/drawingml/2006/main">
            <a:off x="876300" y="5676900"/>
            <a:ext cx="76104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defRPr sz="1875" b="1">
                <a:solidFill>
                  <a:srgbClr val="000000"/>
                </a:solidFill>
                <a:latin typeface="Times New Roman"/>
                <a:ea typeface="Times New Roman"/>
                <a:cs typeface="Times New Roman"/>
              </a:defRPr>
            </a:pPr>
            <a:r>
              <a:rPr sz="1875" b="1">
                <a:solidFill>
                  <a:srgbClr val="000000"/>
                </a:solidFill>
                <a:latin typeface="Times New Roman"/>
                <a:ea typeface="Times New Roman"/>
                <a:cs typeface="Times New Roman"/>
              </a:rPr>
              <a:t>Review 3: monitoring software and PCB design prepared.</a:t>
            </a:r>
          </a:p>
        </p:txBody>
      </p:sp>
      <p:sp>
        <p:nvSpPr>
          <p:cNvPr id="75" name="Next stage">
            <a:extLst xmlns:a="http://schemas.openxmlformats.org/drawingml/2006/main">
              <a:ext uri="{FF2B5EF4-FFF2-40B4-BE49-F238E27FC236}">
                <a16:creationId xmlns:a16="http://schemas.microsoft.com/office/drawing/2014/main" id="{555B1B32-D0AD-43D1-9DDE-E25050C8678B}"/>
              </a:ext>
            </a:extLst>
          </p:cNvPr>
          <p:cNvSpPr>
            <a:spLocks xmlns:a="http://schemas.openxmlformats.org/drawingml/2006/main" noGrp="1"/>
          </p:cNvSpPr>
          <p:nvPr/>
        </p:nvSpPr>
        <p:spPr>
          <a:xfrm xmlns:a="http://schemas.openxmlformats.org/drawingml/2006/main">
            <a:off x="876300" y="6029325"/>
            <a:ext cx="76104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defRPr sz="1875" b="1">
                <a:solidFill>
                  <a:srgbClr val="000000"/>
                </a:solidFill>
                <a:latin typeface="Times New Roman"/>
                <a:ea typeface="Times New Roman"/>
                <a:cs typeface="Times New Roman"/>
              </a:defRPr>
            </a:pPr>
            <a:r>
              <a:rPr sz="1875" b="1">
                <a:solidFill>
                  <a:srgbClr val="000000"/>
                </a:solidFill>
                <a:latin typeface="Times New Roman"/>
                <a:ea typeface="Times New Roman"/>
                <a:cs typeface="Times New Roman"/>
              </a:rPr>
              <a:t>Next stage: signature data, classification and measured validation.</a:t>
            </a:r>
          </a:p>
        </p:txBody>
      </p:sp>
    </p:spTree>
    <p:extLst>
      <p:ext uri="{BB962C8B-B14F-4D97-AF65-F5344CB8AC3E}">
        <p14:creationId xmlns:p14="http://schemas.microsoft.com/office/powerpoint/2010/main" val="1678581765"/>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79" name="Google Shape;79;p3">
            <a:extLst xmlns:a="http://schemas.openxmlformats.org/drawingml/2006/main">
              <a:ext uri="{FF2B5EF4-FFF2-40B4-BE49-F238E27FC236}">
                <a16:creationId xmlns:a16="http://schemas.microsoft.com/office/drawing/2014/main" id="{7726AD8F-1C64-44B6-A073-A502B738CBF4}"/>
              </a:ext>
            </a:extLst>
          </p:cNvPr>
          <p:cNvSpPr>
            <a:spLocks xmlns:a="http://schemas.openxmlformats.org/drawingml/2006/main" noGrp="1"/>
          </p:cNvSpPr>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595959"/>
              </a:buClr>
              <a:buSzPts val="1000"/>
              <a:buFont typeface="Arial"/>
              <a:buNone/>
              <a:defRPr sz="975" b="0">
                <a:solidFill>
                  <a:srgbClr val="595959"/>
                </a:solidFill>
                <a:latin typeface="Arial"/>
                <a:ea typeface="Arial"/>
                <a:cs typeface="Arial"/>
              </a:defRPr>
            </a:pPr>
            <a:fld id="{202359C0-8A7A-196E-DD58-8E6569619F09}" type="slidenum">
              <a:rPr sz="975" b="0" i="0" u="none">
                <a:solidFill>
                  <a:srgbClr val="595959"/>
                </a:solidFill>
                <a:latin typeface="Arial"/>
                <a:ea typeface="Arial"/>
                <a:cs typeface="Arial"/>
              </a:rPr>
              <a:t>3</a:t>
            </a:fld>
            <a:endParaRPr/>
          </a:p>
        </p:txBody>
      </p:sp>
      <p:sp>
        <p:nvSpPr>
          <p:cNvPr id="80" name="Google Shape;80;p3">
            <a:extLst xmlns:a="http://schemas.openxmlformats.org/drawingml/2006/main">
              <a:ext uri="{FF2B5EF4-FFF2-40B4-BE49-F238E27FC236}">
                <a16:creationId xmlns:a16="http://schemas.microsoft.com/office/drawing/2014/main" id="{39D07638-6598-4F28-B6C3-AB0D2E3CA862}"/>
              </a:ext>
            </a:extLst>
          </p:cNvPr>
          <p:cNvSpPr>
            <a:spLocks xmlns:a="http://schemas.openxmlformats.org/drawingml/2006/main" noGrp="1"/>
          </p:cNvSpPr>
          <p:nvPr/>
        </p:nvSpPr>
        <p:spPr>
          <a:xfrm xmlns:a="http://schemas.openxmlformats.org/drawingml/2006/main">
            <a:off x="1371600" y="209550"/>
            <a:ext cx="6429375" cy="571500"/>
          </a:xfrm>
          <a:prstGeom xmlns:a="http://schemas.openxmlformats.org/drawingml/2006/main" prst="rect">
            <a:avLst/>
          </a:prstGeom>
          <a:solidFill xmlns:a="http://schemas.openxmlformats.org/drawingml/2006/main">
            <a:srgbClr val="FFEED9"/>
          </a:solidFill>
          <a:ln xmlns:a="http://schemas.openxmlformats.org/drawingml/2006/main" w="9525" cmpd="sng">
            <a:solidFill>
              <a:schemeClr val="dk1"/>
            </a:solidFill>
            <a:prstDash val="solid"/>
            <a:headEnd type="none" w="sm" len="sm"/>
            <a:tailEnd type="none" w="sm" len="sm"/>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257175" lvl="0" indent="-257175" algn="ctr">
              <a:buClr>
                <a:schemeClr val="dk1"/>
              </a:buClr>
              <a:buSzPts val="2800"/>
              <a:buNone/>
              <a:defRPr sz="2550" b="1">
                <a:solidFill>
                  <a:srgbClr val="000000"/>
                </a:solidFill>
                <a:latin typeface="Times New Roman"/>
                <a:ea typeface="Times New Roman"/>
                <a:cs typeface="Times New Roman"/>
              </a:defRPr>
            </a:pPr>
            <a:r>
              <a:rPr sz="2550" b="1">
                <a:solidFill>
                  <a:srgbClr val="000000"/>
                </a:solidFill>
                <a:latin typeface="Times New Roman"/>
                <a:ea typeface="Times New Roman"/>
                <a:cs typeface="Times New Roman"/>
              </a:rPr>
              <a:t>Literature Survey 1 of 4</a:t>
            </a:r>
            <a:endParaRPr/>
          </a:p>
        </p:txBody>
      </p:sp>
      <p:graphicFrame>
        <p:nvGraphicFramePr>
          <p:cNvPr id="85" name="Table 2"/>
          <p:cNvGraphicFramePr/>
          <p:nvPr/>
        </p:nvGraphicFramePr>
        <p:xfrm>
          <a:off xmlns:a="http://schemas.openxmlformats.org/drawingml/2006/main" x="285750" y="1133475"/>
          <a:ext xmlns:a="http://schemas.openxmlformats.org/drawingml/2006/main" cx="8524875" cy="4924425"/>
        </p:xfrm>
        <a:graphic xmlns:a="http://schemas.openxmlformats.org/drawingml/2006/main">
          <a:graphicData uri="http://schemas.openxmlformats.org/drawingml/2006/table">
            <a:tbl>
              <a:tblPr/>
              <a:tblGrid>
                <a:gridCol w="400050"/>
                <a:gridCol w="1400175"/>
                <a:gridCol w="1247775"/>
                <a:gridCol w="1323975"/>
                <a:gridCol w="1304925"/>
                <a:gridCol w="1514475"/>
                <a:gridCol w="1333500"/>
              </a:tblGrid>
              <a:tr h="495300">
                <a:tc>
                  <a:txBody>
                    <a:bodyPr>
                      <a:noAutofit/>
                    </a:bodyPr>
                    <a:lstStyle/>
                    <a:p>
                      <a:pPr algn="ctr">
                        <a:buNone/>
                      </a:pPr>
                      <a:r>
                        <a:rPr sz="1425" b="1">
                          <a:solidFill>
                            <a:srgbClr val="000000"/>
                          </a:solidFill>
                          <a:latin typeface="Times New Roman"/>
                          <a:ea typeface="Times New Roman"/>
                          <a:cs typeface="Times New Roman"/>
                        </a:rPr>
                        <a:t>No</a:t>
                      </a: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noAutofit/>
                    </a:bodyPr>
                    <a:lstStyle/>
                    <a:p>
                      <a:pPr algn="l">
                        <a:buNone/>
                      </a:pPr>
                      <a:r>
                        <a:rPr sz="1425" b="1">
                          <a:solidFill>
                            <a:srgbClr val="000000"/>
                          </a:solidFill>
                          <a:latin typeface="Times New Roman"/>
                          <a:ea typeface="Times New Roman"/>
                          <a:cs typeface="Times New Roman"/>
                        </a:rPr>
                        <a:t>Author, Year</a:t>
                      </a: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noAutofit/>
                    </a:bodyPr>
                    <a:lstStyle/>
                    <a:p>
                      <a:pPr algn="l">
                        <a:buNone/>
                      </a:pPr>
                      <a:r>
                        <a:rPr sz="1425" b="1">
                          <a:solidFill>
                            <a:srgbClr val="000000"/>
                          </a:solidFill>
                          <a:latin typeface="Times New Roman"/>
                          <a:ea typeface="Times New Roman"/>
                          <a:cs typeface="Times New Roman"/>
                        </a:rPr>
                        <a:t>Problem</a:t>
                      </a: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noAutofit/>
                    </a:bodyPr>
                    <a:lstStyle/>
                    <a:p>
                      <a:pPr algn="l">
                        <a:buNone/>
                      </a:pPr>
                      <a:r>
                        <a:rPr sz="1425" b="1">
                          <a:solidFill>
                            <a:srgbClr val="000000"/>
                          </a:solidFill>
                          <a:latin typeface="Times New Roman"/>
                          <a:ea typeface="Times New Roman"/>
                          <a:cs typeface="Times New Roman"/>
                        </a:rPr>
                        <a:t>Method</a:t>
                      </a: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noAutofit/>
                    </a:bodyPr>
                    <a:lstStyle/>
                    <a:p>
                      <a:pPr algn="l">
                        <a:buNone/>
                      </a:pPr>
                      <a:r>
                        <a:rPr sz="1425" b="1">
                          <a:solidFill>
                            <a:srgbClr val="000000"/>
                          </a:solidFill>
                          <a:latin typeface="Times New Roman"/>
                          <a:ea typeface="Times New Roman"/>
                          <a:cs typeface="Times New Roman"/>
                        </a:rPr>
                        <a:t>Data / tests</a:t>
                      </a: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noAutofit/>
                    </a:bodyPr>
                    <a:lstStyle/>
                    <a:p>
                      <a:pPr algn="l">
                        <a:buNone/>
                      </a:pPr>
                      <a:r>
                        <a:rPr sz="1425" b="1">
                          <a:solidFill>
                            <a:srgbClr val="000000"/>
                          </a:solidFill>
                          <a:latin typeface="Times New Roman"/>
                          <a:ea typeface="Times New Roman"/>
                          <a:cs typeface="Times New Roman"/>
                        </a:rPr>
                        <a:t>Finding</a:t>
                      </a: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noAutofit/>
                    </a:bodyPr>
                    <a:lstStyle/>
                    <a:p>
                      <a:pPr algn="l">
                        <a:buNone/>
                      </a:pPr>
                      <a:r>
                        <a:rPr sz="1425" b="1">
                          <a:solidFill>
                            <a:srgbClr val="000000"/>
                          </a:solidFill>
                          <a:latin typeface="Times New Roman"/>
                          <a:ea typeface="Times New Roman"/>
                          <a:cs typeface="Times New Roman"/>
                        </a:rPr>
                        <a:t>Scope limit</a:t>
                      </a: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r>
              <a:tr h="885825">
                <a:tc>
                  <a:txBody>
                    <a:bodyPr>
                      <a:noAutofit/>
                    </a:bodyPr>
                    <a:lstStyle/>
                    <a:p>
                      <a:pPr algn="ctr">
                        <a:buNone/>
                      </a:pPr>
                      <a:r>
                        <a:rPr sz="1425" b="0">
                          <a:solidFill>
                            <a:srgbClr val="000000"/>
                          </a:solidFill>
                          <a:latin typeface="Times New Roman"/>
                          <a:ea typeface="Times New Roman"/>
                          <a:cs typeface="Times New Roman"/>
                        </a:rPr>
                        <a:t>1</a:t>
                      </a: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Athanasiadis et al.</a:t>
                      </a:r>
                    </a:p>
                    <a:p>
                      <a:pPr algn="l"/>
                      <a:r>
                        <a:rPr sz="1425" b="0">
                          <a:solidFill>
                            <a:srgbClr val="000000"/>
                          </a:solidFill>
                          <a:latin typeface="Times New Roman"/>
                          <a:ea typeface="Times New Roman"/>
                          <a:cs typeface="Times New Roman"/>
                        </a:rPr>
                        <a:t>2021</a:t>
                      </a: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Load energy estimation</a:t>
                      </a: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Events + CNN + power estimate</a:t>
                      </a: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Reported experimental evaluation</a:t>
                      </a: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Real-time consumption estimates</a:t>
                      </a: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Transient data needed</a:t>
                      </a: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885825">
                <a:tc>
                  <a:txBody>
                    <a:bodyPr>
                      <a:noAutofit/>
                    </a:bodyPr>
                    <a:lstStyle/>
                    <a:p>
                      <a:pPr algn="ctr">
                        <a:buNone/>
                      </a:pPr>
                      <a:r>
                        <a:rPr sz="1425" b="0">
                          <a:solidFill>
                            <a:srgbClr val="000000"/>
                          </a:solidFill>
                          <a:latin typeface="Times New Roman"/>
                          <a:ea typeface="Times New Roman"/>
                          <a:cs typeface="Times New Roman"/>
                        </a:rPr>
                        <a:t>2</a:t>
                      </a: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Mollel et al.</a:t>
                      </a:r>
                      <a:endParaRPr sz="1400">
                        <a:latin typeface="Cambria"/>
                        <a:ea typeface="Cambria"/>
                        <a:cs typeface="Cambria"/>
                      </a:endParaRPr>
                    </a:p>
                    <a:p>
                      <a:pPr algn="l"/>
                      <a:r>
                        <a:rPr sz="1425" b="0">
                          <a:solidFill>
                            <a:srgbClr val="000000"/>
                          </a:solidFill>
                          <a:latin typeface="Times New Roman"/>
                          <a:ea typeface="Times New Roman"/>
                          <a:cs typeface="Times New Roman"/>
                        </a:rPr>
                        <a:t>2023</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Unclear load classification</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Decision trees + explanations</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REFIT to UK-DALE transfer tests</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Feature selection improves classification</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Cross-house transfer needs testing</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885825">
                <a:tc>
                  <a:txBody>
                    <a:bodyPr>
                      <a:noAutofit/>
                    </a:bodyPr>
                    <a:lstStyle/>
                    <a:p>
                      <a:pPr algn="ctr">
                        <a:buNone/>
                      </a:pPr>
                      <a:r>
                        <a:rPr sz="1425" b="0">
                          <a:solidFill>
                            <a:srgbClr val="000000"/>
                          </a:solidFill>
                          <a:latin typeface="Times New Roman"/>
                          <a:ea typeface="Times New Roman"/>
                          <a:cs typeface="Times New Roman"/>
                        </a:rPr>
                        <a:t>3</a:t>
                      </a: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Jaime et al.</a:t>
                      </a:r>
                      <a:endParaRPr>
                        <a:latin typeface="Cambria"/>
                        <a:ea typeface="Cambria"/>
                        <a:cs typeface="Cambria"/>
                      </a:endParaRPr>
                    </a:p>
                    <a:p>
                      <a:pPr algn="l"/>
                      <a:r>
                        <a:rPr sz="1425" b="0">
                          <a:solidFill>
                            <a:srgbClr val="000000"/>
                          </a:solidFill>
                          <a:latin typeface="Times New Roman"/>
                          <a:ea typeface="Times New Roman"/>
                          <a:cs typeface="Times New Roman"/>
                        </a:rPr>
                        <a:t>2026</a:t>
                      </a:r>
                      <a:endParaRPr>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Variable evaluation methods</a:t>
                      </a:r>
                      <a:endParaRPr>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PRISMA + meta-analysis</a:t>
                      </a:r>
                      <a:endParaRPr>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30 studies; 2017-2024 publications</a:t>
                      </a:r>
                      <a:endParaRPr>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Performance varies across study settings</a:t>
                      </a:r>
                      <a:endParaRPr>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Heterogeneous study methods</a:t>
                      </a:r>
                      <a:endParaRPr>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885825">
                <a:tc>
                  <a:txBody>
                    <a:bodyPr>
                      <a:noAutofit/>
                    </a:bodyPr>
                    <a:lstStyle/>
                    <a:p>
                      <a:pPr algn="ctr">
                        <a:buNone/>
                      </a:pPr>
                      <a:r>
                        <a:rPr sz="1425" b="0">
                          <a:solidFill>
                            <a:srgbClr val="000000"/>
                          </a:solidFill>
                          <a:latin typeface="Times New Roman"/>
                          <a:ea typeface="Times New Roman"/>
                          <a:cs typeface="Times New Roman"/>
                        </a:rPr>
                        <a:t>4</a:t>
                      </a: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Xiang et al.</a:t>
                      </a:r>
                      <a:endParaRPr sz="1400">
                        <a:latin typeface="Cambria"/>
                        <a:ea typeface="Cambria"/>
                        <a:cs typeface="Cambria"/>
                      </a:endParaRPr>
                    </a:p>
                    <a:p>
                      <a:pPr algn="l"/>
                      <a:r>
                        <a:rPr sz="1425" b="0">
                          <a:solidFill>
                            <a:srgbClr val="000000"/>
                          </a:solidFill>
                          <a:latin typeface="Times New Roman"/>
                          <a:ea typeface="Times New Roman"/>
                          <a:cs typeface="Times New Roman"/>
                        </a:rPr>
                        <a:t>2026</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Practical deployment barriers</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Event/state methods; scenario review</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Review of published NILM studies</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Maps deployment needs and trade-offs</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Unknown loads and transfer limits</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885825">
                <a:tc>
                  <a:txBody>
                    <a:bodyPr>
                      <a:noAutofit/>
                    </a:bodyPr>
                    <a:lstStyle/>
                    <a:p>
                      <a:pPr algn="ctr">
                        <a:buNone/>
                      </a:pPr>
                      <a:r>
                        <a:rPr sz="1425" b="0">
                          <a:solidFill>
                            <a:srgbClr val="000000"/>
                          </a:solidFill>
                          <a:latin typeface="Times New Roman"/>
                          <a:ea typeface="Times New Roman"/>
                          <a:cs typeface="Times New Roman"/>
                        </a:rPr>
                        <a:t>5</a:t>
                      </a: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Li et al.</a:t>
                      </a:r>
                      <a:endParaRPr sz="1400">
                        <a:latin typeface="Cambria"/>
                        <a:ea typeface="Cambria"/>
                        <a:cs typeface="Cambria"/>
                      </a:endParaRPr>
                    </a:p>
                    <a:p>
                      <a:pPr algn="l"/>
                      <a:r>
                        <a:rPr sz="1425" b="0">
                          <a:solidFill>
                            <a:srgbClr val="000000"/>
                          </a:solidFill>
                          <a:latin typeface="Times New Roman"/>
                          <a:ea typeface="Times New Roman"/>
                          <a:cs typeface="Times New Roman"/>
                        </a:rPr>
                        <a:t>2026</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Similar load signatures</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AC V-I + dual-branch network</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PLAID AC appliance recordings</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Feature fusion aids classification</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No AC waveforms from INA219</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bl>
          </a:graphicData>
        </a:graphic>
      </p:graphicFrame>
      <p:sp>
        <p:nvSpPr>
          <p:cNvPr id="82" name="Literature topic">
            <a:extLst xmlns:a="http://schemas.openxmlformats.org/drawingml/2006/main">
              <a:ext uri="{FF2B5EF4-FFF2-40B4-BE49-F238E27FC236}">
                <a16:creationId xmlns:a16="http://schemas.microsoft.com/office/drawing/2014/main" id="{139A7646-2B6D-4B82-A0DA-1CCDE39E24D1}"/>
              </a:ext>
            </a:extLst>
          </p:cNvPr>
          <p:cNvSpPr>
            <a:spLocks xmlns:a="http://schemas.openxmlformats.org/drawingml/2006/main" noGrp="1"/>
          </p:cNvSpPr>
          <p:nvPr/>
        </p:nvSpPr>
        <p:spPr>
          <a:xfrm xmlns:a="http://schemas.openxmlformats.org/drawingml/2006/main">
            <a:off x="457200" y="6238875"/>
            <a:ext cx="80200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defRPr sz="1575" b="0">
                <a:solidFill>
                  <a:srgbClr val="595959"/>
                </a:solidFill>
                <a:latin typeface="Times New Roman"/>
                <a:ea typeface="Times New Roman"/>
                <a:cs typeface="Times New Roman"/>
              </a:defRPr>
            </a:pPr>
            <a:r>
              <a:rPr sz="1575" b="0">
                <a:solidFill>
                  <a:srgbClr val="595959"/>
                </a:solidFill>
                <a:latin typeface="Times New Roman"/>
                <a:ea typeface="Times New Roman"/>
                <a:cs typeface="Times New Roman"/>
              </a:rPr>
              <a:t>Energy signatures and load estimation</a:t>
            </a:r>
          </a:p>
        </p:txBody>
      </p:sp>
    </p:spTree>
    <p:extLst>
      <p:ext uri="{BB962C8B-B14F-4D97-AF65-F5344CB8AC3E}">
        <p14:creationId xmlns:p14="http://schemas.microsoft.com/office/powerpoint/2010/main" val="2049482083"/>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79" name="Google Shape;79;p3">
            <a:extLst xmlns:a="http://schemas.openxmlformats.org/drawingml/2006/main">
              <a:ext uri="{FF2B5EF4-FFF2-40B4-BE49-F238E27FC236}">
                <a16:creationId xmlns:a16="http://schemas.microsoft.com/office/drawing/2014/main" id="{0E1D03D9-3E46-4A47-AB8C-DD8942DF7326}"/>
              </a:ext>
            </a:extLst>
          </p:cNvPr>
          <p:cNvSpPr>
            <a:spLocks xmlns:a="http://schemas.openxmlformats.org/drawingml/2006/main" noGrp="1"/>
          </p:cNvSpPr>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595959"/>
              </a:buClr>
              <a:buSzPts val="1000"/>
              <a:buFont typeface="Arial"/>
              <a:buNone/>
              <a:defRPr sz="975" b="0">
                <a:solidFill>
                  <a:srgbClr val="595959"/>
                </a:solidFill>
                <a:latin typeface="Arial"/>
                <a:ea typeface="Arial"/>
                <a:cs typeface="Arial"/>
              </a:defRPr>
            </a:pPr>
            <a:fld id="{EFD6AB9A-5F9E-5F59-51AB-3C8734130965}" type="slidenum">
              <a:rPr sz="975" b="0" i="0" u="none">
                <a:solidFill>
                  <a:srgbClr val="595959"/>
                </a:solidFill>
                <a:latin typeface="Arial"/>
                <a:ea typeface="Arial"/>
                <a:cs typeface="Arial"/>
              </a:rPr>
              <a:t>4</a:t>
            </a:fld>
            <a:endParaRPr/>
          </a:p>
        </p:txBody>
      </p:sp>
      <p:sp>
        <p:nvSpPr>
          <p:cNvPr id="80" name="Google Shape;80;p3">
            <a:extLst xmlns:a="http://schemas.openxmlformats.org/drawingml/2006/main">
              <a:ext uri="{FF2B5EF4-FFF2-40B4-BE49-F238E27FC236}">
                <a16:creationId xmlns:a16="http://schemas.microsoft.com/office/drawing/2014/main" id="{1322C00D-8D2C-48BD-84F4-3F48F061C0A8}"/>
              </a:ext>
            </a:extLst>
          </p:cNvPr>
          <p:cNvSpPr>
            <a:spLocks xmlns:a="http://schemas.openxmlformats.org/drawingml/2006/main" noGrp="1"/>
          </p:cNvSpPr>
          <p:nvPr/>
        </p:nvSpPr>
        <p:spPr>
          <a:xfrm xmlns:a="http://schemas.openxmlformats.org/drawingml/2006/main">
            <a:off x="1371600" y="209550"/>
            <a:ext cx="6429375" cy="571500"/>
          </a:xfrm>
          <a:prstGeom xmlns:a="http://schemas.openxmlformats.org/drawingml/2006/main" prst="rect">
            <a:avLst/>
          </a:prstGeom>
          <a:solidFill xmlns:a="http://schemas.openxmlformats.org/drawingml/2006/main">
            <a:srgbClr val="FFEED9"/>
          </a:solidFill>
          <a:ln xmlns:a="http://schemas.openxmlformats.org/drawingml/2006/main" w="9525" cmpd="sng">
            <a:solidFill>
              <a:schemeClr val="dk1"/>
            </a:solidFill>
            <a:prstDash val="solid"/>
            <a:headEnd type="none" w="sm" len="sm"/>
            <a:tailEnd type="none" w="sm" len="sm"/>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257175" lvl="0" indent="-257175" algn="ctr">
              <a:buClr>
                <a:schemeClr val="dk1"/>
              </a:buClr>
              <a:buSzPts val="2800"/>
              <a:buNone/>
              <a:defRPr sz="2550" b="1">
                <a:solidFill>
                  <a:srgbClr val="000000"/>
                </a:solidFill>
                <a:latin typeface="Times New Roman"/>
                <a:ea typeface="Times New Roman"/>
                <a:cs typeface="Times New Roman"/>
              </a:defRPr>
            </a:pPr>
            <a:r>
              <a:rPr sz="2550" b="1">
                <a:solidFill>
                  <a:srgbClr val="000000"/>
                </a:solidFill>
                <a:latin typeface="Times New Roman"/>
                <a:ea typeface="Times New Roman"/>
                <a:cs typeface="Times New Roman"/>
              </a:rPr>
              <a:t>Literature Survey 2 of 4</a:t>
            </a:r>
            <a:endParaRPr/>
          </a:p>
        </p:txBody>
      </p:sp>
      <p:graphicFrame>
        <p:nvGraphicFramePr>
          <p:cNvPr id="85" name="Table 2"/>
          <p:cNvGraphicFramePr/>
          <p:nvPr/>
        </p:nvGraphicFramePr>
        <p:xfrm>
          <a:off xmlns:a="http://schemas.openxmlformats.org/drawingml/2006/main" x="285750" y="1133475"/>
          <a:ext xmlns:a="http://schemas.openxmlformats.org/drawingml/2006/main" cx="8524875" cy="4924425"/>
        </p:xfrm>
        <a:graphic xmlns:a="http://schemas.openxmlformats.org/drawingml/2006/main">
          <a:graphicData uri="http://schemas.openxmlformats.org/drawingml/2006/table">
            <a:tbl>
              <a:tblPr/>
              <a:tblGrid>
                <a:gridCol w="400050"/>
                <a:gridCol w="1400175"/>
                <a:gridCol w="1247775"/>
                <a:gridCol w="1323975"/>
                <a:gridCol w="1304925"/>
                <a:gridCol w="1514475"/>
                <a:gridCol w="1333500"/>
              </a:tblGrid>
              <a:tr h="495300">
                <a:tc>
                  <a:txBody>
                    <a:bodyPr>
                      <a:noAutofit/>
                    </a:bodyPr>
                    <a:lstStyle/>
                    <a:p>
                      <a:pPr algn="ctr">
                        <a:buNone/>
                      </a:pPr>
                      <a:r>
                        <a:rPr sz="1425" b="1">
                          <a:solidFill>
                            <a:srgbClr val="000000"/>
                          </a:solidFill>
                          <a:latin typeface="Times New Roman"/>
                          <a:ea typeface="Times New Roman"/>
                          <a:cs typeface="Times New Roman"/>
                        </a:rPr>
                        <a:t>No</a:t>
                      </a: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noAutofit/>
                    </a:bodyPr>
                    <a:lstStyle/>
                    <a:p>
                      <a:pPr algn="l">
                        <a:buNone/>
                      </a:pPr>
                      <a:r>
                        <a:rPr sz="1425" b="1">
                          <a:solidFill>
                            <a:srgbClr val="000000"/>
                          </a:solidFill>
                          <a:latin typeface="Times New Roman"/>
                          <a:ea typeface="Times New Roman"/>
                          <a:cs typeface="Times New Roman"/>
                        </a:rPr>
                        <a:t>Author, Year</a:t>
                      </a: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noAutofit/>
                    </a:bodyPr>
                    <a:lstStyle/>
                    <a:p>
                      <a:pPr algn="l">
                        <a:buNone/>
                      </a:pPr>
                      <a:r>
                        <a:rPr sz="1425" b="1">
                          <a:solidFill>
                            <a:srgbClr val="000000"/>
                          </a:solidFill>
                          <a:latin typeface="Times New Roman"/>
                          <a:ea typeface="Times New Roman"/>
                          <a:cs typeface="Times New Roman"/>
                        </a:rPr>
                        <a:t>Problem</a:t>
                      </a: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noAutofit/>
                    </a:bodyPr>
                    <a:lstStyle/>
                    <a:p>
                      <a:pPr algn="l">
                        <a:buNone/>
                      </a:pPr>
                      <a:r>
                        <a:rPr sz="1425" b="1">
                          <a:solidFill>
                            <a:srgbClr val="000000"/>
                          </a:solidFill>
                          <a:latin typeface="Times New Roman"/>
                          <a:ea typeface="Times New Roman"/>
                          <a:cs typeface="Times New Roman"/>
                        </a:rPr>
                        <a:t>Method</a:t>
                      </a: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noAutofit/>
                    </a:bodyPr>
                    <a:lstStyle/>
                    <a:p>
                      <a:pPr algn="l">
                        <a:buNone/>
                      </a:pPr>
                      <a:r>
                        <a:rPr sz="1425" b="1">
                          <a:solidFill>
                            <a:srgbClr val="000000"/>
                          </a:solidFill>
                          <a:latin typeface="Times New Roman"/>
                          <a:ea typeface="Times New Roman"/>
                          <a:cs typeface="Times New Roman"/>
                        </a:rPr>
                        <a:t>Data / tests</a:t>
                      </a: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noAutofit/>
                    </a:bodyPr>
                    <a:lstStyle/>
                    <a:p>
                      <a:pPr algn="l">
                        <a:buNone/>
                      </a:pPr>
                      <a:r>
                        <a:rPr sz="1425" b="1">
                          <a:solidFill>
                            <a:srgbClr val="000000"/>
                          </a:solidFill>
                          <a:latin typeface="Times New Roman"/>
                          <a:ea typeface="Times New Roman"/>
                          <a:cs typeface="Times New Roman"/>
                        </a:rPr>
                        <a:t>Finding</a:t>
                      </a: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noAutofit/>
                    </a:bodyPr>
                    <a:lstStyle/>
                    <a:p>
                      <a:pPr algn="l">
                        <a:buNone/>
                      </a:pPr>
                      <a:r>
                        <a:rPr sz="1425" b="1">
                          <a:solidFill>
                            <a:srgbClr val="000000"/>
                          </a:solidFill>
                          <a:latin typeface="Times New Roman"/>
                          <a:ea typeface="Times New Roman"/>
                          <a:cs typeface="Times New Roman"/>
                        </a:rPr>
                        <a:t>Scope limit</a:t>
                      </a: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r>
              <a:tr h="885825">
                <a:tc>
                  <a:txBody>
                    <a:bodyPr>
                      <a:noAutofit/>
                    </a:bodyPr>
                    <a:lstStyle/>
                    <a:p>
                      <a:pPr algn="ctr">
                        <a:buNone/>
                      </a:pPr>
                      <a:r>
                        <a:rPr sz="1425" b="0">
                          <a:solidFill>
                            <a:srgbClr val="000000"/>
                          </a:solidFill>
                          <a:latin typeface="Times New Roman"/>
                          <a:ea typeface="Times New Roman"/>
                          <a:cs typeface="Times New Roman"/>
                        </a:rPr>
                        <a:t>6</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Movassagh et al.</a:t>
                      </a:r>
                      <a:endParaRPr sz="1400">
                        <a:latin typeface="Cambria"/>
                        <a:ea typeface="Cambria"/>
                        <a:cs typeface="Cambria"/>
                      </a:endParaRPr>
                    </a:p>
                    <a:p>
                      <a:pPr algn="l"/>
                      <a:r>
                        <a:rPr sz="1425" b="0">
                          <a:solidFill>
                            <a:srgbClr val="000000"/>
                          </a:solidFill>
                          <a:latin typeface="Times New Roman"/>
                          <a:ea typeface="Times New Roman"/>
                          <a:cs typeface="Times New Roman"/>
                        </a:rPr>
                        <a:t>2021</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Accumulated SOC error</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Analytical error decomposition</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Error models and simulations</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Quantifies four SOC error sources</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Current and initial-SOC errors</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885825">
                <a:tc>
                  <a:txBody>
                    <a:bodyPr>
                      <a:noAutofit/>
                    </a:bodyPr>
                    <a:lstStyle/>
                    <a:p>
                      <a:pPr algn="ctr">
                        <a:buNone/>
                      </a:pPr>
                      <a:r>
                        <a:rPr sz="1425" b="0">
                          <a:solidFill>
                            <a:srgbClr val="000000"/>
                          </a:solidFill>
                          <a:latin typeface="Times New Roman"/>
                          <a:ea typeface="Times New Roman"/>
                          <a:cs typeface="Times New Roman"/>
                        </a:rPr>
                        <a:t>7</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Zhang et al.</a:t>
                      </a:r>
                      <a:endParaRPr sz="1400">
                        <a:latin typeface="Cambria"/>
                        <a:ea typeface="Cambria"/>
                        <a:cs typeface="Cambria"/>
                      </a:endParaRPr>
                    </a:p>
                    <a:p>
                      <a:pPr algn="l"/>
                      <a:r>
                        <a:rPr sz="1425" b="0">
                          <a:solidFill>
                            <a:srgbClr val="000000"/>
                          </a:solidFill>
                          <a:latin typeface="Times New Roman"/>
                          <a:ea typeface="Times New Roman"/>
                          <a:cs typeface="Times New Roman"/>
                        </a:rPr>
                        <a:t>2018</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Changing battery model parameters</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Decoupled weighted RLS</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Lithium-ion cell measurements</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Separates fast / slow dynamics</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Actual pack characterisation needed</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885825">
                <a:tc>
                  <a:txBody>
                    <a:bodyPr>
                      <a:noAutofit/>
                    </a:bodyPr>
                    <a:lstStyle/>
                    <a:p>
                      <a:pPr algn="ctr">
                        <a:buNone/>
                      </a:pPr>
                      <a:r>
                        <a:rPr sz="1425" b="0">
                          <a:solidFill>
                            <a:srgbClr val="000000"/>
                          </a:solidFill>
                          <a:latin typeface="Times New Roman"/>
                          <a:ea typeface="Times New Roman"/>
                          <a:cs typeface="Times New Roman"/>
                        </a:rPr>
                        <a:t>8</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Gismero et al.</a:t>
                      </a:r>
                      <a:endParaRPr>
                        <a:latin typeface="Cambria"/>
                        <a:ea typeface="Cambria"/>
                        <a:cs typeface="Cambria"/>
                      </a:endParaRPr>
                    </a:p>
                    <a:p>
                      <a:pPr algn="l"/>
                      <a:r>
                        <a:rPr sz="1425" b="0">
                          <a:solidFill>
                            <a:srgbClr val="000000"/>
                          </a:solidFill>
                          <a:latin typeface="Times New Roman"/>
                          <a:ea typeface="Times New Roman"/>
                          <a:cs typeface="Times New Roman"/>
                        </a:rPr>
                        <a:t>2020</a:t>
                      </a:r>
                      <a:endParaRPr>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Charge drift and capacity aging</a:t>
                      </a:r>
                      <a:endParaRPr>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Coulomb counting, OCV reset, RLS</a:t>
                      </a:r>
                      <a:endParaRPr>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Aged NMC cells; dynamic loads</a:t>
                      </a:r>
                      <a:endParaRPr>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OCV resets limit accumulated drift</a:t>
                      </a:r>
                      <a:endParaRPr>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Rest time and chemistry matter</a:t>
                      </a:r>
                      <a:endParaRPr>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885825">
                <a:tc>
                  <a:txBody>
                    <a:bodyPr>
                      <a:noAutofit/>
                    </a:bodyPr>
                    <a:lstStyle/>
                    <a:p>
                      <a:pPr algn="ctr">
                        <a:buNone/>
                      </a:pPr>
                      <a:r>
                        <a:rPr sz="1425" b="0">
                          <a:solidFill>
                            <a:srgbClr val="000000"/>
                          </a:solidFill>
                          <a:latin typeface="Times New Roman"/>
                          <a:ea typeface="Times New Roman"/>
                          <a:cs typeface="Times New Roman"/>
                        </a:rPr>
                        <a:t>9</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Yang et al.</a:t>
                      </a:r>
                      <a:endParaRPr sz="1400">
                        <a:latin typeface="Cambria"/>
                        <a:ea typeface="Cambria"/>
                        <a:cs typeface="Cambria"/>
                      </a:endParaRPr>
                    </a:p>
                    <a:p>
                      <a:pPr algn="l"/>
                      <a:r>
                        <a:rPr sz="1425" b="0">
                          <a:solidFill>
                            <a:srgbClr val="000000"/>
                          </a:solidFill>
                          <a:latin typeface="Times New Roman"/>
                          <a:ea typeface="Times New Roman"/>
                          <a:cs typeface="Times New Roman"/>
                        </a:rPr>
                        <a:t>2021</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SOC and parameter coupling</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Separated RLS + EKF</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18650 data at varied temperature</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Lower error than conventional RLS</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Needs characterized model and data</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885825">
                <a:tc>
                  <a:txBody>
                    <a:bodyPr>
                      <a:noAutofit/>
                    </a:bodyPr>
                    <a:lstStyle/>
                    <a:p>
                      <a:pPr algn="ctr">
                        <a:buNone/>
                      </a:pPr>
                      <a:r>
                        <a:rPr sz="1425" b="0">
                          <a:solidFill>
                            <a:srgbClr val="000000"/>
                          </a:solidFill>
                          <a:latin typeface="Times New Roman"/>
                          <a:ea typeface="Times New Roman"/>
                          <a:cs typeface="Times New Roman"/>
                        </a:rPr>
                        <a:t>10</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Rzepka et al.</a:t>
                      </a:r>
                      <a:endParaRPr sz="1400">
                        <a:latin typeface="Cambria"/>
                        <a:ea typeface="Cambria"/>
                        <a:cs typeface="Cambria"/>
                      </a:endParaRPr>
                    </a:p>
                    <a:p>
                      <a:pPr algn="l"/>
                      <a:r>
                        <a:rPr sz="1425" b="0">
                          <a:solidFill>
                            <a:srgbClr val="000000"/>
                          </a:solidFill>
                          <a:latin typeface="Times New Roman"/>
                          <a:ea typeface="Times New Roman"/>
                          <a:cs typeface="Times New Roman"/>
                        </a:rPr>
                        <a:t>2021</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Empirical tuning and sensor noise</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Circuit + hysteresis + EKF tuning</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Cell estimator experiment</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Tuning improves estimator stability</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Needs noise estimates</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bl>
          </a:graphicData>
        </a:graphic>
      </p:graphicFrame>
      <p:sp>
        <p:nvSpPr>
          <p:cNvPr id="82" name="Literature topic">
            <a:extLst xmlns:a="http://schemas.openxmlformats.org/drawingml/2006/main">
              <a:ext uri="{FF2B5EF4-FFF2-40B4-BE49-F238E27FC236}">
                <a16:creationId xmlns:a16="http://schemas.microsoft.com/office/drawing/2014/main" id="{69199238-395C-4E35-AA0C-6C3F3EF2468F}"/>
              </a:ext>
            </a:extLst>
          </p:cNvPr>
          <p:cNvSpPr>
            <a:spLocks xmlns:a="http://schemas.openxmlformats.org/drawingml/2006/main" noGrp="1"/>
          </p:cNvSpPr>
          <p:nvPr/>
        </p:nvSpPr>
        <p:spPr>
          <a:xfrm xmlns:a="http://schemas.openxmlformats.org/drawingml/2006/main">
            <a:off x="457200" y="6238875"/>
            <a:ext cx="80200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defRPr sz="1575" b="0">
                <a:solidFill>
                  <a:srgbClr val="595959"/>
                </a:solidFill>
                <a:latin typeface="Times New Roman"/>
                <a:ea typeface="Times New Roman"/>
                <a:cs typeface="Times New Roman"/>
              </a:defRPr>
            </a:pPr>
            <a:r>
              <a:rPr sz="1575" b="0">
                <a:solidFill>
                  <a:srgbClr val="595959"/>
                </a:solidFill>
                <a:latin typeface="Times New Roman"/>
                <a:ea typeface="Times New Roman"/>
                <a:cs typeface="Times New Roman"/>
              </a:rPr>
              <a:t>Battery state-of-charge estimation</a:t>
            </a:r>
          </a:p>
        </p:txBody>
      </p:sp>
    </p:spTree>
    <p:extLst>
      <p:ext uri="{BB962C8B-B14F-4D97-AF65-F5344CB8AC3E}">
        <p14:creationId xmlns:p14="http://schemas.microsoft.com/office/powerpoint/2010/main" val="1099787315"/>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79" name="Google Shape;79;p3">
            <a:extLst xmlns:a="http://schemas.openxmlformats.org/drawingml/2006/main">
              <a:ext uri="{FF2B5EF4-FFF2-40B4-BE49-F238E27FC236}">
                <a16:creationId xmlns:a16="http://schemas.microsoft.com/office/drawing/2014/main" id="{328325AA-EED6-41F3-BF9C-FD81795E0781}"/>
              </a:ext>
            </a:extLst>
          </p:cNvPr>
          <p:cNvSpPr>
            <a:spLocks xmlns:a="http://schemas.openxmlformats.org/drawingml/2006/main" noGrp="1"/>
          </p:cNvSpPr>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595959"/>
              </a:buClr>
              <a:buSzPts val="1000"/>
              <a:buFont typeface="Arial"/>
              <a:buNone/>
              <a:defRPr sz="975" b="0">
                <a:solidFill>
                  <a:srgbClr val="595959"/>
                </a:solidFill>
                <a:latin typeface="Arial"/>
                <a:ea typeface="Arial"/>
                <a:cs typeface="Arial"/>
              </a:defRPr>
            </a:pPr>
            <a:fld id="{EE5B3003-2C54-13C6-9832-7637201064DE}" type="slidenum">
              <a:rPr sz="975" b="0" i="0" u="none">
                <a:solidFill>
                  <a:srgbClr val="595959"/>
                </a:solidFill>
                <a:latin typeface="Arial"/>
                <a:ea typeface="Arial"/>
                <a:cs typeface="Arial"/>
              </a:rPr>
              <a:t>5</a:t>
            </a:fld>
            <a:endParaRPr/>
          </a:p>
        </p:txBody>
      </p:sp>
      <p:sp>
        <p:nvSpPr>
          <p:cNvPr id="80" name="Google Shape;80;p3">
            <a:extLst xmlns:a="http://schemas.openxmlformats.org/drawingml/2006/main">
              <a:ext uri="{FF2B5EF4-FFF2-40B4-BE49-F238E27FC236}">
                <a16:creationId xmlns:a16="http://schemas.microsoft.com/office/drawing/2014/main" id="{7CCA9B0D-2A40-4B37-BBC9-7750106A213E}"/>
              </a:ext>
            </a:extLst>
          </p:cNvPr>
          <p:cNvSpPr>
            <a:spLocks xmlns:a="http://schemas.openxmlformats.org/drawingml/2006/main" noGrp="1"/>
          </p:cNvSpPr>
          <p:nvPr/>
        </p:nvSpPr>
        <p:spPr>
          <a:xfrm xmlns:a="http://schemas.openxmlformats.org/drawingml/2006/main">
            <a:off x="1371600" y="209550"/>
            <a:ext cx="6429375" cy="571500"/>
          </a:xfrm>
          <a:prstGeom xmlns:a="http://schemas.openxmlformats.org/drawingml/2006/main" prst="rect">
            <a:avLst/>
          </a:prstGeom>
          <a:solidFill xmlns:a="http://schemas.openxmlformats.org/drawingml/2006/main">
            <a:srgbClr val="FFEED9"/>
          </a:solidFill>
          <a:ln xmlns:a="http://schemas.openxmlformats.org/drawingml/2006/main" w="9525" cmpd="sng">
            <a:solidFill>
              <a:schemeClr val="dk1"/>
            </a:solidFill>
            <a:prstDash val="solid"/>
            <a:headEnd type="none" w="sm" len="sm"/>
            <a:tailEnd type="none" w="sm" len="sm"/>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257175" lvl="0" indent="-257175" algn="ctr">
              <a:buClr>
                <a:schemeClr val="dk1"/>
              </a:buClr>
              <a:buSzPts val="2800"/>
              <a:buNone/>
              <a:defRPr sz="2550" b="1">
                <a:solidFill>
                  <a:srgbClr val="000000"/>
                </a:solidFill>
                <a:latin typeface="Times New Roman"/>
                <a:ea typeface="Times New Roman"/>
                <a:cs typeface="Times New Roman"/>
              </a:defRPr>
            </a:pPr>
            <a:r>
              <a:rPr sz="2550" b="1">
                <a:solidFill>
                  <a:srgbClr val="000000"/>
                </a:solidFill>
                <a:latin typeface="Times New Roman"/>
                <a:ea typeface="Times New Roman"/>
                <a:cs typeface="Times New Roman"/>
              </a:rPr>
              <a:t>Literature Survey 3 of 4</a:t>
            </a:r>
            <a:endParaRPr/>
          </a:p>
        </p:txBody>
      </p:sp>
      <p:graphicFrame>
        <p:nvGraphicFramePr>
          <p:cNvPr id="85" name="Table 2"/>
          <p:cNvGraphicFramePr/>
          <p:nvPr/>
        </p:nvGraphicFramePr>
        <p:xfrm>
          <a:off xmlns:a="http://schemas.openxmlformats.org/drawingml/2006/main" x="285750" y="1133475"/>
          <a:ext xmlns:a="http://schemas.openxmlformats.org/drawingml/2006/main" cx="8524875" cy="4924425"/>
        </p:xfrm>
        <a:graphic xmlns:a="http://schemas.openxmlformats.org/drawingml/2006/main">
          <a:graphicData uri="http://schemas.openxmlformats.org/drawingml/2006/table">
            <a:tbl>
              <a:tblPr/>
              <a:tblGrid>
                <a:gridCol w="400050"/>
                <a:gridCol w="1400175"/>
                <a:gridCol w="1247775"/>
                <a:gridCol w="1323975"/>
                <a:gridCol w="1304925"/>
                <a:gridCol w="1514475"/>
                <a:gridCol w="1333500"/>
              </a:tblGrid>
              <a:tr h="495300">
                <a:tc>
                  <a:txBody>
                    <a:bodyPr>
                      <a:noAutofit/>
                    </a:bodyPr>
                    <a:lstStyle/>
                    <a:p>
                      <a:pPr algn="ctr">
                        <a:buNone/>
                      </a:pPr>
                      <a:r>
                        <a:rPr sz="1425" b="1">
                          <a:solidFill>
                            <a:srgbClr val="000000"/>
                          </a:solidFill>
                          <a:latin typeface="Times New Roman"/>
                          <a:ea typeface="Times New Roman"/>
                          <a:cs typeface="Times New Roman"/>
                        </a:rPr>
                        <a:t>No</a:t>
                      </a: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noAutofit/>
                    </a:bodyPr>
                    <a:lstStyle/>
                    <a:p>
                      <a:pPr algn="l">
                        <a:buNone/>
                      </a:pPr>
                      <a:r>
                        <a:rPr sz="1425" b="1">
                          <a:solidFill>
                            <a:srgbClr val="000000"/>
                          </a:solidFill>
                          <a:latin typeface="Times New Roman"/>
                          <a:ea typeface="Times New Roman"/>
                          <a:cs typeface="Times New Roman"/>
                        </a:rPr>
                        <a:t>Author, Year</a:t>
                      </a: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noAutofit/>
                    </a:bodyPr>
                    <a:lstStyle/>
                    <a:p>
                      <a:pPr algn="l">
                        <a:buNone/>
                      </a:pPr>
                      <a:r>
                        <a:rPr sz="1425" b="1">
                          <a:solidFill>
                            <a:srgbClr val="000000"/>
                          </a:solidFill>
                          <a:latin typeface="Times New Roman"/>
                          <a:ea typeface="Times New Roman"/>
                          <a:cs typeface="Times New Roman"/>
                        </a:rPr>
                        <a:t>Problem</a:t>
                      </a: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noAutofit/>
                    </a:bodyPr>
                    <a:lstStyle/>
                    <a:p>
                      <a:pPr algn="l">
                        <a:buNone/>
                      </a:pPr>
                      <a:r>
                        <a:rPr sz="1425" b="1">
                          <a:solidFill>
                            <a:srgbClr val="000000"/>
                          </a:solidFill>
                          <a:latin typeface="Times New Roman"/>
                          <a:ea typeface="Times New Roman"/>
                          <a:cs typeface="Times New Roman"/>
                        </a:rPr>
                        <a:t>Method</a:t>
                      </a: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noAutofit/>
                    </a:bodyPr>
                    <a:lstStyle/>
                    <a:p>
                      <a:pPr algn="l">
                        <a:buNone/>
                      </a:pPr>
                      <a:r>
                        <a:rPr sz="1425" b="1">
                          <a:solidFill>
                            <a:srgbClr val="000000"/>
                          </a:solidFill>
                          <a:latin typeface="Times New Roman"/>
                          <a:ea typeface="Times New Roman"/>
                          <a:cs typeface="Times New Roman"/>
                        </a:rPr>
                        <a:t>Data / tests</a:t>
                      </a: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noAutofit/>
                    </a:bodyPr>
                    <a:lstStyle/>
                    <a:p>
                      <a:pPr algn="l">
                        <a:buNone/>
                      </a:pPr>
                      <a:r>
                        <a:rPr sz="1425" b="1">
                          <a:solidFill>
                            <a:srgbClr val="000000"/>
                          </a:solidFill>
                          <a:latin typeface="Times New Roman"/>
                          <a:ea typeface="Times New Roman"/>
                          <a:cs typeface="Times New Roman"/>
                        </a:rPr>
                        <a:t>Finding</a:t>
                      </a: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noAutofit/>
                    </a:bodyPr>
                    <a:lstStyle/>
                    <a:p>
                      <a:pPr algn="l">
                        <a:buNone/>
                      </a:pPr>
                      <a:r>
                        <a:rPr sz="1425" b="1">
                          <a:solidFill>
                            <a:srgbClr val="000000"/>
                          </a:solidFill>
                          <a:latin typeface="Times New Roman"/>
                          <a:ea typeface="Times New Roman"/>
                          <a:cs typeface="Times New Roman"/>
                        </a:rPr>
                        <a:t>Scope limit</a:t>
                      </a: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r>
              <a:tr h="885825">
                <a:tc>
                  <a:txBody>
                    <a:bodyPr>
                      <a:noAutofit/>
                    </a:bodyPr>
                    <a:lstStyle/>
                    <a:p>
                      <a:pPr algn="ctr">
                        <a:buNone/>
                      </a:pPr>
                      <a:r>
                        <a:rPr sz="1425" b="0">
                          <a:solidFill>
                            <a:srgbClr val="000000"/>
                          </a:solidFill>
                          <a:latin typeface="Times New Roman"/>
                          <a:ea typeface="Times New Roman"/>
                          <a:cs typeface="Times New Roman"/>
                        </a:rPr>
                        <a:t>11</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Zine et al.</a:t>
                      </a:r>
                      <a:endParaRPr sz="1400">
                        <a:latin typeface="Cambria"/>
                        <a:ea typeface="Cambria"/>
                        <a:cs typeface="Cambria"/>
                      </a:endParaRPr>
                    </a:p>
                    <a:p>
                      <a:pPr algn="l"/>
                      <a:r>
                        <a:rPr sz="1425" b="0">
                          <a:solidFill>
                            <a:srgbClr val="000000"/>
                          </a:solidFill>
                          <a:latin typeface="Times New Roman"/>
                          <a:ea typeface="Times New Roman"/>
                          <a:cs typeface="Times New Roman"/>
                        </a:rPr>
                        <a:t>2022</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Simple real-time SOC estimation</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Current integration</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Lead-acid bench tests</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Bench SOC workflow</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LFP tests still needed</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885825">
                <a:tc>
                  <a:txBody>
                    <a:bodyPr>
                      <a:noAutofit/>
                    </a:bodyPr>
                    <a:lstStyle/>
                    <a:p>
                      <a:pPr algn="ctr">
                        <a:buNone/>
                      </a:pPr>
                      <a:r>
                        <a:rPr sz="1425" b="0">
                          <a:solidFill>
                            <a:srgbClr val="000000"/>
                          </a:solidFill>
                          <a:latin typeface="Times New Roman"/>
                          <a:ea typeface="Times New Roman"/>
                          <a:cs typeface="Times New Roman"/>
                        </a:rPr>
                        <a:t>12</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Fahmy et al.</a:t>
                      </a:r>
                      <a:endParaRPr sz="1400">
                        <a:latin typeface="Cambria"/>
                        <a:ea typeface="Cambria"/>
                        <a:cs typeface="Cambria"/>
                      </a:endParaRPr>
                    </a:p>
                    <a:p>
                      <a:pPr algn="l"/>
                      <a:r>
                        <a:rPr sz="1425" b="0">
                          <a:solidFill>
                            <a:srgbClr val="000000"/>
                          </a:solidFill>
                          <a:latin typeface="Times New Roman"/>
                          <a:ea typeface="Times New Roman"/>
                          <a:cs typeface="Times New Roman"/>
                        </a:rPr>
                        <a:t>2023</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SOC with changing conditions</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Coulomb counting plus adaptive UKF</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2.6 Ah Panasonic simulations</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Lower simulated error in comparisons</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Numerical results only</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885825">
                <a:tc>
                  <a:txBody>
                    <a:bodyPr>
                      <a:noAutofit/>
                    </a:bodyPr>
                    <a:lstStyle/>
                    <a:p>
                      <a:pPr algn="ctr">
                        <a:buNone/>
                      </a:pPr>
                      <a:r>
                        <a:rPr sz="1425" b="0">
                          <a:solidFill>
                            <a:srgbClr val="000000"/>
                          </a:solidFill>
                          <a:latin typeface="Times New Roman"/>
                          <a:ea typeface="Times New Roman"/>
                          <a:cs typeface="Times New Roman"/>
                        </a:rPr>
                        <a:t>13</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Wang et al.</a:t>
                      </a:r>
                      <a:endParaRPr>
                        <a:latin typeface="Cambria"/>
                        <a:ea typeface="Cambria"/>
                        <a:cs typeface="Cambria"/>
                      </a:endParaRPr>
                    </a:p>
                    <a:p>
                      <a:pPr algn="l"/>
                      <a:r>
                        <a:rPr sz="1425" b="0">
                          <a:solidFill>
                            <a:srgbClr val="000000"/>
                          </a:solidFill>
                          <a:latin typeface="Times New Roman"/>
                          <a:ea typeface="Times New Roman"/>
                          <a:cs typeface="Times New Roman"/>
                        </a:rPr>
                        <a:t>2023</a:t>
                      </a:r>
                      <a:endParaRPr>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LFP plateau and temperature</a:t>
                      </a:r>
                      <a:endParaRPr>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Temperature ECM; improved EKF</a:t>
                      </a:r>
                      <a:endParaRPr>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LFP chamber / load tests</a:t>
                      </a:r>
                      <a:endParaRPr>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Temperature-aware estimate</a:t>
                      </a:r>
                      <a:endParaRPr>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Needs pack-specific data</a:t>
                      </a:r>
                      <a:endParaRPr>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885825">
                <a:tc>
                  <a:txBody>
                    <a:bodyPr>
                      <a:noAutofit/>
                    </a:bodyPr>
                    <a:lstStyle/>
                    <a:p>
                      <a:pPr algn="ctr">
                        <a:buNone/>
                      </a:pPr>
                      <a:r>
                        <a:rPr sz="1425" b="0">
                          <a:solidFill>
                            <a:srgbClr val="000000"/>
                          </a:solidFill>
                          <a:latin typeface="Times New Roman"/>
                          <a:ea typeface="Times New Roman"/>
                          <a:cs typeface="Times New Roman"/>
                        </a:rPr>
                        <a:t>14</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Turkmanović et al.</a:t>
                      </a:r>
                      <a:endParaRPr sz="1400">
                        <a:latin typeface="Cambria"/>
                        <a:ea typeface="Cambria"/>
                        <a:cs typeface="Cambria"/>
                      </a:endParaRPr>
                    </a:p>
                    <a:p>
                      <a:pPr algn="l"/>
                      <a:r>
                        <a:rPr sz="1425" b="0">
                          <a:solidFill>
                            <a:srgbClr val="000000"/>
                          </a:solidFill>
                          <a:latin typeface="Times New Roman"/>
                          <a:ea typeface="Times New Roman"/>
                          <a:cs typeface="Times New Roman"/>
                        </a:rPr>
                        <a:t>2024</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Estimator energy versus accuracy</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Two EKFs at varied rates</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PC accuracy + STM32H7 timing</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Sample-rate trade-off</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ESP32 timing unknown</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885825">
                <a:tc>
                  <a:txBody>
                    <a:bodyPr>
                      <a:noAutofit/>
                    </a:bodyPr>
                    <a:lstStyle/>
                    <a:p>
                      <a:pPr algn="ctr">
                        <a:buNone/>
                      </a:pPr>
                      <a:r>
                        <a:rPr sz="1425" b="0">
                          <a:solidFill>
                            <a:srgbClr val="000000"/>
                          </a:solidFill>
                          <a:latin typeface="Times New Roman"/>
                          <a:ea typeface="Times New Roman"/>
                          <a:cs typeface="Times New Roman"/>
                        </a:rPr>
                        <a:t>15</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Bampi et al.</a:t>
                      </a:r>
                      <a:endParaRPr sz="1400">
                        <a:latin typeface="Cambria"/>
                        <a:ea typeface="Cambria"/>
                        <a:cs typeface="Cambria"/>
                      </a:endParaRPr>
                    </a:p>
                    <a:p>
                      <a:pPr algn="l"/>
                      <a:r>
                        <a:rPr sz="1425" b="0">
                          <a:solidFill>
                            <a:srgbClr val="000000"/>
                          </a:solidFill>
                          <a:latin typeface="Times New Roman"/>
                          <a:ea typeface="Times New Roman"/>
                          <a:cs typeface="Times New Roman"/>
                        </a:rPr>
                        <a:t>2025</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Battery parameter testing</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Electronic load + ECM / EKF</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LTO cell + ESP32 rig</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Parameter and SOC estimates</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Different test rig</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bl>
          </a:graphicData>
        </a:graphic>
      </p:graphicFrame>
      <p:sp>
        <p:nvSpPr>
          <p:cNvPr id="82" name="Literature topic">
            <a:extLst xmlns:a="http://schemas.openxmlformats.org/drawingml/2006/main">
              <a:ext uri="{FF2B5EF4-FFF2-40B4-BE49-F238E27FC236}">
                <a16:creationId xmlns:a16="http://schemas.microsoft.com/office/drawing/2014/main" id="{D10122F3-4BBF-40D6-B0DD-BB095528EA38}"/>
              </a:ext>
            </a:extLst>
          </p:cNvPr>
          <p:cNvSpPr>
            <a:spLocks xmlns:a="http://schemas.openxmlformats.org/drawingml/2006/main" noGrp="1"/>
          </p:cNvSpPr>
          <p:nvPr/>
        </p:nvSpPr>
        <p:spPr>
          <a:xfrm xmlns:a="http://schemas.openxmlformats.org/drawingml/2006/main">
            <a:off x="457200" y="6238875"/>
            <a:ext cx="80200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defRPr sz="1575" b="0">
                <a:solidFill>
                  <a:srgbClr val="595959"/>
                </a:solidFill>
                <a:latin typeface="Times New Roman"/>
                <a:ea typeface="Times New Roman"/>
                <a:cs typeface="Times New Roman"/>
              </a:defRPr>
            </a:pPr>
            <a:r>
              <a:rPr sz="1575" b="0">
                <a:solidFill>
                  <a:srgbClr val="595959"/>
                </a:solidFill>
                <a:latin typeface="Times New Roman"/>
                <a:ea typeface="Times New Roman"/>
                <a:cs typeface="Times New Roman"/>
              </a:rPr>
              <a:t>Battery measurement and validation</a:t>
            </a:r>
          </a:p>
        </p:txBody>
      </p:sp>
    </p:spTree>
    <p:extLst>
      <p:ext uri="{BB962C8B-B14F-4D97-AF65-F5344CB8AC3E}">
        <p14:creationId xmlns:p14="http://schemas.microsoft.com/office/powerpoint/2010/main" val="1051589790"/>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79" name="Google Shape;79;p3">
            <a:extLst xmlns:a="http://schemas.openxmlformats.org/drawingml/2006/main">
              <a:ext uri="{FF2B5EF4-FFF2-40B4-BE49-F238E27FC236}">
                <a16:creationId xmlns:a16="http://schemas.microsoft.com/office/drawing/2014/main" id="{C890AF60-8B19-4F47-B234-5CAB1E850CAB}"/>
              </a:ext>
            </a:extLst>
          </p:cNvPr>
          <p:cNvSpPr>
            <a:spLocks xmlns:a="http://schemas.openxmlformats.org/drawingml/2006/main" noGrp="1"/>
          </p:cNvSpPr>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595959"/>
              </a:buClr>
              <a:buSzPts val="1000"/>
              <a:buFont typeface="Arial"/>
              <a:buNone/>
              <a:defRPr sz="975" b="0">
                <a:solidFill>
                  <a:srgbClr val="595959"/>
                </a:solidFill>
                <a:latin typeface="Arial"/>
                <a:ea typeface="Arial"/>
                <a:cs typeface="Arial"/>
              </a:defRPr>
            </a:pPr>
            <a:fld id="{8C630A04-5A25-9E0C-9436-126091DB86B3}" type="slidenum">
              <a:rPr sz="975" b="0" i="0" u="none">
                <a:solidFill>
                  <a:srgbClr val="595959"/>
                </a:solidFill>
                <a:latin typeface="Arial"/>
                <a:ea typeface="Arial"/>
                <a:cs typeface="Arial"/>
              </a:rPr>
              <a:t>6</a:t>
            </a:fld>
            <a:endParaRPr/>
          </a:p>
        </p:txBody>
      </p:sp>
      <p:sp>
        <p:nvSpPr>
          <p:cNvPr id="80" name="Google Shape;80;p3">
            <a:extLst xmlns:a="http://schemas.openxmlformats.org/drawingml/2006/main">
              <a:ext uri="{FF2B5EF4-FFF2-40B4-BE49-F238E27FC236}">
                <a16:creationId xmlns:a16="http://schemas.microsoft.com/office/drawing/2014/main" id="{3F6602DC-A04C-47BB-B34A-82D6108D83A1}"/>
              </a:ext>
            </a:extLst>
          </p:cNvPr>
          <p:cNvSpPr>
            <a:spLocks xmlns:a="http://schemas.openxmlformats.org/drawingml/2006/main" noGrp="1"/>
          </p:cNvSpPr>
          <p:nvPr/>
        </p:nvSpPr>
        <p:spPr>
          <a:xfrm xmlns:a="http://schemas.openxmlformats.org/drawingml/2006/main">
            <a:off x="1371600" y="209550"/>
            <a:ext cx="6429375" cy="571500"/>
          </a:xfrm>
          <a:prstGeom xmlns:a="http://schemas.openxmlformats.org/drawingml/2006/main" prst="rect">
            <a:avLst/>
          </a:prstGeom>
          <a:solidFill xmlns:a="http://schemas.openxmlformats.org/drawingml/2006/main">
            <a:srgbClr val="FFEED9"/>
          </a:solidFill>
          <a:ln xmlns:a="http://schemas.openxmlformats.org/drawingml/2006/main" w="9525" cmpd="sng">
            <a:solidFill>
              <a:schemeClr val="dk1"/>
            </a:solidFill>
            <a:prstDash val="solid"/>
            <a:headEnd type="none" w="sm" len="sm"/>
            <a:tailEnd type="none" w="sm" len="sm"/>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257175" lvl="0" indent="-257175" algn="ctr">
              <a:buClr>
                <a:schemeClr val="dk1"/>
              </a:buClr>
              <a:buSzPts val="2800"/>
              <a:buNone/>
              <a:defRPr sz="2550" b="1">
                <a:solidFill>
                  <a:srgbClr val="000000"/>
                </a:solidFill>
                <a:latin typeface="Times New Roman"/>
                <a:ea typeface="Times New Roman"/>
                <a:cs typeface="Times New Roman"/>
              </a:defRPr>
            </a:pPr>
            <a:r>
              <a:rPr sz="2550" b="1">
                <a:solidFill>
                  <a:srgbClr val="000000"/>
                </a:solidFill>
                <a:latin typeface="Times New Roman"/>
                <a:ea typeface="Times New Roman"/>
                <a:cs typeface="Times New Roman"/>
              </a:rPr>
              <a:t>Literature Survey 4 of 4</a:t>
            </a:r>
            <a:endParaRPr/>
          </a:p>
        </p:txBody>
      </p:sp>
      <p:graphicFrame>
        <p:nvGraphicFramePr>
          <p:cNvPr id="85" name="Table 2"/>
          <p:cNvGraphicFramePr/>
          <p:nvPr/>
        </p:nvGraphicFramePr>
        <p:xfrm>
          <a:off xmlns:a="http://schemas.openxmlformats.org/drawingml/2006/main" x="285750" y="1133475"/>
          <a:ext xmlns:a="http://schemas.openxmlformats.org/drawingml/2006/main" cx="8524875" cy="4924425"/>
        </p:xfrm>
        <a:graphic xmlns:a="http://schemas.openxmlformats.org/drawingml/2006/main">
          <a:graphicData uri="http://schemas.openxmlformats.org/drawingml/2006/table">
            <a:tbl>
              <a:tblPr/>
              <a:tblGrid>
                <a:gridCol w="400050"/>
                <a:gridCol w="1400175"/>
                <a:gridCol w="1247775"/>
                <a:gridCol w="1323975"/>
                <a:gridCol w="1304925"/>
                <a:gridCol w="1514475"/>
                <a:gridCol w="1333500"/>
              </a:tblGrid>
              <a:tr h="495300">
                <a:tc>
                  <a:txBody>
                    <a:bodyPr>
                      <a:noAutofit/>
                    </a:bodyPr>
                    <a:lstStyle/>
                    <a:p>
                      <a:pPr algn="ctr">
                        <a:buNone/>
                      </a:pPr>
                      <a:r>
                        <a:rPr sz="1425" b="1">
                          <a:solidFill>
                            <a:srgbClr val="000000"/>
                          </a:solidFill>
                          <a:latin typeface="Times New Roman"/>
                          <a:ea typeface="Times New Roman"/>
                          <a:cs typeface="Times New Roman"/>
                        </a:rPr>
                        <a:t>No</a:t>
                      </a: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noAutofit/>
                    </a:bodyPr>
                    <a:lstStyle/>
                    <a:p>
                      <a:pPr algn="l">
                        <a:buNone/>
                      </a:pPr>
                      <a:r>
                        <a:rPr sz="1425" b="1">
                          <a:solidFill>
                            <a:srgbClr val="000000"/>
                          </a:solidFill>
                          <a:latin typeface="Times New Roman"/>
                          <a:ea typeface="Times New Roman"/>
                          <a:cs typeface="Times New Roman"/>
                        </a:rPr>
                        <a:t>Author, Year</a:t>
                      </a: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noAutofit/>
                    </a:bodyPr>
                    <a:lstStyle/>
                    <a:p>
                      <a:pPr algn="l">
                        <a:buNone/>
                      </a:pPr>
                      <a:r>
                        <a:rPr sz="1425" b="1">
                          <a:solidFill>
                            <a:srgbClr val="000000"/>
                          </a:solidFill>
                          <a:latin typeface="Times New Roman"/>
                          <a:ea typeface="Times New Roman"/>
                          <a:cs typeface="Times New Roman"/>
                        </a:rPr>
                        <a:t>Problem</a:t>
                      </a: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noAutofit/>
                    </a:bodyPr>
                    <a:lstStyle/>
                    <a:p>
                      <a:pPr algn="l">
                        <a:buNone/>
                      </a:pPr>
                      <a:r>
                        <a:rPr sz="1425" b="1">
                          <a:solidFill>
                            <a:srgbClr val="000000"/>
                          </a:solidFill>
                          <a:latin typeface="Times New Roman"/>
                          <a:ea typeface="Times New Roman"/>
                          <a:cs typeface="Times New Roman"/>
                        </a:rPr>
                        <a:t>Method</a:t>
                      </a: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noAutofit/>
                    </a:bodyPr>
                    <a:lstStyle/>
                    <a:p>
                      <a:pPr algn="l">
                        <a:buNone/>
                      </a:pPr>
                      <a:r>
                        <a:rPr sz="1425" b="1">
                          <a:solidFill>
                            <a:srgbClr val="000000"/>
                          </a:solidFill>
                          <a:latin typeface="Times New Roman"/>
                          <a:ea typeface="Times New Roman"/>
                          <a:cs typeface="Times New Roman"/>
                        </a:rPr>
                        <a:t>Data / tests</a:t>
                      </a: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noAutofit/>
                    </a:bodyPr>
                    <a:lstStyle/>
                    <a:p>
                      <a:pPr algn="l">
                        <a:buNone/>
                      </a:pPr>
                      <a:r>
                        <a:rPr sz="1425" b="1">
                          <a:solidFill>
                            <a:srgbClr val="000000"/>
                          </a:solidFill>
                          <a:latin typeface="Times New Roman"/>
                          <a:ea typeface="Times New Roman"/>
                          <a:cs typeface="Times New Roman"/>
                        </a:rPr>
                        <a:t>Finding</a:t>
                      </a: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noAutofit/>
                    </a:bodyPr>
                    <a:lstStyle/>
                    <a:p>
                      <a:pPr algn="l">
                        <a:buNone/>
                      </a:pPr>
                      <a:r>
                        <a:rPr sz="1425" b="1">
                          <a:solidFill>
                            <a:srgbClr val="000000"/>
                          </a:solidFill>
                          <a:latin typeface="Times New Roman"/>
                          <a:ea typeface="Times New Roman"/>
                          <a:cs typeface="Times New Roman"/>
                        </a:rPr>
                        <a:t>Scope limit</a:t>
                      </a: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r>
              <a:tr h="885825">
                <a:tc>
                  <a:txBody>
                    <a:bodyPr>
                      <a:noAutofit/>
                    </a:bodyPr>
                    <a:lstStyle/>
                    <a:p>
                      <a:pPr algn="ctr">
                        <a:buNone/>
                      </a:pPr>
                      <a:r>
                        <a:rPr sz="1425" b="0">
                          <a:solidFill>
                            <a:srgbClr val="000000"/>
                          </a:solidFill>
                          <a:latin typeface="Times New Roman"/>
                          <a:ea typeface="Times New Roman"/>
                          <a:cs typeface="Times New Roman"/>
                        </a:rPr>
                        <a:t>16</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Marahatta et al.</a:t>
                      </a:r>
                      <a:endParaRPr sz="1400">
                        <a:latin typeface="Cambria"/>
                        <a:ea typeface="Cambria"/>
                        <a:cs typeface="Cambria"/>
                      </a:endParaRPr>
                    </a:p>
                    <a:p>
                      <a:pPr algn="l"/>
                      <a:r>
                        <a:rPr sz="1425" b="0">
                          <a:solidFill>
                            <a:srgbClr val="000000"/>
                          </a:solidFill>
                          <a:latin typeface="Times New Roman"/>
                          <a:ea typeface="Times New Roman"/>
                          <a:cs typeface="Times New Roman"/>
                        </a:rPr>
                        <a:t>2021</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Limited rural energy supply</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Priority switching + SCADA</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Laboratory solar-battery microgrid</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Maintains essential-load service</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Three-level solar system</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885825">
                <a:tc>
                  <a:txBody>
                    <a:bodyPr>
                      <a:noAutofit/>
                    </a:bodyPr>
                    <a:lstStyle/>
                    <a:p>
                      <a:pPr algn="ctr">
                        <a:buNone/>
                      </a:pPr>
                      <a:r>
                        <a:rPr sz="1425" b="0">
                          <a:solidFill>
                            <a:srgbClr val="000000"/>
                          </a:solidFill>
                          <a:latin typeface="Times New Roman"/>
                          <a:ea typeface="Times New Roman"/>
                          <a:cs typeface="Times New Roman"/>
                        </a:rPr>
                        <a:t>17</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Rajbhandari et al.</a:t>
                      </a:r>
                      <a:endParaRPr sz="1400">
                        <a:latin typeface="Cambria"/>
                        <a:ea typeface="Cambria"/>
                        <a:cs typeface="Cambria"/>
                      </a:endParaRPr>
                    </a:p>
                    <a:p>
                      <a:pPr algn="l"/>
                      <a:r>
                        <a:rPr sz="1425" b="0">
                          <a:solidFill>
                            <a:srgbClr val="000000"/>
                          </a:solidFill>
                          <a:latin typeface="Times New Roman"/>
                          <a:ea typeface="Times New Roman"/>
                          <a:cs typeface="Times New Roman"/>
                        </a:rPr>
                        <a:t>2024</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Variable solar supply</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Day-ahead forecasts + PSO</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Generation/load simulations</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Improves priority-load continuity</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Requires forecasts and optimisation</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885825">
                <a:tc>
                  <a:txBody>
                    <a:bodyPr>
                      <a:noAutofit/>
                    </a:bodyPr>
                    <a:lstStyle/>
                    <a:p>
                      <a:pPr algn="ctr">
                        <a:buNone/>
                      </a:pPr>
                      <a:r>
                        <a:rPr sz="1425" b="0">
                          <a:solidFill>
                            <a:srgbClr val="000000"/>
                          </a:solidFill>
                          <a:latin typeface="Times New Roman"/>
                          <a:ea typeface="Times New Roman"/>
                          <a:cs typeface="Times New Roman"/>
                        </a:rPr>
                        <a:t>18</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Guo &amp; Kors</a:t>
                      </a:r>
                      <a:endParaRPr>
                        <a:latin typeface="Cambria"/>
                        <a:ea typeface="Cambria"/>
                        <a:cs typeface="Cambria"/>
                      </a:endParaRPr>
                    </a:p>
                    <a:p>
                      <a:pPr algn="l"/>
                      <a:r>
                        <a:rPr sz="1425" b="0">
                          <a:solidFill>
                            <a:srgbClr val="000000"/>
                          </a:solidFill>
                          <a:latin typeface="Times New Roman"/>
                          <a:ea typeface="Times New Roman"/>
                          <a:cs typeface="Times New Roman"/>
                        </a:rPr>
                        <a:t>2021</a:t>
                      </a:r>
                      <a:endParaRPr>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Renewable energy teaching</a:t>
                      </a:r>
                      <a:endParaRPr>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Sensors, Raspberry Pi, SCADA</a:t>
                      </a:r>
                      <a:endParaRPr>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Outdoor rig + student tests</a:t>
                      </a:r>
                      <a:endParaRPr>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Integrated educational platform</a:t>
                      </a:r>
                      <a:endParaRPr>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No signature matching</a:t>
                      </a:r>
                      <a:endParaRPr>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885825">
                <a:tc>
                  <a:txBody>
                    <a:bodyPr>
                      <a:noAutofit/>
                    </a:bodyPr>
                    <a:lstStyle/>
                    <a:p>
                      <a:pPr algn="ctr">
                        <a:buNone/>
                      </a:pPr>
                      <a:r>
                        <a:rPr sz="1425" b="0">
                          <a:solidFill>
                            <a:srgbClr val="000000"/>
                          </a:solidFill>
                          <a:latin typeface="Times New Roman"/>
                          <a:ea typeface="Times New Roman"/>
                          <a:cs typeface="Times New Roman"/>
                        </a:rPr>
                        <a:t>19</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Yusubov &amp; Bekirova</a:t>
                      </a:r>
                      <a:endParaRPr sz="1400">
                        <a:latin typeface="Cambria"/>
                        <a:ea typeface="Cambria"/>
                        <a:cs typeface="Cambria"/>
                      </a:endParaRPr>
                    </a:p>
                    <a:p>
                      <a:pPr algn="l"/>
                      <a:r>
                        <a:rPr sz="1425" b="0">
                          <a:solidFill>
                            <a:srgbClr val="000000"/>
                          </a:solidFill>
                          <a:latin typeface="Times New Roman"/>
                          <a:ea typeface="Times New Roman"/>
                          <a:cs typeface="Times New Roman"/>
                        </a:rPr>
                        <a:t>2023</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Variable PV output and demand</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Power/SOC rules + load shedding</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Standalone DC microgrid simulations</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Coordinates loads within SOC bounds</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No physical validation reported</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885825">
                <a:tc>
                  <a:txBody>
                    <a:bodyPr>
                      <a:noAutofit/>
                    </a:bodyPr>
                    <a:lstStyle/>
                    <a:p>
                      <a:pPr algn="ctr">
                        <a:buNone/>
                      </a:pPr>
                      <a:r>
                        <a:rPr sz="1425" b="0">
                          <a:solidFill>
                            <a:srgbClr val="000000"/>
                          </a:solidFill>
                          <a:latin typeface="Times New Roman"/>
                          <a:ea typeface="Times New Roman"/>
                          <a:cs typeface="Times New Roman"/>
                        </a:rPr>
                        <a:t>20</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Basantes et al.</a:t>
                      </a:r>
                      <a:endParaRPr sz="1400">
                        <a:latin typeface="Cambria"/>
                        <a:ea typeface="Cambria"/>
                        <a:cs typeface="Cambria"/>
                      </a:endParaRPr>
                    </a:p>
                    <a:p>
                      <a:pPr algn="l"/>
                      <a:r>
                        <a:rPr sz="1425" b="0">
                          <a:solidFill>
                            <a:srgbClr val="000000"/>
                          </a:solidFill>
                          <a:latin typeface="Times New Roman"/>
                          <a:ea typeface="Times New Roman"/>
                          <a:cs typeface="Times New Roman"/>
                        </a:rPr>
                        <a:t>2023</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Dispatch cost and battery limits</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Hierarchical control + MPC</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Simulink + FICO Xpress scenarios</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Reduces simulated operating cost</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Battery degradation model deferred</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bl>
          </a:graphicData>
        </a:graphic>
      </p:graphicFrame>
      <p:sp>
        <p:nvSpPr>
          <p:cNvPr id="82" name="Literature topic">
            <a:extLst xmlns:a="http://schemas.openxmlformats.org/drawingml/2006/main">
              <a:ext uri="{FF2B5EF4-FFF2-40B4-BE49-F238E27FC236}">
                <a16:creationId xmlns:a16="http://schemas.microsoft.com/office/drawing/2014/main" id="{16AF31C6-F170-4615-BB61-3A70FD593E34}"/>
              </a:ext>
            </a:extLst>
          </p:cNvPr>
          <p:cNvSpPr>
            <a:spLocks xmlns:a="http://schemas.openxmlformats.org/drawingml/2006/main" noGrp="1"/>
          </p:cNvSpPr>
          <p:nvPr/>
        </p:nvSpPr>
        <p:spPr>
          <a:xfrm xmlns:a="http://schemas.openxmlformats.org/drawingml/2006/main">
            <a:off x="457200" y="6238875"/>
            <a:ext cx="80200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defRPr sz="1575" b="0">
                <a:solidFill>
                  <a:srgbClr val="595959"/>
                </a:solidFill>
                <a:latin typeface="Times New Roman"/>
                <a:ea typeface="Times New Roman"/>
                <a:cs typeface="Times New Roman"/>
              </a:defRPr>
            </a:pPr>
            <a:r>
              <a:rPr sz="1575" b="0">
                <a:solidFill>
                  <a:srgbClr val="595959"/>
                </a:solidFill>
                <a:latin typeface="Times New Roman"/>
                <a:ea typeface="Times New Roman"/>
                <a:cs typeface="Times New Roman"/>
              </a:rPr>
              <a:t>Monitoring and energy-management integration</a:t>
            </a:r>
          </a:p>
        </p:txBody>
      </p:sp>
    </p:spTree>
    <p:extLst>
      <p:ext uri="{BB962C8B-B14F-4D97-AF65-F5344CB8AC3E}">
        <p14:creationId xmlns:p14="http://schemas.microsoft.com/office/powerpoint/2010/main" val="3091772551"/>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79" name="Google Shape;79;p3">
            <a:extLst xmlns:a="http://schemas.openxmlformats.org/drawingml/2006/main">
              <a:ext uri="{FF2B5EF4-FFF2-40B4-BE49-F238E27FC236}">
                <a16:creationId xmlns:a16="http://schemas.microsoft.com/office/drawing/2014/main" id="{14953708-870D-42D0-8B19-82C38E9446F8}"/>
              </a:ext>
            </a:extLst>
          </p:cNvPr>
          <p:cNvSpPr>
            <a:spLocks xmlns:a="http://schemas.openxmlformats.org/drawingml/2006/main" noGrp="1"/>
          </p:cNvSpPr>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595959"/>
              </a:buClr>
              <a:buSzPts val="1000"/>
              <a:buFont typeface="Arial"/>
              <a:buNone/>
              <a:defRPr sz="975" b="0">
                <a:solidFill>
                  <a:srgbClr val="595959"/>
                </a:solidFill>
                <a:latin typeface="Arial"/>
                <a:ea typeface="Arial"/>
                <a:cs typeface="Arial"/>
              </a:defRPr>
            </a:pPr>
            <a:fld id="{D3D7D1C8-AE23-AA48-DF65-C742588DBE47}" type="slidenum">
              <a:rPr sz="975" b="0" i="0" u="none">
                <a:solidFill>
                  <a:srgbClr val="595959"/>
                </a:solidFill>
                <a:latin typeface="Arial"/>
                <a:ea typeface="Arial"/>
                <a:cs typeface="Arial"/>
              </a:rPr>
              <a:t>7</a:t>
            </a:fld>
            <a:endParaRPr/>
          </a:p>
        </p:txBody>
      </p:sp>
      <p:sp>
        <p:nvSpPr>
          <p:cNvPr id="80" name="Google Shape;80;p3">
            <a:extLst xmlns:a="http://schemas.openxmlformats.org/drawingml/2006/main">
              <a:ext uri="{FF2B5EF4-FFF2-40B4-BE49-F238E27FC236}">
                <a16:creationId xmlns:a16="http://schemas.microsoft.com/office/drawing/2014/main" id="{23ABCAA9-61FE-4B40-9920-495B859A6715}"/>
              </a:ext>
            </a:extLst>
          </p:cNvPr>
          <p:cNvSpPr>
            <a:spLocks xmlns:a="http://schemas.openxmlformats.org/drawingml/2006/main" noGrp="1"/>
          </p:cNvSpPr>
          <p:nvPr/>
        </p:nvSpPr>
        <p:spPr>
          <a:xfrm xmlns:a="http://schemas.openxmlformats.org/drawingml/2006/main">
            <a:off x="1371600" y="209550"/>
            <a:ext cx="6429375" cy="571500"/>
          </a:xfrm>
          <a:prstGeom xmlns:a="http://schemas.openxmlformats.org/drawingml/2006/main" prst="rect">
            <a:avLst/>
          </a:prstGeom>
          <a:solidFill xmlns:a="http://schemas.openxmlformats.org/drawingml/2006/main">
            <a:srgbClr val="FFEED9"/>
          </a:solidFill>
          <a:ln xmlns:a="http://schemas.openxmlformats.org/drawingml/2006/main" w="9525" cmpd="sng">
            <a:solidFill>
              <a:schemeClr val="dk1"/>
            </a:solidFill>
            <a:prstDash val="solid"/>
            <a:headEnd type="none" w="sm" len="sm"/>
            <a:tailEnd type="none" w="sm" len="sm"/>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257175" lvl="0" indent="-257175" algn="ctr">
              <a:buClr>
                <a:schemeClr val="dk1"/>
              </a:buClr>
              <a:buSzPts val="2800"/>
              <a:buNone/>
              <a:defRPr sz="2325" b="1">
                <a:solidFill>
                  <a:srgbClr val="000000"/>
                </a:solidFill>
                <a:latin typeface="Times New Roman"/>
                <a:ea typeface="Times New Roman"/>
                <a:cs typeface="Times New Roman"/>
              </a:defRPr>
            </a:pPr>
            <a:r>
              <a:rPr sz="2325" b="1">
                <a:solidFill>
                  <a:srgbClr val="000000"/>
                </a:solidFill>
                <a:latin typeface="Times New Roman"/>
                <a:ea typeface="Times New Roman"/>
                <a:cs typeface="Times New Roman"/>
              </a:rPr>
              <a:t>Research Gap / Problem Identification</a:t>
            </a:r>
            <a:endParaRPr/>
          </a:p>
        </p:txBody>
      </p:sp>
      <p:sp>
        <p:nvSpPr>
          <p:cNvPr id="81" name="Research gap">
            <a:extLst xmlns:a="http://schemas.openxmlformats.org/drawingml/2006/main">
              <a:ext uri="{FF2B5EF4-FFF2-40B4-BE49-F238E27FC236}">
                <a16:creationId xmlns:a16="http://schemas.microsoft.com/office/drawing/2014/main" id="{842F29D4-F732-4A90-AD91-CB7E44F55E4C}"/>
              </a:ext>
            </a:extLst>
          </p:cNvPr>
          <p:cNvSpPr>
            <a:spLocks xmlns:a="http://schemas.openxmlformats.org/drawingml/2006/main" noGrp="1"/>
          </p:cNvSpPr>
          <p:nvPr/>
        </p:nvSpPr>
        <p:spPr>
          <a:xfrm xmlns:a="http://schemas.openxmlformats.org/drawingml/2006/main">
            <a:off x="876300" y="1323975"/>
            <a:ext cx="759142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38100" rIns="38100" bIns="38100" anchor="t">
            <a:noAutofit/>
          </a:bodyPr>
          <a:lstStyle xmlns:a="http://schemas.openxmlformats.org/drawingml/2006/main"/>
          <a:p xmlns:a="http://schemas.openxmlformats.org/drawingml/2006/main">
            <a:pPr marL="304800" indent="-203200" algn="l">
              <a:spcAft>
                <a:spcPts val="1300"/>
              </a:spcAft>
              <a:buChar char="•"/>
              <a:defRPr sz="2175" b="0">
                <a:solidFill>
                  <a:srgbClr val="000000"/>
                </a:solidFill>
                <a:latin typeface="Times New Roman"/>
                <a:ea typeface="Times New Roman"/>
                <a:cs typeface="Times New Roman"/>
              </a:defRPr>
            </a:pPr>
            <a:r>
              <a:rPr sz="2175" b="0">
                <a:solidFill>
                  <a:srgbClr val="000000"/>
                </a:solidFill>
                <a:latin typeface="Times New Roman"/>
                <a:ea typeface="Times New Roman"/>
                <a:cs typeface="Times New Roman"/>
              </a:rPr>
              <a:t>Published recognition results depend on sensors, sampling rate and dataset.</a:t>
            </a:r>
          </a:p>
          <a:p xmlns:a="http://schemas.openxmlformats.org/drawingml/2006/main">
            <a:pPr marL="304800" indent="-203200" algn="l">
              <a:spcAft>
                <a:spcPts val="1300"/>
              </a:spcAft>
              <a:buChar char="•"/>
              <a:defRPr sz="2175" b="0">
                <a:solidFill>
                  <a:srgbClr val="000000"/>
                </a:solidFill>
                <a:latin typeface="Times New Roman"/>
                <a:ea typeface="Times New Roman"/>
                <a:cs typeface="Times New Roman"/>
              </a:defRPr>
            </a:pPr>
            <a:r>
              <a:rPr sz="2175" b="0">
                <a:solidFill>
                  <a:srgbClr val="000000"/>
                </a:solidFill>
                <a:latin typeface="Times New Roman"/>
                <a:ea typeface="Times New Roman"/>
                <a:cs typeface="Times New Roman"/>
              </a:rPr>
              <a:t>Similar load profiles and unseen devices can make identification uncertain.</a:t>
            </a:r>
          </a:p>
          <a:p xmlns:a="http://schemas.openxmlformats.org/drawingml/2006/main">
            <a:pPr marL="304800" indent="-203200" algn="l">
              <a:spcAft>
                <a:spcPts val="1300"/>
              </a:spcAft>
              <a:buChar char="•"/>
              <a:defRPr sz="2175" b="0">
                <a:solidFill>
                  <a:srgbClr val="000000"/>
                </a:solidFill>
                <a:latin typeface="Times New Roman"/>
                <a:ea typeface="Times New Roman"/>
                <a:cs typeface="Times New Roman"/>
              </a:defRPr>
            </a:pPr>
            <a:r>
              <a:rPr sz="2175" b="0">
                <a:solidFill>
                  <a:srgbClr val="000000"/>
                </a:solidFill>
                <a:latin typeface="Times New Roman"/>
                <a:ea typeface="Times New Roman"/>
                <a:cs typeface="Times New Roman"/>
              </a:rPr>
              <a:t>Runtime also depends on usable capacity, charge reference and actual demand.</a:t>
            </a:r>
          </a:p>
          <a:p xmlns:a="http://schemas.openxmlformats.org/drawingml/2006/main">
            <a:pPr marL="304800" indent="-203200" algn="l">
              <a:spcAft>
                <a:spcPts val="1300"/>
              </a:spcAft>
              <a:buChar char="•"/>
              <a:defRPr sz="2175" b="0">
                <a:solidFill>
                  <a:srgbClr val="000000"/>
                </a:solidFill>
                <a:latin typeface="Times New Roman"/>
                <a:ea typeface="Times New Roman"/>
                <a:cs typeface="Times New Roman"/>
              </a:defRPr>
            </a:pPr>
            <a:r>
              <a:rPr sz="2175" b="0">
                <a:solidFill>
                  <a:srgbClr val="000000"/>
                </a:solidFill>
                <a:latin typeface="Times New Roman"/>
                <a:ea typeface="Times New Roman"/>
                <a:cs typeface="Times New Roman"/>
              </a:rPr>
              <a:t>A low-cost DC prototype must evaluate the complete measurement chain.</a:t>
            </a:r>
          </a:p>
          <a:p xmlns:a="http://schemas.openxmlformats.org/drawingml/2006/main">
            <a:pPr marL="304800" indent="-203200" algn="l">
              <a:spcAft>
                <a:spcPts val="1300"/>
              </a:spcAft>
              <a:buChar char="•"/>
              <a:defRPr sz="2175" b="0">
                <a:solidFill>
                  <a:srgbClr val="000000"/>
                </a:solidFill>
                <a:latin typeface="Times New Roman"/>
                <a:ea typeface="Times New Roman"/>
                <a:cs typeface="Times New Roman"/>
              </a:defRPr>
            </a:pPr>
            <a:r>
              <a:rPr sz="2175" b="0">
                <a:solidFill>
                  <a:srgbClr val="000000"/>
                </a:solidFill>
                <a:latin typeface="Times New Roman"/>
                <a:ea typeface="Times New Roman"/>
                <a:cs typeface="Times New Roman"/>
              </a:rPr>
              <a:t>Our focus is signature matching with uncertainty, energy estimates and runtime error.</a:t>
            </a:r>
          </a:p>
        </p:txBody>
      </p:sp>
      <p:sp>
        <p:nvSpPr>
          <p:cNvPr id="82" name="Project contribution">
            <a:extLst xmlns:a="http://schemas.openxmlformats.org/drawingml/2006/main">
              <a:ext uri="{FF2B5EF4-FFF2-40B4-BE49-F238E27FC236}">
                <a16:creationId xmlns:a16="http://schemas.microsoft.com/office/drawing/2014/main" id="{E5DDE454-5C64-468D-BDC9-085AAA0AF3AE}"/>
              </a:ext>
            </a:extLst>
          </p:cNvPr>
          <p:cNvSpPr>
            <a:spLocks xmlns:a="http://schemas.openxmlformats.org/drawingml/2006/main" noGrp="1"/>
          </p:cNvSpPr>
          <p:nvPr/>
        </p:nvSpPr>
        <p:spPr>
          <a:xfrm xmlns:a="http://schemas.openxmlformats.org/drawingml/2006/main">
            <a:off x="876300" y="5629275"/>
            <a:ext cx="759142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defRPr sz="2175" b="1">
                <a:solidFill>
                  <a:srgbClr val="7030A0"/>
                </a:solidFill>
                <a:latin typeface="Times New Roman"/>
                <a:ea typeface="Times New Roman"/>
                <a:cs typeface="Times New Roman"/>
              </a:defRPr>
            </a:pPr>
            <a:r>
              <a:rPr sz="2175" b="1">
                <a:solidFill>
                  <a:srgbClr val="7030A0"/>
                </a:solidFill>
                <a:latin typeface="Times New Roman"/>
                <a:ea typeface="Times New Roman"/>
                <a:cs typeface="Times New Roman"/>
              </a:rPr>
              <a:t>Proposed contribution: connect measured load behaviour with available battery energy.</a:t>
            </a:r>
          </a:p>
        </p:txBody>
      </p:sp>
    </p:spTree>
    <p:extLst>
      <p:ext uri="{BB962C8B-B14F-4D97-AF65-F5344CB8AC3E}">
        <p14:creationId xmlns:p14="http://schemas.microsoft.com/office/powerpoint/2010/main" val="4163415987"/>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79" name="Google Shape;79;p3">
            <a:extLst xmlns:a="http://schemas.openxmlformats.org/drawingml/2006/main">
              <a:ext uri="{FF2B5EF4-FFF2-40B4-BE49-F238E27FC236}">
                <a16:creationId xmlns:a16="http://schemas.microsoft.com/office/drawing/2014/main" id="{6BAFA4E9-41FA-453E-93F9-2467BAC9ECA5}"/>
              </a:ext>
            </a:extLst>
          </p:cNvPr>
          <p:cNvSpPr>
            <a:spLocks xmlns:a="http://schemas.openxmlformats.org/drawingml/2006/main" noGrp="1"/>
          </p:cNvSpPr>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595959"/>
              </a:buClr>
              <a:buSzPts val="1000"/>
              <a:buFont typeface="Arial"/>
              <a:buNone/>
              <a:defRPr sz="975" b="0">
                <a:solidFill>
                  <a:srgbClr val="595959"/>
                </a:solidFill>
                <a:latin typeface="Arial"/>
                <a:ea typeface="Arial"/>
                <a:cs typeface="Arial"/>
              </a:defRPr>
            </a:pPr>
            <a:fld id="{BA58DA2A-B818-18A9-29C1-B697728D5BCE}" type="slidenum">
              <a:rPr sz="975" b="0" i="0" u="none">
                <a:solidFill>
                  <a:srgbClr val="595959"/>
                </a:solidFill>
                <a:latin typeface="Arial"/>
                <a:ea typeface="Arial"/>
                <a:cs typeface="Arial"/>
              </a:rPr>
              <a:t>8</a:t>
            </a:fld>
            <a:endParaRPr/>
          </a:p>
        </p:txBody>
      </p:sp>
      <p:sp>
        <p:nvSpPr>
          <p:cNvPr id="80" name="Google Shape;80;p3">
            <a:extLst xmlns:a="http://schemas.openxmlformats.org/drawingml/2006/main">
              <a:ext uri="{FF2B5EF4-FFF2-40B4-BE49-F238E27FC236}">
                <a16:creationId xmlns:a16="http://schemas.microsoft.com/office/drawing/2014/main" id="{A2DE42AB-A3DA-4463-9222-CE3CC85B82B8}"/>
              </a:ext>
            </a:extLst>
          </p:cNvPr>
          <p:cNvSpPr>
            <a:spLocks xmlns:a="http://schemas.openxmlformats.org/drawingml/2006/main" noGrp="1"/>
          </p:cNvSpPr>
          <p:nvPr/>
        </p:nvSpPr>
        <p:spPr>
          <a:xfrm xmlns:a="http://schemas.openxmlformats.org/drawingml/2006/main">
            <a:off x="1371600" y="209550"/>
            <a:ext cx="6429375" cy="571500"/>
          </a:xfrm>
          <a:prstGeom xmlns:a="http://schemas.openxmlformats.org/drawingml/2006/main" prst="rect">
            <a:avLst/>
          </a:prstGeom>
          <a:solidFill xmlns:a="http://schemas.openxmlformats.org/drawingml/2006/main">
            <a:srgbClr val="FFEED9"/>
          </a:solidFill>
          <a:ln xmlns:a="http://schemas.openxmlformats.org/drawingml/2006/main" w="9525" cmpd="sng">
            <a:solidFill>
              <a:schemeClr val="dk1"/>
            </a:solidFill>
            <a:prstDash val="solid"/>
            <a:headEnd type="none" w="sm" len="sm"/>
            <a:tailEnd type="none" w="sm" len="sm"/>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257175" lvl="0" indent="-257175" algn="ctr">
              <a:buClr>
                <a:schemeClr val="dk1"/>
              </a:buClr>
              <a:buSzPts val="2800"/>
              <a:buNone/>
              <a:defRPr sz="2550" b="1">
                <a:solidFill>
                  <a:srgbClr val="000000"/>
                </a:solidFill>
                <a:latin typeface="Times New Roman"/>
                <a:ea typeface="Times New Roman"/>
                <a:cs typeface="Times New Roman"/>
              </a:defRPr>
            </a:pPr>
            <a:r>
              <a:rPr sz="2550" b="1">
                <a:solidFill>
                  <a:srgbClr val="000000"/>
                </a:solidFill>
                <a:latin typeface="Times New Roman"/>
                <a:ea typeface="Times New Roman"/>
                <a:cs typeface="Times New Roman"/>
              </a:rPr>
              <a:t>Problem Statement</a:t>
            </a:r>
            <a:endParaRPr/>
          </a:p>
        </p:txBody>
      </p:sp>
      <p:sp>
        <p:nvSpPr>
          <p:cNvPr id="4" name="Google Shape;80;p3">
            <a:extLst xmlns:a="http://schemas.openxmlformats.org/drawingml/2006/main">
              <a:ext uri="{FF2B5EF4-FFF2-40B4-BE49-F238E27FC236}">
                <a16:creationId xmlns:a16="http://schemas.microsoft.com/office/drawing/2014/main" id="{A47311C3-303B-4002-92D3-EBD858D74BA5}"/>
              </a:ext>
            </a:extLst>
          </p:cNvPr>
          <p:cNvSpPr>
            <a:spLocks xmlns:a="http://schemas.openxmlformats.org/drawingml/2006/main" noGrp="1"/>
          </p:cNvSpPr>
          <p:nvPr/>
        </p:nvSpPr>
        <p:spPr>
          <a:xfrm xmlns:a="http://schemas.openxmlformats.org/drawingml/2006/main">
            <a:off x="1562100" y="2952750"/>
            <a:ext cx="6134100" cy="523875"/>
          </a:xfrm>
          <a:prstGeom xmlns:a="http://schemas.openxmlformats.org/drawingml/2006/main" prst="rect">
            <a:avLst/>
          </a:prstGeom>
          <a:solidFill xmlns:a="http://schemas.openxmlformats.org/drawingml/2006/main">
            <a:srgbClr val="FFEED9"/>
          </a:solidFill>
          <a:ln xmlns:a="http://schemas.openxmlformats.org/drawingml/2006/main" w="9525" cmpd="sng">
            <a:solidFill>
              <a:schemeClr val="dk1"/>
            </a:solidFill>
            <a:prstDash val="solid"/>
            <a:headEnd type="none" w="sm" len="sm"/>
            <a:tailEnd type="none" w="sm" len="sm"/>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257175" lvl="0" indent="-257175" algn="ctr">
              <a:buClr>
                <a:schemeClr val="dk1"/>
              </a:buClr>
              <a:buSzPts val="2800"/>
              <a:buNone/>
              <a:defRPr sz="2550" b="1">
                <a:solidFill>
                  <a:srgbClr val="000000"/>
                </a:solidFill>
                <a:latin typeface="Times New Roman"/>
                <a:ea typeface="Times New Roman"/>
                <a:cs typeface="Times New Roman"/>
              </a:defRPr>
            </a:pPr>
            <a:r>
              <a:rPr sz="2550" b="1">
                <a:solidFill>
                  <a:srgbClr val="000000"/>
                </a:solidFill>
                <a:latin typeface="Times New Roman"/>
                <a:ea typeface="Times New Roman"/>
                <a:cs typeface="Times New Roman"/>
              </a:rPr>
              <a:t>Objectives</a:t>
            </a:r>
            <a:endParaRPr/>
          </a:p>
        </p:txBody>
      </p:sp>
      <p:sp>
        <p:nvSpPr>
          <p:cNvPr id="81" name="Problem statement">
            <a:extLst xmlns:a="http://schemas.openxmlformats.org/drawingml/2006/main">
              <a:ext uri="{FF2B5EF4-FFF2-40B4-BE49-F238E27FC236}">
                <a16:creationId xmlns:a16="http://schemas.microsoft.com/office/drawing/2014/main" id="{E3BF1702-63FF-4CF6-B780-0151FA8464F7}"/>
              </a:ext>
            </a:extLst>
          </p:cNvPr>
          <p:cNvSpPr>
            <a:spLocks xmlns:a="http://schemas.openxmlformats.org/drawingml/2006/main" noGrp="1"/>
          </p:cNvSpPr>
          <p:nvPr/>
        </p:nvSpPr>
        <p:spPr>
          <a:xfrm xmlns:a="http://schemas.openxmlformats.org/drawingml/2006/main">
            <a:off x="800100" y="1133475"/>
            <a:ext cx="7667625"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defRPr sz="2250" b="0">
                <a:solidFill>
                  <a:srgbClr val="000000"/>
                </a:solidFill>
                <a:latin typeface="Times New Roman"/>
                <a:ea typeface="Times New Roman"/>
                <a:cs typeface="Times New Roman"/>
              </a:defRPr>
            </a:pPr>
            <a:r>
              <a:rPr sz="2250" b="0">
                <a:solidFill>
                  <a:srgbClr val="000000"/>
                </a:solidFill>
                <a:latin typeface="Times New Roman"/>
                <a:ea typeface="Times New Roman"/>
                <a:cs typeface="Times New Roman"/>
              </a:rPr>
              <a:t>Develop a battery-powered DC system that uses measured electrical profiles to estimate load energy consumption and battery runtime, while reporting uncertainty for unrecognised loads.</a:t>
            </a:r>
          </a:p>
        </p:txBody>
      </p:sp>
      <p:sp>
        <p:nvSpPr>
          <p:cNvPr id="82" name="Objectives">
            <a:extLst xmlns:a="http://schemas.openxmlformats.org/drawingml/2006/main">
              <a:ext uri="{FF2B5EF4-FFF2-40B4-BE49-F238E27FC236}">
                <a16:creationId xmlns:a16="http://schemas.microsoft.com/office/drawing/2014/main" id="{D3868DC6-ABD9-473C-925C-5C4313740068}"/>
              </a:ext>
            </a:extLst>
          </p:cNvPr>
          <p:cNvSpPr>
            <a:spLocks xmlns:a="http://schemas.openxmlformats.org/drawingml/2006/main" noGrp="1"/>
          </p:cNvSpPr>
          <p:nvPr/>
        </p:nvSpPr>
        <p:spPr>
          <a:xfrm xmlns:a="http://schemas.openxmlformats.org/drawingml/2006/main">
            <a:off x="895350" y="3714750"/>
            <a:ext cx="7581900" cy="2695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38100" rIns="38100" bIns="38100" anchor="t">
            <a:noAutofit/>
          </a:bodyPr>
          <a:lstStyle xmlns:a="http://schemas.openxmlformats.org/drawingml/2006/main"/>
          <a:p xmlns:a="http://schemas.openxmlformats.org/drawingml/2006/main">
            <a:pPr marL="304800" indent="-203200" algn="l">
              <a:spcAft>
                <a:spcPts val="700"/>
              </a:spcAft>
              <a:buChar char="•"/>
              <a:defRPr sz="2025" b="0">
                <a:solidFill>
                  <a:srgbClr val="000000"/>
                </a:solidFill>
                <a:latin typeface="Times New Roman"/>
                <a:ea typeface="Times New Roman"/>
                <a:cs typeface="Times New Roman"/>
              </a:defRPr>
            </a:pPr>
            <a:r>
              <a:rPr sz="2025" b="0">
                <a:solidFill>
                  <a:srgbClr val="000000"/>
                </a:solidFill>
                <a:latin typeface="Times New Roman"/>
                <a:ea typeface="Times New Roman"/>
                <a:cs typeface="Times New Roman"/>
              </a:rPr>
              <a:t>Acquire and calibrate battery/load measurements.</a:t>
            </a:r>
          </a:p>
          <a:p xmlns:a="http://schemas.openxmlformats.org/drawingml/2006/main">
            <a:pPr marL="304800" indent="-203200" algn="l">
              <a:spcAft>
                <a:spcPts val="700"/>
              </a:spcAft>
              <a:buChar char="•"/>
              <a:defRPr sz="2025" b="0">
                <a:solidFill>
                  <a:srgbClr val="000000"/>
                </a:solidFill>
                <a:latin typeface="Times New Roman"/>
                <a:ea typeface="Times New Roman"/>
                <a:cs typeface="Times New Roman"/>
              </a:defRPr>
            </a:pPr>
            <a:r>
              <a:rPr sz="2025" b="0">
                <a:solidFill>
                  <a:srgbClr val="000000"/>
                </a:solidFill>
                <a:latin typeface="Times New Roman"/>
                <a:ea typeface="Times New Roman"/>
                <a:cs typeface="Times New Roman"/>
              </a:rPr>
              <a:t>Build a labelled signature dataset for selected DC loads.</a:t>
            </a:r>
          </a:p>
          <a:p xmlns:a="http://schemas.openxmlformats.org/drawingml/2006/main">
            <a:pPr marL="304800" indent="-203200" algn="l">
              <a:spcAft>
                <a:spcPts val="700"/>
              </a:spcAft>
              <a:buChar char="•"/>
              <a:defRPr sz="2025" b="0">
                <a:solidFill>
                  <a:srgbClr val="000000"/>
                </a:solidFill>
                <a:latin typeface="Times New Roman"/>
                <a:ea typeface="Times New Roman"/>
                <a:cs typeface="Times New Roman"/>
              </a:defRPr>
            </a:pPr>
            <a:r>
              <a:rPr sz="2025" b="0">
                <a:solidFill>
                  <a:srgbClr val="000000"/>
                </a:solidFill>
                <a:latin typeface="Times New Roman"/>
                <a:ea typeface="Times New Roman"/>
                <a:cs typeface="Times New Roman"/>
              </a:rPr>
              <a:t>Compare feature matching and a classifier with unknown rejection.</a:t>
            </a:r>
          </a:p>
          <a:p xmlns:a="http://schemas.openxmlformats.org/drawingml/2006/main">
            <a:pPr marL="304800" indent="-203200" algn="l">
              <a:spcAft>
                <a:spcPts val="700"/>
              </a:spcAft>
              <a:buChar char="•"/>
              <a:defRPr sz="2025" b="0">
                <a:solidFill>
                  <a:srgbClr val="000000"/>
                </a:solidFill>
                <a:latin typeface="Times New Roman"/>
                <a:ea typeface="Times New Roman"/>
                <a:cs typeface="Times New Roman"/>
              </a:defRPr>
            </a:pPr>
            <a:r>
              <a:rPr sz="2025" b="0">
                <a:solidFill>
                  <a:srgbClr val="000000"/>
                </a:solidFill>
                <a:latin typeface="Times New Roman"/>
                <a:ea typeface="Times New Roman"/>
                <a:cs typeface="Times New Roman"/>
              </a:rPr>
              <a:t>Estimate charge, energy use and runtime under stated usage.</a:t>
            </a:r>
          </a:p>
          <a:p xmlns:a="http://schemas.openxmlformats.org/drawingml/2006/main">
            <a:pPr marL="304800" indent="-203200" algn="l">
              <a:spcAft>
                <a:spcPts val="700"/>
              </a:spcAft>
              <a:buChar char="•"/>
              <a:defRPr sz="2025" b="0">
                <a:solidFill>
                  <a:srgbClr val="000000"/>
                </a:solidFill>
                <a:latin typeface="Times New Roman"/>
                <a:ea typeface="Times New Roman"/>
                <a:cs typeface="Times New Roman"/>
              </a:defRPr>
            </a:pPr>
            <a:r>
              <a:rPr sz="2025" b="0">
                <a:solidFill>
                  <a:srgbClr val="000000"/>
                </a:solidFill>
                <a:latin typeface="Times New Roman"/>
                <a:ea typeface="Times New Roman"/>
                <a:cs typeface="Times New Roman"/>
              </a:rPr>
              <a:t>Evaluate errors using independent recording sessions.</a:t>
            </a:r>
          </a:p>
        </p:txBody>
      </p:sp>
    </p:spTree>
    <p:extLst>
      <p:ext uri="{BB962C8B-B14F-4D97-AF65-F5344CB8AC3E}">
        <p14:creationId xmlns:p14="http://schemas.microsoft.com/office/powerpoint/2010/main" val="4275272025"/>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87" name="Google Shape;87;p4">
            <a:extLst xmlns:a="http://schemas.openxmlformats.org/drawingml/2006/main">
              <a:ext uri="{FF2B5EF4-FFF2-40B4-BE49-F238E27FC236}">
                <a16:creationId xmlns:a16="http://schemas.microsoft.com/office/drawing/2014/main" id="{1B7AA39D-A40A-44AE-ABAF-889A848DB83C}"/>
              </a:ext>
            </a:extLst>
          </p:cNvPr>
          <p:cNvSpPr>
            <a:spLocks xmlns:a="http://schemas.openxmlformats.org/drawingml/2006/main" noGrp="1"/>
          </p:cNvSpPr>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595959"/>
              </a:buClr>
              <a:buSzPts val="1000"/>
              <a:buFont typeface="Arial"/>
              <a:buNone/>
              <a:defRPr sz="975" b="0">
                <a:solidFill>
                  <a:srgbClr val="595959"/>
                </a:solidFill>
                <a:latin typeface="Arial"/>
                <a:ea typeface="Arial"/>
                <a:cs typeface="Arial"/>
              </a:defRPr>
            </a:pPr>
            <a:fld id="{388657AE-30A1-5A7A-6A7F-315D84436430}" type="slidenum">
              <a:rPr sz="975" b="0" i="0" u="none">
                <a:solidFill>
                  <a:srgbClr val="595959"/>
                </a:solidFill>
                <a:latin typeface="Arial"/>
                <a:ea typeface="Arial"/>
                <a:cs typeface="Arial"/>
              </a:rPr>
              <a:t>9</a:t>
            </a:fld>
            <a:endParaRPr/>
          </a:p>
        </p:txBody>
      </p:sp>
      <p:sp>
        <p:nvSpPr>
          <p:cNvPr id="88" name="Google Shape;88;p4">
            <a:extLst xmlns:a="http://schemas.openxmlformats.org/drawingml/2006/main">
              <a:ext uri="{FF2B5EF4-FFF2-40B4-BE49-F238E27FC236}">
                <a16:creationId xmlns:a16="http://schemas.microsoft.com/office/drawing/2014/main" id="{05BCA293-2FF2-4BBF-9806-B1C8B954F2C8}"/>
              </a:ext>
            </a:extLst>
          </p:cNvPr>
          <p:cNvSpPr>
            <a:spLocks xmlns:a="http://schemas.openxmlformats.org/drawingml/2006/main" noGrp="1"/>
          </p:cNvSpPr>
          <p:nvPr/>
        </p:nvSpPr>
        <p:spPr>
          <a:xfrm xmlns:a="http://schemas.openxmlformats.org/drawingml/2006/main">
            <a:off x="1371600" y="209550"/>
            <a:ext cx="6429375" cy="571500"/>
          </a:xfrm>
          <a:prstGeom xmlns:a="http://schemas.openxmlformats.org/drawingml/2006/main" prst="rect">
            <a:avLst/>
          </a:prstGeom>
          <a:solidFill xmlns:a="http://schemas.openxmlformats.org/drawingml/2006/main">
            <a:srgbClr val="FFEED9"/>
          </a:solidFill>
          <a:ln xmlns:a="http://schemas.openxmlformats.org/drawingml/2006/main" w="9525" cmpd="sng">
            <a:solidFill>
              <a:schemeClr val="dk1"/>
            </a:solidFill>
            <a:prstDash val="solid"/>
            <a:headEnd type="none" w="sm" len="sm"/>
            <a:tailEnd type="none" w="sm" len="sm"/>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257175" lvl="0" indent="-257175" algn="ctr">
              <a:buClr>
                <a:schemeClr val="dk1"/>
              </a:buClr>
              <a:buSzPts val="2800"/>
              <a:buNone/>
              <a:defRPr sz="2550" b="1">
                <a:solidFill>
                  <a:srgbClr val="000000"/>
                </a:solidFill>
                <a:latin typeface="Times New Roman"/>
                <a:ea typeface="Times New Roman"/>
                <a:cs typeface="Times New Roman"/>
              </a:defRPr>
            </a:pPr>
            <a:r>
              <a:rPr sz="2550" b="1">
                <a:solidFill>
                  <a:srgbClr val="000000"/>
                </a:solidFill>
                <a:latin typeface="Times New Roman"/>
                <a:ea typeface="Times New Roman"/>
                <a:cs typeface="Times New Roman"/>
              </a:rPr>
              <a:t>Proposed System Architecture</a:t>
            </a:r>
            <a:endParaRPr sz="1050"/>
          </a:p>
        </p:txBody>
      </p:sp>
      <p:sp>
        <p:nvSpPr>
          <p:cNvPr id="89" name="DC prototype scope">
            <a:extLst xmlns:a="http://schemas.openxmlformats.org/drawingml/2006/main">
              <a:ext uri="{FF2B5EF4-FFF2-40B4-BE49-F238E27FC236}">
                <a16:creationId xmlns:a16="http://schemas.microsoft.com/office/drawing/2014/main" id="{26131325-FFC7-446E-A8BD-11BA13D1264A}"/>
              </a:ext>
            </a:extLst>
          </p:cNvPr>
          <p:cNvSpPr>
            <a:spLocks xmlns:a="http://schemas.openxmlformats.org/drawingml/2006/main" noGrp="1"/>
          </p:cNvSpPr>
          <p:nvPr/>
        </p:nvSpPr>
        <p:spPr>
          <a:xfrm xmlns:a="http://schemas.openxmlformats.org/drawingml/2006/main">
            <a:off x="476250" y="1162050"/>
            <a:ext cx="82010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ctr">
              <a:defRPr sz="1950" b="1">
                <a:solidFill>
                  <a:srgbClr val="000000"/>
                </a:solidFill>
                <a:latin typeface="Times New Roman"/>
                <a:ea typeface="Times New Roman"/>
                <a:cs typeface="Times New Roman"/>
              </a:defRPr>
            </a:pPr>
            <a:r>
              <a:rPr sz="1950" b="1">
                <a:solidFill>
                  <a:srgbClr val="000000"/>
                </a:solidFill>
                <a:latin typeface="Times New Roman"/>
                <a:ea typeface="Times New Roman"/>
                <a:cs typeface="Times New Roman"/>
              </a:rPr>
              <a:t>Protected battery, regulated DC supply and selected compatible loads</a:t>
            </a:r>
          </a:p>
        </p:txBody>
      </p:sp>
      <p:sp>
        <p:nvSpPr>
          <p:cNvPr id="90" name="Sensors">
            <a:extLst xmlns:a="http://schemas.openxmlformats.org/drawingml/2006/main">
              <a:ext uri="{FF2B5EF4-FFF2-40B4-BE49-F238E27FC236}">
                <a16:creationId xmlns:a16="http://schemas.microsoft.com/office/drawing/2014/main" id="{9BD0409D-FF4F-444B-9B39-45B2925D40FB}"/>
              </a:ext>
            </a:extLst>
          </p:cNvPr>
          <p:cNvSpPr>
            <a:spLocks xmlns:a="http://schemas.openxmlformats.org/drawingml/2006/main" noGrp="1"/>
          </p:cNvSpPr>
          <p:nvPr/>
        </p:nvSpPr>
        <p:spPr>
          <a:xfrm xmlns:a="http://schemas.openxmlformats.org/drawingml/2006/main">
            <a:off x="457200" y="1971675"/>
            <a:ext cx="2305050" cy="1114425"/>
          </a:xfrm>
          <a:prstGeom xmlns:a="http://schemas.openxmlformats.org/drawingml/2006/main" prst="rect">
            <a:avLst/>
          </a:prstGeom>
          <a:solidFill xmlns:a="http://schemas.openxmlformats.org/drawingml/2006/main">
            <a:srgbClr val="FFF0DD"/>
          </a:solidFill>
          <a:ln xmlns:a="http://schemas.openxmlformats.org/drawingml/2006/main" w="12383">
            <a:solidFill>
              <a:srgbClr val="333333"/>
            </a:solidFill>
          </a:ln>
        </p:spPr>
        <p:txBody>
          <a:bodyPr xmlns:a="http://schemas.openxmlformats.org/drawingml/2006/main" wrap="square" lIns="76200" tIns="57150" rIns="76200" bIns="57150" anchor="ctr">
            <a:noAutofit/>
          </a:bodyPr>
          <a:lstStyle xmlns:a="http://schemas.openxmlformats.org/drawingml/2006/main"/>
          <a:p xmlns:a="http://schemas.openxmlformats.org/drawingml/2006/main">
            <a:pPr algn="ctr">
              <a:defRPr sz="1800" b="0">
                <a:solidFill>
                  <a:srgbClr val="000000"/>
                </a:solidFill>
                <a:latin typeface="Times New Roman"/>
                <a:ea typeface="Times New Roman"/>
                <a:cs typeface="Times New Roman"/>
              </a:defRPr>
            </a:pPr>
            <a:r>
              <a:rPr sz="1800" b="0">
                <a:solidFill>
                  <a:srgbClr val="000000"/>
                </a:solidFill>
                <a:latin typeface="Times New Roman"/>
                <a:ea typeface="Times New Roman"/>
                <a:cs typeface="Times New Roman"/>
              </a:rPr>
              <a:t>Sensing PCB</a:t>
            </a:r>
          </a:p>
          <a:p xmlns:a="http://schemas.openxmlformats.org/drawingml/2006/main">
            <a:pPr algn="ctr">
              <a:defRPr sz="1800" b="0">
                <a:solidFill>
                  <a:srgbClr val="000000"/>
                </a:solidFill>
                <a:latin typeface="Times New Roman"/>
                <a:ea typeface="Times New Roman"/>
                <a:cs typeface="Times New Roman"/>
              </a:defRPr>
            </a:pPr>
            <a:r>
              <a:rPr sz="1800" b="0">
                <a:solidFill>
                  <a:srgbClr val="000000"/>
                </a:solidFill>
                <a:latin typeface="Times New Roman"/>
                <a:ea typeface="Times New Roman"/>
                <a:cs typeface="Times New Roman"/>
              </a:rPr>
              <a:t>Current / voltage</a:t>
            </a:r>
          </a:p>
          <a:p xmlns:a="http://schemas.openxmlformats.org/drawingml/2006/main">
            <a:pPr algn="ctr">
              <a:defRPr sz="1800" b="0">
                <a:solidFill>
                  <a:srgbClr val="000000"/>
                </a:solidFill>
                <a:latin typeface="Times New Roman"/>
                <a:ea typeface="Times New Roman"/>
                <a:cs typeface="Times New Roman"/>
              </a:defRPr>
            </a:pPr>
            <a:r>
              <a:rPr sz="1800" b="0">
                <a:solidFill>
                  <a:srgbClr val="000000"/>
                </a:solidFill>
                <a:latin typeface="Times New Roman"/>
                <a:ea typeface="Times New Roman"/>
                <a:cs typeface="Times New Roman"/>
              </a:rPr>
              <a:t>Temperature</a:t>
            </a:r>
          </a:p>
        </p:txBody>
      </p:sp>
      <p:sp>
        <p:nvSpPr>
          <p:cNvPr id="91" name="ESP32">
            <a:extLst xmlns:a="http://schemas.openxmlformats.org/drawingml/2006/main">
              <a:ext uri="{FF2B5EF4-FFF2-40B4-BE49-F238E27FC236}">
                <a16:creationId xmlns:a16="http://schemas.microsoft.com/office/drawing/2014/main" id="{39E31755-7241-452A-9BEE-D51A3FB38D32}"/>
              </a:ext>
            </a:extLst>
          </p:cNvPr>
          <p:cNvSpPr>
            <a:spLocks xmlns:a="http://schemas.openxmlformats.org/drawingml/2006/main" noGrp="1"/>
          </p:cNvSpPr>
          <p:nvPr/>
        </p:nvSpPr>
        <p:spPr>
          <a:xfrm xmlns:a="http://schemas.openxmlformats.org/drawingml/2006/main">
            <a:off x="3419475" y="1971675"/>
            <a:ext cx="2305050" cy="1114425"/>
          </a:xfrm>
          <a:prstGeom xmlns:a="http://schemas.openxmlformats.org/drawingml/2006/main" prst="rect">
            <a:avLst/>
          </a:prstGeom>
          <a:solidFill xmlns:a="http://schemas.openxmlformats.org/drawingml/2006/main">
            <a:srgbClr val="FFF0DD"/>
          </a:solidFill>
          <a:ln xmlns:a="http://schemas.openxmlformats.org/drawingml/2006/main" w="12383">
            <a:solidFill>
              <a:srgbClr val="333333"/>
            </a:solidFill>
          </a:ln>
        </p:spPr>
        <p:txBody>
          <a:bodyPr xmlns:a="http://schemas.openxmlformats.org/drawingml/2006/main" wrap="square" lIns="76200" tIns="57150" rIns="76200" bIns="57150" anchor="ctr">
            <a:noAutofit/>
          </a:bodyPr>
          <a:lstStyle xmlns:a="http://schemas.openxmlformats.org/drawingml/2006/main"/>
          <a:p xmlns:a="http://schemas.openxmlformats.org/drawingml/2006/main">
            <a:pPr algn="ctr">
              <a:defRPr sz="1800" b="0">
                <a:solidFill>
                  <a:srgbClr val="000000"/>
                </a:solidFill>
                <a:latin typeface="Times New Roman"/>
                <a:ea typeface="Times New Roman"/>
                <a:cs typeface="Times New Roman"/>
              </a:defRPr>
            </a:pPr>
            <a:r>
              <a:rPr sz="1800" b="0">
                <a:solidFill>
                  <a:srgbClr val="000000"/>
                </a:solidFill>
                <a:latin typeface="Times New Roman"/>
                <a:ea typeface="Times New Roman"/>
                <a:cs typeface="Times New Roman"/>
              </a:rPr>
              <a:t>ESP32</a:t>
            </a:r>
          </a:p>
          <a:p xmlns:a="http://schemas.openxmlformats.org/drawingml/2006/main">
            <a:pPr algn="ctr">
              <a:defRPr sz="1800" b="0">
                <a:solidFill>
                  <a:srgbClr val="000000"/>
                </a:solidFill>
                <a:latin typeface="Times New Roman"/>
                <a:ea typeface="Times New Roman"/>
                <a:cs typeface="Times New Roman"/>
              </a:defRPr>
            </a:pPr>
            <a:r>
              <a:rPr sz="1800" b="0">
                <a:solidFill>
                  <a:srgbClr val="000000"/>
                </a:solidFill>
                <a:latin typeface="Times New Roman"/>
                <a:ea typeface="Times New Roman"/>
                <a:cs typeface="Times New Roman"/>
              </a:rPr>
              <a:t>Calibration and</a:t>
            </a:r>
          </a:p>
          <a:p xmlns:a="http://schemas.openxmlformats.org/drawingml/2006/main">
            <a:pPr algn="ctr">
              <a:defRPr sz="1800" b="0">
                <a:solidFill>
                  <a:srgbClr val="000000"/>
                </a:solidFill>
                <a:latin typeface="Times New Roman"/>
                <a:ea typeface="Times New Roman"/>
                <a:cs typeface="Times New Roman"/>
              </a:defRPr>
            </a:pPr>
            <a:r>
              <a:rPr sz="1800" b="0">
                <a:solidFill>
                  <a:srgbClr val="000000"/>
                </a:solidFill>
                <a:latin typeface="Times New Roman"/>
                <a:ea typeface="Times New Roman"/>
                <a:cs typeface="Times New Roman"/>
              </a:rPr>
              <a:t>raw measurements</a:t>
            </a:r>
          </a:p>
        </p:txBody>
      </p:sp>
      <p:sp>
        <p:nvSpPr>
          <p:cNvPr id="92" name="Signature analysis">
            <a:extLst xmlns:a="http://schemas.openxmlformats.org/drawingml/2006/main">
              <a:ext uri="{FF2B5EF4-FFF2-40B4-BE49-F238E27FC236}">
                <a16:creationId xmlns:a16="http://schemas.microsoft.com/office/drawing/2014/main" id="{60B354C1-D805-4091-A3E3-C85ED7F89094}"/>
              </a:ext>
            </a:extLst>
          </p:cNvPr>
          <p:cNvSpPr>
            <a:spLocks xmlns:a="http://schemas.openxmlformats.org/drawingml/2006/main" noGrp="1"/>
          </p:cNvSpPr>
          <p:nvPr/>
        </p:nvSpPr>
        <p:spPr>
          <a:xfrm xmlns:a="http://schemas.openxmlformats.org/drawingml/2006/main">
            <a:off x="6381750" y="1971675"/>
            <a:ext cx="2305050" cy="1114425"/>
          </a:xfrm>
          <a:prstGeom xmlns:a="http://schemas.openxmlformats.org/drawingml/2006/main" prst="rect">
            <a:avLst/>
          </a:prstGeom>
          <a:solidFill xmlns:a="http://schemas.openxmlformats.org/drawingml/2006/main">
            <a:srgbClr val="F0E7F8"/>
          </a:solidFill>
          <a:ln xmlns:a="http://schemas.openxmlformats.org/drawingml/2006/main" w="12383">
            <a:solidFill>
              <a:srgbClr val="333333"/>
            </a:solidFill>
          </a:ln>
        </p:spPr>
        <p:txBody>
          <a:bodyPr xmlns:a="http://schemas.openxmlformats.org/drawingml/2006/main" wrap="square" lIns="76200" tIns="57150" rIns="76200" bIns="57150" anchor="ctr">
            <a:noAutofit/>
          </a:bodyPr>
          <a:lstStyle xmlns:a="http://schemas.openxmlformats.org/drawingml/2006/main"/>
          <a:p xmlns:a="http://schemas.openxmlformats.org/drawingml/2006/main">
            <a:pPr algn="ctr">
              <a:defRPr sz="1800" b="0">
                <a:solidFill>
                  <a:srgbClr val="000000"/>
                </a:solidFill>
                <a:latin typeface="Times New Roman"/>
                <a:ea typeface="Times New Roman"/>
                <a:cs typeface="Times New Roman"/>
              </a:defRPr>
            </a:pPr>
            <a:r>
              <a:rPr sz="1800" b="0">
                <a:solidFill>
                  <a:srgbClr val="000000"/>
                </a:solidFill>
                <a:latin typeface="Times New Roman"/>
                <a:ea typeface="Times New Roman"/>
                <a:cs typeface="Times New Roman"/>
              </a:rPr>
              <a:t>Signature engine</a:t>
            </a:r>
          </a:p>
          <a:p xmlns:a="http://schemas.openxmlformats.org/drawingml/2006/main">
            <a:pPr algn="ctr">
              <a:defRPr sz="1800" b="0">
                <a:solidFill>
                  <a:srgbClr val="000000"/>
                </a:solidFill>
                <a:latin typeface="Times New Roman"/>
                <a:ea typeface="Times New Roman"/>
                <a:cs typeface="Times New Roman"/>
              </a:defRPr>
            </a:pPr>
            <a:r>
              <a:rPr sz="1800" b="0">
                <a:solidFill>
                  <a:srgbClr val="000000"/>
                </a:solidFill>
                <a:latin typeface="Times New Roman"/>
                <a:ea typeface="Times New Roman"/>
                <a:cs typeface="Times New Roman"/>
              </a:rPr>
              <a:t>Features and</a:t>
            </a:r>
          </a:p>
          <a:p xmlns:a="http://schemas.openxmlformats.org/drawingml/2006/main">
            <a:pPr algn="ctr">
              <a:defRPr sz="1800" b="0">
                <a:solidFill>
                  <a:srgbClr val="000000"/>
                </a:solidFill>
                <a:latin typeface="Times New Roman"/>
                <a:ea typeface="Times New Roman"/>
                <a:cs typeface="Times New Roman"/>
              </a:defRPr>
            </a:pPr>
            <a:r>
              <a:rPr sz="1800" b="0">
                <a:solidFill>
                  <a:srgbClr val="000000"/>
                </a:solidFill>
                <a:latin typeface="Times New Roman"/>
                <a:ea typeface="Times New Roman"/>
                <a:cs typeface="Times New Roman"/>
              </a:rPr>
              <a:t>profile / UNKNOWN</a:t>
            </a:r>
          </a:p>
        </p:txBody>
      </p:sp>
      <p:cxnSp>
        <p:nvCxnSpPr>
          <p:cNvPr id="110" name=""/>
          <p:cNvCxnSpPr>
            <a:stCxn xmlns:a="http://schemas.openxmlformats.org/drawingml/2006/main" id="90" idx="3"/>
            <a:endCxn xmlns:a="http://schemas.openxmlformats.org/drawingml/2006/main" id="91" idx="1"/>
          </p:cNvCxnSpPr>
          <p:nvPr/>
        </p:nvCxnSpPr>
        <p:spPr>
          <a:xfrm xmlns:a="http://schemas.openxmlformats.org/drawingml/2006/main">
            <a:off x="2762250" y="2528888"/>
            <a:ext cx="657225" cy="0"/>
          </a:xfrm>
          <a:prstGeom xmlns:a="http://schemas.openxmlformats.org/drawingml/2006/main" prst="straightConnector1">
            <a:avLst/>
          </a:prstGeom>
          <a:ln xmlns:a="http://schemas.openxmlformats.org/drawingml/2006/main" w="19050">
            <a:solidFill>
              <a:srgbClr val="333333"/>
            </a:solidFill>
            <a:prstDash val="solid"/>
            <a:tailEnd type="triangle" w="med" len="med"/>
          </a:ln>
        </p:spPr>
      </p:cxnSp>
      <p:cxnSp>
        <p:nvCxnSpPr>
          <p:cNvPr id="111" name=""/>
          <p:cNvCxnSpPr>
            <a:stCxn xmlns:a="http://schemas.openxmlformats.org/drawingml/2006/main" id="91" idx="3"/>
            <a:endCxn xmlns:a="http://schemas.openxmlformats.org/drawingml/2006/main" id="92" idx="1"/>
          </p:cNvCxnSpPr>
          <p:nvPr/>
        </p:nvCxnSpPr>
        <p:spPr>
          <a:xfrm xmlns:a="http://schemas.openxmlformats.org/drawingml/2006/main">
            <a:off x="5724525" y="2528888"/>
            <a:ext cx="657225" cy="0"/>
          </a:xfrm>
          <a:prstGeom xmlns:a="http://schemas.openxmlformats.org/drawingml/2006/main" prst="straightConnector1">
            <a:avLst/>
          </a:prstGeom>
          <a:ln xmlns:a="http://schemas.openxmlformats.org/drawingml/2006/main" w="19050">
            <a:solidFill>
              <a:srgbClr val="333333"/>
            </a:solidFill>
            <a:prstDash val="solid"/>
            <a:tailEnd type="triangle" w="med" len="med"/>
          </a:ln>
        </p:spPr>
      </p:cxnSp>
      <p:sp>
        <p:nvSpPr>
          <p:cNvPr id="95" name="USB link">
            <a:extLst xmlns:a="http://schemas.openxmlformats.org/drawingml/2006/main">
              <a:ext uri="{FF2B5EF4-FFF2-40B4-BE49-F238E27FC236}">
                <a16:creationId xmlns:a16="http://schemas.microsoft.com/office/drawing/2014/main" id="{96466A1A-F6D8-40F4-853D-92F852048584}"/>
              </a:ext>
            </a:extLst>
          </p:cNvPr>
          <p:cNvSpPr>
            <a:spLocks xmlns:a="http://schemas.openxmlformats.org/drawingml/2006/main" noGrp="1"/>
          </p:cNvSpPr>
          <p:nvPr/>
        </p:nvSpPr>
        <p:spPr>
          <a:xfrm xmlns:a="http://schemas.openxmlformats.org/drawingml/2006/main">
            <a:off x="5781675" y="169545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ctr">
              <a:defRPr sz="1275" b="0">
                <a:solidFill>
                  <a:srgbClr val="000000"/>
                </a:solidFill>
                <a:latin typeface="Times New Roman"/>
                <a:ea typeface="Times New Roman"/>
                <a:cs typeface="Times New Roman"/>
              </a:defRPr>
            </a:pPr>
            <a:r>
              <a:rPr sz="1275" b="0">
                <a:solidFill>
                  <a:srgbClr val="000000"/>
                </a:solidFill>
                <a:latin typeface="Times New Roman"/>
                <a:ea typeface="Times New Roman"/>
                <a:cs typeface="Times New Roman"/>
              </a:rPr>
              <a:t>USB serial</a:t>
            </a:r>
          </a:p>
        </p:txBody>
      </p:sp>
      <p:sp>
        <p:nvSpPr>
          <p:cNvPr id="96" name="Load energy">
            <a:extLst xmlns:a="http://schemas.openxmlformats.org/drawingml/2006/main">
              <a:ext uri="{FF2B5EF4-FFF2-40B4-BE49-F238E27FC236}">
                <a16:creationId xmlns:a16="http://schemas.microsoft.com/office/drawing/2014/main" id="{D0B84E09-BAA2-49B3-B180-BDDD7CD20E43}"/>
              </a:ext>
            </a:extLst>
          </p:cNvPr>
          <p:cNvSpPr>
            <a:spLocks xmlns:a="http://schemas.openxmlformats.org/drawingml/2006/main" noGrp="1"/>
          </p:cNvSpPr>
          <p:nvPr/>
        </p:nvSpPr>
        <p:spPr>
          <a:xfrm xmlns:a="http://schemas.openxmlformats.org/drawingml/2006/main">
            <a:off x="6229350" y="4048125"/>
            <a:ext cx="2524125" cy="1038225"/>
          </a:xfrm>
          <a:prstGeom xmlns:a="http://schemas.openxmlformats.org/drawingml/2006/main" prst="rect">
            <a:avLst/>
          </a:prstGeom>
          <a:solidFill xmlns:a="http://schemas.openxmlformats.org/drawingml/2006/main">
            <a:srgbClr val="F0E7F8"/>
          </a:solidFill>
          <a:ln xmlns:a="http://schemas.openxmlformats.org/drawingml/2006/main" w="12383">
            <a:solidFill>
              <a:srgbClr val="333333"/>
            </a:solidFill>
          </a:ln>
        </p:spPr>
        <p:txBody>
          <a:bodyPr xmlns:a="http://schemas.openxmlformats.org/drawingml/2006/main" wrap="square" lIns="76200" tIns="57150" rIns="76200" bIns="57150" anchor="ctr">
            <a:noAutofit/>
          </a:bodyPr>
          <a:lstStyle xmlns:a="http://schemas.openxmlformats.org/drawingml/2006/main"/>
          <a:p xmlns:a="http://schemas.openxmlformats.org/drawingml/2006/main">
            <a:pPr algn="ctr">
              <a:defRPr sz="1800" b="0">
                <a:solidFill>
                  <a:srgbClr val="000000"/>
                </a:solidFill>
                <a:latin typeface="Times New Roman"/>
                <a:ea typeface="Times New Roman"/>
                <a:cs typeface="Times New Roman"/>
              </a:defRPr>
            </a:pPr>
            <a:r>
              <a:rPr sz="1800" b="0">
                <a:solidFill>
                  <a:srgbClr val="000000"/>
                </a:solidFill>
                <a:latin typeface="Times New Roman"/>
                <a:ea typeface="Times New Roman"/>
                <a:cs typeface="Times New Roman"/>
              </a:rPr>
              <a:t>Load-energy estimate</a:t>
            </a:r>
          </a:p>
          <a:p xmlns:a="http://schemas.openxmlformats.org/drawingml/2006/main">
            <a:pPr algn="ctr">
              <a:defRPr sz="1800" b="0">
                <a:solidFill>
                  <a:srgbClr val="000000"/>
                </a:solidFill>
                <a:latin typeface="Times New Roman"/>
                <a:ea typeface="Times New Roman"/>
                <a:cs typeface="Times New Roman"/>
              </a:defRPr>
            </a:pPr>
            <a:r>
              <a:rPr sz="1800" b="0">
                <a:solidFill>
                  <a:srgbClr val="000000"/>
                </a:solidFill>
                <a:latin typeface="Times New Roman"/>
                <a:ea typeface="Times New Roman"/>
                <a:cs typeface="Times New Roman"/>
              </a:rPr>
              <a:t>Power, state, duration</a:t>
            </a:r>
          </a:p>
        </p:txBody>
      </p:sp>
      <p:cxnSp>
        <p:nvCxnSpPr>
          <p:cNvPr id="114" name=""/>
          <p:cNvCxnSpPr>
            <a:stCxn xmlns:a="http://schemas.openxmlformats.org/drawingml/2006/main" id="92" idx="2"/>
            <a:endCxn xmlns:a="http://schemas.openxmlformats.org/drawingml/2006/main" id="96" idx="0"/>
          </p:cNvCxnSpPr>
          <p:nvPr/>
        </p:nvCxnSpPr>
        <p:spPr>
          <a:xfrm xmlns:a="http://schemas.openxmlformats.org/drawingml/2006/main" flipH="1">
            <a:off x="7491413" y="3086100"/>
            <a:ext cx="42863" cy="962025"/>
          </a:xfrm>
          <a:prstGeom xmlns:a="http://schemas.openxmlformats.org/drawingml/2006/main" prst="bentConnector4">
            <a:avLst>
              <a:gd name="adj1" fmla="val 0"/>
              <a:gd name="adj2" fmla="val 50000"/>
            </a:avLst>
          </a:prstGeom>
          <a:ln xmlns:a="http://schemas.openxmlformats.org/drawingml/2006/main" w="19050">
            <a:solidFill>
              <a:srgbClr val="333333"/>
            </a:solidFill>
            <a:prstDash val="solid"/>
            <a:tailEnd type="triangle" w="med" len="med"/>
          </a:ln>
        </p:spPr>
      </p:cxnSp>
      <p:sp>
        <p:nvSpPr>
          <p:cNvPr id="98" name="Runtime">
            <a:extLst xmlns:a="http://schemas.openxmlformats.org/drawingml/2006/main">
              <a:ext uri="{FF2B5EF4-FFF2-40B4-BE49-F238E27FC236}">
                <a16:creationId xmlns:a16="http://schemas.microsoft.com/office/drawing/2014/main" id="{A8B487EA-7A2F-40D5-83ED-D2DD4B260194}"/>
              </a:ext>
            </a:extLst>
          </p:cNvPr>
          <p:cNvSpPr>
            <a:spLocks xmlns:a="http://schemas.openxmlformats.org/drawingml/2006/main" noGrp="1"/>
          </p:cNvSpPr>
          <p:nvPr/>
        </p:nvSpPr>
        <p:spPr>
          <a:xfrm xmlns:a="http://schemas.openxmlformats.org/drawingml/2006/main">
            <a:off x="3314700" y="4048125"/>
            <a:ext cx="2419350" cy="1038225"/>
          </a:xfrm>
          <a:prstGeom xmlns:a="http://schemas.openxmlformats.org/drawingml/2006/main" prst="rect">
            <a:avLst/>
          </a:prstGeom>
          <a:solidFill xmlns:a="http://schemas.openxmlformats.org/drawingml/2006/main">
            <a:srgbClr val="F0E7F8"/>
          </a:solidFill>
          <a:ln xmlns:a="http://schemas.openxmlformats.org/drawingml/2006/main" w="12383">
            <a:solidFill>
              <a:srgbClr val="333333"/>
            </a:solidFill>
          </a:ln>
        </p:spPr>
        <p:txBody>
          <a:bodyPr xmlns:a="http://schemas.openxmlformats.org/drawingml/2006/main" wrap="square" lIns="76200" tIns="57150" rIns="76200" bIns="57150" anchor="ctr">
            <a:noAutofit/>
          </a:bodyPr>
          <a:lstStyle xmlns:a="http://schemas.openxmlformats.org/drawingml/2006/main"/>
          <a:p xmlns:a="http://schemas.openxmlformats.org/drawingml/2006/main">
            <a:pPr algn="ctr">
              <a:defRPr sz="1800" b="0">
                <a:solidFill>
                  <a:srgbClr val="000000"/>
                </a:solidFill>
                <a:latin typeface="Times New Roman"/>
                <a:ea typeface="Times New Roman"/>
                <a:cs typeface="Times New Roman"/>
              </a:defRPr>
            </a:pPr>
            <a:r>
              <a:rPr sz="1800" b="0">
                <a:solidFill>
                  <a:srgbClr val="000000"/>
                </a:solidFill>
                <a:latin typeface="Times New Roman"/>
                <a:ea typeface="Times New Roman"/>
                <a:cs typeface="Times New Roman"/>
              </a:rPr>
              <a:t>Energy and runtime</a:t>
            </a:r>
          </a:p>
          <a:p xmlns:a="http://schemas.openxmlformats.org/drawingml/2006/main">
            <a:pPr algn="ctr">
              <a:defRPr sz="1800" b="0">
                <a:solidFill>
                  <a:srgbClr val="000000"/>
                </a:solidFill>
                <a:latin typeface="Times New Roman"/>
                <a:ea typeface="Times New Roman"/>
                <a:cs typeface="Times New Roman"/>
              </a:defRPr>
            </a:pPr>
            <a:r>
              <a:rPr sz="1800" b="0">
                <a:solidFill>
                  <a:srgbClr val="000000"/>
                </a:solidFill>
                <a:latin typeface="Times New Roman"/>
                <a:ea typeface="Times New Roman"/>
                <a:cs typeface="Times New Roman"/>
              </a:rPr>
              <a:t>SOC + usable Wh</a:t>
            </a:r>
          </a:p>
          <a:p xmlns:a="http://schemas.openxmlformats.org/drawingml/2006/main">
            <a:pPr algn="ctr">
              <a:defRPr sz="1800" b="0">
                <a:solidFill>
                  <a:srgbClr val="000000"/>
                </a:solidFill>
                <a:latin typeface="Times New Roman"/>
                <a:ea typeface="Times New Roman"/>
                <a:cs typeface="Times New Roman"/>
              </a:defRPr>
            </a:pPr>
            <a:r>
              <a:rPr sz="1800" b="0">
                <a:solidFill>
                  <a:srgbClr val="000000"/>
                </a:solidFill>
                <a:latin typeface="Times New Roman"/>
                <a:ea typeface="Times New Roman"/>
                <a:cs typeface="Times New Roman"/>
              </a:rPr>
              <a:t>+ demand estimate</a:t>
            </a:r>
          </a:p>
        </p:txBody>
      </p:sp>
      <p:cxnSp>
        <p:nvCxnSpPr>
          <p:cNvPr id="116" name=""/>
          <p:cNvCxnSpPr>
            <a:stCxn xmlns:a="http://schemas.openxmlformats.org/drawingml/2006/main" id="91" idx="2"/>
            <a:endCxn xmlns:a="http://schemas.openxmlformats.org/drawingml/2006/main" id="98" idx="0"/>
          </p:cNvCxnSpPr>
          <p:nvPr/>
        </p:nvCxnSpPr>
        <p:spPr>
          <a:xfrm xmlns:a="http://schemas.openxmlformats.org/drawingml/2006/main" flipH="1">
            <a:off x="4524375" y="3086100"/>
            <a:ext cx="47625" cy="962025"/>
          </a:xfrm>
          <a:prstGeom xmlns:a="http://schemas.openxmlformats.org/drawingml/2006/main" prst="bentConnector4">
            <a:avLst>
              <a:gd name="adj1" fmla="val 0"/>
              <a:gd name="adj2" fmla="val 50000"/>
            </a:avLst>
          </a:prstGeom>
          <a:ln xmlns:a="http://schemas.openxmlformats.org/drawingml/2006/main" w="19050">
            <a:solidFill>
              <a:srgbClr val="333333"/>
            </a:solidFill>
            <a:prstDash val="solid"/>
            <a:tailEnd type="triangle" w="med" len="med"/>
          </a:ln>
        </p:spPr>
      </p:cxnSp>
      <p:cxnSp>
        <p:nvCxnSpPr>
          <p:cNvPr id="117" name=""/>
          <p:cNvCxnSpPr>
            <a:stCxn xmlns:a="http://schemas.openxmlformats.org/drawingml/2006/main" id="96" idx="1"/>
            <a:endCxn xmlns:a="http://schemas.openxmlformats.org/drawingml/2006/main" id="98" idx="3"/>
          </p:cNvCxnSpPr>
          <p:nvPr/>
        </p:nvCxnSpPr>
        <p:spPr>
          <a:xfrm xmlns:a="http://schemas.openxmlformats.org/drawingml/2006/main" flipH="1">
            <a:off x="5734050" y="4567238"/>
            <a:ext cx="495300" cy="0"/>
          </a:xfrm>
          <a:prstGeom xmlns:a="http://schemas.openxmlformats.org/drawingml/2006/main" prst="straightConnector1">
            <a:avLst/>
          </a:prstGeom>
          <a:ln xmlns:a="http://schemas.openxmlformats.org/drawingml/2006/main" w="19050">
            <a:solidFill>
              <a:srgbClr val="333333"/>
            </a:solidFill>
            <a:prstDash val="solid"/>
            <a:tailEnd type="triangle" w="med" len="med"/>
          </a:ln>
        </p:spPr>
      </p:cxnSp>
      <p:sp>
        <p:nvSpPr>
          <p:cNvPr id="101" name="Dashboard">
            <a:extLst xmlns:a="http://schemas.openxmlformats.org/drawingml/2006/main">
              <a:ext uri="{FF2B5EF4-FFF2-40B4-BE49-F238E27FC236}">
                <a16:creationId xmlns:a16="http://schemas.microsoft.com/office/drawing/2014/main" id="{3AA0D439-A24C-4D63-91CB-D359F36D1D77}"/>
              </a:ext>
            </a:extLst>
          </p:cNvPr>
          <p:cNvSpPr>
            <a:spLocks xmlns:a="http://schemas.openxmlformats.org/drawingml/2006/main" noGrp="1"/>
          </p:cNvSpPr>
          <p:nvPr/>
        </p:nvSpPr>
        <p:spPr>
          <a:xfrm xmlns:a="http://schemas.openxmlformats.org/drawingml/2006/main">
            <a:off x="457200" y="4048125"/>
            <a:ext cx="2333625" cy="1038225"/>
          </a:xfrm>
          <a:prstGeom xmlns:a="http://schemas.openxmlformats.org/drawingml/2006/main" prst="rect">
            <a:avLst/>
          </a:prstGeom>
          <a:solidFill xmlns:a="http://schemas.openxmlformats.org/drawingml/2006/main">
            <a:srgbClr val="FFF0DD"/>
          </a:solidFill>
          <a:ln xmlns:a="http://schemas.openxmlformats.org/drawingml/2006/main" w="12383">
            <a:solidFill>
              <a:srgbClr val="333333"/>
            </a:solidFill>
          </a:ln>
        </p:spPr>
        <p:txBody>
          <a:bodyPr xmlns:a="http://schemas.openxmlformats.org/drawingml/2006/main" wrap="square" lIns="76200" tIns="57150" rIns="76200" bIns="57150" anchor="ctr">
            <a:noAutofit/>
          </a:bodyPr>
          <a:lstStyle xmlns:a="http://schemas.openxmlformats.org/drawingml/2006/main"/>
          <a:p xmlns:a="http://schemas.openxmlformats.org/drawingml/2006/main">
            <a:pPr algn="ctr">
              <a:defRPr sz="1800" b="0">
                <a:solidFill>
                  <a:srgbClr val="000000"/>
                </a:solidFill>
                <a:latin typeface="Times New Roman"/>
                <a:ea typeface="Times New Roman"/>
                <a:cs typeface="Times New Roman"/>
              </a:defRPr>
            </a:pPr>
            <a:r>
              <a:rPr sz="1800" b="0">
                <a:solidFill>
                  <a:srgbClr val="000000"/>
                </a:solidFill>
                <a:latin typeface="Times New Roman"/>
                <a:ea typeface="Times New Roman"/>
                <a:cs typeface="Times New Roman"/>
              </a:rPr>
              <a:t>Local dashboard</a:t>
            </a:r>
          </a:p>
          <a:p xmlns:a="http://schemas.openxmlformats.org/drawingml/2006/main">
            <a:pPr algn="ctr">
              <a:defRPr sz="1800" b="0">
                <a:solidFill>
                  <a:srgbClr val="000000"/>
                </a:solidFill>
                <a:latin typeface="Times New Roman"/>
                <a:ea typeface="Times New Roman"/>
                <a:cs typeface="Times New Roman"/>
              </a:defRPr>
            </a:pPr>
            <a:r>
              <a:rPr sz="1800" b="0">
                <a:solidFill>
                  <a:srgbClr val="000000"/>
                </a:solidFill>
                <a:latin typeface="Times New Roman"/>
                <a:ea typeface="Times New Roman"/>
                <a:cs typeface="Times New Roman"/>
              </a:rPr>
              <a:t>Estimates and CSV</a:t>
            </a:r>
          </a:p>
        </p:txBody>
      </p:sp>
      <p:cxnSp>
        <p:nvCxnSpPr>
          <p:cNvPr id="119" name=""/>
          <p:cNvCxnSpPr>
            <a:stCxn xmlns:a="http://schemas.openxmlformats.org/drawingml/2006/main" id="98" idx="1"/>
            <a:endCxn xmlns:a="http://schemas.openxmlformats.org/drawingml/2006/main" id="101" idx="3"/>
          </p:cNvCxnSpPr>
          <p:nvPr/>
        </p:nvCxnSpPr>
        <p:spPr>
          <a:xfrm xmlns:a="http://schemas.openxmlformats.org/drawingml/2006/main" flipH="1">
            <a:off x="2790825" y="4567238"/>
            <a:ext cx="523875" cy="0"/>
          </a:xfrm>
          <a:prstGeom xmlns:a="http://schemas.openxmlformats.org/drawingml/2006/main" prst="straightConnector1">
            <a:avLst/>
          </a:prstGeom>
          <a:ln xmlns:a="http://schemas.openxmlformats.org/drawingml/2006/main" w="19050">
            <a:solidFill>
              <a:srgbClr val="333333"/>
            </a:solidFill>
            <a:prstDash val="solid"/>
            <a:tailEnd type="triangle" w="med" len="med"/>
          </a:ln>
        </p:spPr>
      </p:cxnSp>
      <p:sp>
        <p:nvSpPr>
          <p:cNvPr id="103" name="Architecture status">
            <a:extLst xmlns:a="http://schemas.openxmlformats.org/drawingml/2006/main">
              <a:ext uri="{FF2B5EF4-FFF2-40B4-BE49-F238E27FC236}">
                <a16:creationId xmlns:a16="http://schemas.microsoft.com/office/drawing/2014/main" id="{16C8D30B-B771-4A16-9C54-37D09796D4AE}"/>
              </a:ext>
            </a:extLst>
          </p:cNvPr>
          <p:cNvSpPr>
            <a:spLocks xmlns:a="http://schemas.openxmlformats.org/drawingml/2006/main" noGrp="1"/>
          </p:cNvSpPr>
          <p:nvPr/>
        </p:nvSpPr>
        <p:spPr>
          <a:xfrm xmlns:a="http://schemas.openxmlformats.org/drawingml/2006/main">
            <a:off x="523875" y="5514975"/>
            <a:ext cx="8134350"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defRPr sz="1800" b="1">
                <a:solidFill>
                  <a:srgbClr val="000000"/>
                </a:solidFill>
                <a:latin typeface="Times New Roman"/>
                <a:ea typeface="Times New Roman"/>
                <a:cs typeface="Times New Roman"/>
              </a:defRPr>
            </a:pPr>
            <a:r>
              <a:rPr sz="1800" b="1">
                <a:solidFill>
                  <a:srgbClr val="000000"/>
                </a:solidFill>
                <a:latin typeface="Times New Roman"/>
                <a:ea typeface="Times New Roman"/>
                <a:cs typeface="Times New Roman"/>
              </a:rPr>
              <a:t>Foundation: sensing firmware, charge/runtime software, dashboard and Rev B CAD.</a:t>
            </a:r>
          </a:p>
          <a:p xmlns:a="http://schemas.openxmlformats.org/drawingml/2006/main">
            <a:pPr algn="l">
              <a:defRPr sz="1800" b="1">
                <a:solidFill>
                  <a:srgbClr val="000000"/>
                </a:solidFill>
                <a:latin typeface="Times New Roman"/>
                <a:ea typeface="Times New Roman"/>
                <a:cs typeface="Times New Roman"/>
              </a:defRPr>
            </a:pPr>
            <a:r>
              <a:rPr sz="1800" b="1">
                <a:solidFill>
                  <a:srgbClr val="000000"/>
                </a:solidFill>
                <a:latin typeface="Times New Roman"/>
                <a:ea typeface="Times New Roman"/>
                <a:cs typeface="Times New Roman"/>
              </a:rPr>
              <a:t>Proposed: raw signature logging, trained profiles and profile-based estimates.</a:t>
            </a:r>
          </a:p>
        </p:txBody>
      </p:sp>
    </p:spTree>
    <p:extLst>
      <p:ext uri="{BB962C8B-B14F-4D97-AF65-F5344CB8AC3E}">
        <p14:creationId xmlns:p14="http://schemas.microsoft.com/office/powerpoint/2010/main" val="973985607"/>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87" name="Google Shape;87;p4">
            <a:extLst xmlns:a="http://schemas.openxmlformats.org/drawingml/2006/main">
              <a:ext uri="{FF2B5EF4-FFF2-40B4-BE49-F238E27FC236}">
                <a16:creationId xmlns:a16="http://schemas.microsoft.com/office/drawing/2014/main" id="{2B0933CA-7526-4108-BF35-0DF97EE85242}"/>
              </a:ext>
            </a:extLst>
          </p:cNvPr>
          <p:cNvSpPr>
            <a:spLocks xmlns:a="http://schemas.openxmlformats.org/drawingml/2006/main" noGrp="1"/>
          </p:cNvSpPr>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595959"/>
              </a:buClr>
              <a:buSzPts val="1000"/>
              <a:buFont typeface="Arial"/>
              <a:buNone/>
              <a:defRPr sz="975" b="0">
                <a:solidFill>
                  <a:srgbClr val="595959"/>
                </a:solidFill>
                <a:latin typeface="Arial"/>
                <a:ea typeface="Arial"/>
                <a:cs typeface="Arial"/>
              </a:defRPr>
            </a:pPr>
            <a:fld id="{DB7BEEEC-A170-5376-2B6E-CB54687B0CB1}" type="slidenum">
              <a:rPr sz="975" b="0" i="0" u="none">
                <a:solidFill>
                  <a:srgbClr val="595959"/>
                </a:solidFill>
                <a:latin typeface="Arial"/>
                <a:ea typeface="Arial"/>
                <a:cs typeface="Arial"/>
              </a:rPr>
              <a:t>10</a:t>
            </a:fld>
            <a:endParaRPr/>
          </a:p>
        </p:txBody>
      </p:sp>
      <p:sp>
        <p:nvSpPr>
          <p:cNvPr id="88" name="Google Shape;88;p4">
            <a:extLst xmlns:a="http://schemas.openxmlformats.org/drawingml/2006/main">
              <a:ext uri="{FF2B5EF4-FFF2-40B4-BE49-F238E27FC236}">
                <a16:creationId xmlns:a16="http://schemas.microsoft.com/office/drawing/2014/main" id="{30934795-354A-40AC-91FF-38AB74A3F90F}"/>
              </a:ext>
            </a:extLst>
          </p:cNvPr>
          <p:cNvSpPr>
            <a:spLocks xmlns:a="http://schemas.openxmlformats.org/drawingml/2006/main" noGrp="1"/>
          </p:cNvSpPr>
          <p:nvPr/>
        </p:nvSpPr>
        <p:spPr>
          <a:xfrm xmlns:a="http://schemas.openxmlformats.org/drawingml/2006/main">
            <a:off x="1371600" y="209550"/>
            <a:ext cx="6429375" cy="571500"/>
          </a:xfrm>
          <a:prstGeom xmlns:a="http://schemas.openxmlformats.org/drawingml/2006/main" prst="rect">
            <a:avLst/>
          </a:prstGeom>
          <a:solidFill xmlns:a="http://schemas.openxmlformats.org/drawingml/2006/main">
            <a:srgbClr val="FFEED9"/>
          </a:solidFill>
          <a:ln xmlns:a="http://schemas.openxmlformats.org/drawingml/2006/main" w="9525" cmpd="sng">
            <a:solidFill>
              <a:schemeClr val="dk1"/>
            </a:solidFill>
            <a:prstDash val="solid"/>
            <a:headEnd type="none" w="sm" len="sm"/>
            <a:tailEnd type="none" w="sm" len="sm"/>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257175" lvl="0" indent="-257175" algn="ctr">
              <a:buClr>
                <a:schemeClr val="dk1"/>
              </a:buClr>
              <a:buSzPts val="2800"/>
              <a:buNone/>
              <a:defRPr sz="2550" b="1">
                <a:solidFill>
                  <a:srgbClr val="000000"/>
                </a:solidFill>
                <a:latin typeface="Times New Roman"/>
                <a:ea typeface="Times New Roman"/>
                <a:cs typeface="Times New Roman"/>
              </a:defRPr>
            </a:pPr>
            <a:r>
              <a:rPr sz="2550" b="1">
                <a:solidFill>
                  <a:srgbClr val="000000"/>
                </a:solidFill>
                <a:latin typeface="Times New Roman"/>
                <a:ea typeface="Times New Roman"/>
                <a:cs typeface="Times New Roman"/>
              </a:rPr>
              <a:t>Dataset / Data Collection</a:t>
            </a:r>
            <a:endParaRPr sz="1050"/>
          </a:p>
        </p:txBody>
      </p:sp>
      <p:graphicFrame>
        <p:nvGraphicFramePr>
          <p:cNvPr id="94" name=""/>
          <p:cNvGraphicFramePr/>
          <p:nvPr/>
        </p:nvGraphicFramePr>
        <p:xfrm>
          <a:off xmlns:a="http://schemas.openxmlformats.org/drawingml/2006/main" x="457200" y="1209675"/>
          <a:ext xmlns:a="http://schemas.openxmlformats.org/drawingml/2006/main" cx="8229600" cy="3552825"/>
        </p:xfrm>
        <a:graphic xmlns:a="http://schemas.openxmlformats.org/drawingml/2006/main">
          <a:graphicData uri="http://schemas.openxmlformats.org/drawingml/2006/table">
            <a:tbl>
              <a:tblPr/>
              <a:tblGrid>
                <a:gridCol w="2286000"/>
                <a:gridCol w="5943600"/>
              </a:tblGrid>
              <a:tr h="592138">
                <a:tc>
                  <a:txBody>
                    <a:bodyPr>
                      <a:noAutofit/>
                    </a:bodyPr>
                    <a:lstStyle/>
                    <a:p>
                      <a:pPr algn="l"/>
                      <a:r>
                        <a:rPr sz="1875" b="1">
                          <a:solidFill>
                            <a:srgbClr val="000000"/>
                          </a:solidFill>
                          <a:latin typeface="Times New Roman"/>
                          <a:ea typeface="Times New Roman"/>
                          <a:cs typeface="Times New Roman"/>
                        </a:rPr>
                        <a:t>Data item</a:t>
                      </a:r>
                    </a:p>
                  </a:txBody>
                  <a:tcPr marL="95250" marR="95250" marT="66675" marB="66675" anchor="ctr">
                    <a:solidFill>
                      <a:srgbClr val="F2F2F2"/>
                    </a:solidFill>
                  </a:tcPr>
                </a:tc>
                <a:tc>
                  <a:txBody>
                    <a:bodyPr>
                      <a:noAutofit/>
                    </a:bodyPr>
                    <a:lstStyle/>
                    <a:p>
                      <a:pPr algn="l"/>
                      <a:r>
                        <a:rPr sz="1875" b="1">
                          <a:solidFill>
                            <a:srgbClr val="000000"/>
                          </a:solidFill>
                          <a:latin typeface="Times New Roman"/>
                          <a:ea typeface="Times New Roman"/>
                          <a:cs typeface="Times New Roman"/>
                        </a:rPr>
                        <a:t>Collection plan</a:t>
                      </a:r>
                    </a:p>
                  </a:txBody>
                  <a:tcPr marL="95250" marR="95250" marT="66675" marB="66675" anchor="ctr">
                    <a:solidFill>
                      <a:srgbClr val="F2F2F2"/>
                    </a:solidFill>
                  </a:tcPr>
                </a:tc>
              </a:tr>
              <a:tr h="592138">
                <a:tc>
                  <a:txBody>
                    <a:bodyPr>
                      <a:noAutofit/>
                    </a:bodyPr>
                    <a:lstStyle/>
                    <a:p>
                      <a:pPr algn="l"/>
                      <a:r>
                        <a:rPr sz="1875" b="0">
                          <a:solidFill>
                            <a:srgbClr val="000000"/>
                          </a:solidFill>
                          <a:latin typeface="Times New Roman"/>
                          <a:ea typeface="Times New Roman"/>
                          <a:cs typeface="Times New Roman"/>
                        </a:rPr>
                        <a:t>Initial scope</a:t>
                      </a:r>
                    </a:p>
                  </a:txBody>
                  <a:tcPr marL="95250" marR="95250" marT="66675" marB="66675" anchor="ctr">
                    <a:solidFill>
                      <a:srgbClr val="FFFFFF"/>
                    </a:solidFill>
                  </a:tcPr>
                </a:tc>
                <a:tc>
                  <a:txBody>
                    <a:bodyPr>
                      <a:noAutofit/>
                    </a:bodyPr>
                    <a:lstStyle/>
                    <a:p>
                      <a:pPr algn="l"/>
                      <a:r>
                        <a:rPr sz="1875" b="0">
                          <a:solidFill>
                            <a:srgbClr val="000000"/>
                          </a:solidFill>
                          <a:latin typeface="Times New Roman"/>
                          <a:ea typeface="Times New Roman"/>
                          <a:cs typeface="Times New Roman"/>
                        </a:rPr>
                        <a:t>4–6 known compatible DC load types, one per run</a:t>
                      </a:r>
                    </a:p>
                  </a:txBody>
                  <a:tcPr marL="95250" marR="95250" marT="66675" marB="66675" anchor="ctr">
                    <a:solidFill>
                      <a:srgbClr val="FFFFFF"/>
                    </a:solidFill>
                  </a:tcPr>
                </a:tc>
              </a:tr>
              <a:tr h="592138">
                <a:tc>
                  <a:txBody>
                    <a:bodyPr>
                      <a:noAutofit/>
                    </a:bodyPr>
                    <a:lstStyle/>
                    <a:p>
                      <a:pPr algn="l"/>
                      <a:r>
                        <a:rPr sz="1875" b="0">
                          <a:solidFill>
                            <a:srgbClr val="000000"/>
                          </a:solidFill>
                          <a:latin typeface="Times New Roman"/>
                          <a:ea typeface="Times New Roman"/>
                          <a:cs typeface="Times New Roman"/>
                        </a:rPr>
                        <a:t>Recorded fields</a:t>
                      </a:r>
                    </a:p>
                  </a:txBody>
                  <a:tcPr marL="95250" marR="95250" marT="66675" marB="66675" anchor="ctr">
                    <a:solidFill>
                      <a:srgbClr val="FFFFFF"/>
                    </a:solidFill>
                  </a:tcPr>
                </a:tc>
                <a:tc>
                  <a:txBody>
                    <a:bodyPr>
                      <a:noAutofit/>
                    </a:bodyPr>
                    <a:lstStyle/>
                    <a:p>
                      <a:pPr algn="l"/>
                      <a:r>
                        <a:rPr sz="1875" b="0">
                          <a:solidFill>
                            <a:srgbClr val="000000"/>
                          </a:solidFill>
                          <a:latin typeface="Times New Roman"/>
                          <a:ea typeface="Times New Roman"/>
                          <a:cs typeface="Times New Roman"/>
                        </a:rPr>
                        <a:t>Time, voltage, current, power, device label and state</a:t>
                      </a:r>
                    </a:p>
                  </a:txBody>
                  <a:tcPr marL="95250" marR="95250" marT="66675" marB="66675" anchor="ctr">
                    <a:solidFill>
                      <a:srgbClr val="FFFFFF"/>
                    </a:solidFill>
                  </a:tcPr>
                </a:tc>
              </a:tr>
              <a:tr h="592138">
                <a:tc>
                  <a:txBody>
                    <a:bodyPr>
                      <a:noAutofit/>
                    </a:bodyPr>
                    <a:lstStyle/>
                    <a:p>
                      <a:pPr algn="l"/>
                      <a:r>
                        <a:rPr sz="1875" b="0">
                          <a:solidFill>
                            <a:srgbClr val="000000"/>
                          </a:solidFill>
                          <a:latin typeface="Times New Roman"/>
                          <a:ea typeface="Times New Roman"/>
                          <a:cs typeface="Times New Roman"/>
                        </a:rPr>
                        <a:t>Conditions</a:t>
                      </a:r>
                    </a:p>
                  </a:txBody>
                  <a:tcPr marL="95250" marR="95250" marT="66675" marB="66675" anchor="ctr">
                    <a:solidFill>
                      <a:srgbClr val="FFFFFF"/>
                    </a:solidFill>
                  </a:tcPr>
                </a:tc>
                <a:tc>
                  <a:txBody>
                    <a:bodyPr>
                      <a:noAutofit/>
                    </a:bodyPr>
                    <a:lstStyle/>
                    <a:p>
                      <a:pPr algn="l"/>
                      <a:r>
                        <a:rPr sz="1875" b="0">
                          <a:solidFill>
                            <a:srgbClr val="000000"/>
                          </a:solidFill>
                          <a:latin typeface="Times New Roman"/>
                          <a:ea typeface="Times New Roman"/>
                          <a:cs typeface="Times New Roman"/>
                        </a:rPr>
                        <a:t>Repeated sessions, battery levels and operating states</a:t>
                      </a:r>
                    </a:p>
                  </a:txBody>
                  <a:tcPr marL="95250" marR="95250" marT="66675" marB="66675" anchor="ctr">
                    <a:solidFill>
                      <a:srgbClr val="FFFFFF"/>
                    </a:solidFill>
                  </a:tcPr>
                </a:tc>
              </a:tr>
              <a:tr h="592138">
                <a:tc>
                  <a:txBody>
                    <a:bodyPr>
                      <a:noAutofit/>
                    </a:bodyPr>
                    <a:lstStyle/>
                    <a:p>
                      <a:pPr algn="l"/>
                      <a:r>
                        <a:rPr sz="1875" b="0">
                          <a:solidFill>
                            <a:srgbClr val="000000"/>
                          </a:solidFill>
                          <a:latin typeface="Times New Roman"/>
                          <a:ea typeface="Times New Roman"/>
                          <a:cs typeface="Times New Roman"/>
                        </a:rPr>
                        <a:t>Features</a:t>
                      </a:r>
                    </a:p>
                  </a:txBody>
                  <a:tcPr marL="95250" marR="95250" marT="66675" marB="66675" anchor="ctr">
                    <a:solidFill>
                      <a:srgbClr val="FFFFFF"/>
                    </a:solidFill>
                  </a:tcPr>
                </a:tc>
                <a:tc>
                  <a:txBody>
                    <a:bodyPr>
                      <a:noAutofit/>
                    </a:bodyPr>
                    <a:lstStyle/>
                    <a:p>
                      <a:pPr algn="l"/>
                      <a:r>
                        <a:rPr sz="1875" b="0">
                          <a:solidFill>
                            <a:srgbClr val="000000"/>
                          </a:solidFill>
                          <a:latin typeface="Times New Roman"/>
                          <a:ea typeface="Times New Roman"/>
                          <a:cs typeface="Times New Roman"/>
                        </a:rPr>
                        <a:t>Power steps, mean, variation, slope and duration</a:t>
                      </a:r>
                    </a:p>
                  </a:txBody>
                  <a:tcPr marL="95250" marR="95250" marT="66675" marB="66675" anchor="ctr">
                    <a:solidFill>
                      <a:srgbClr val="FFFFFF"/>
                    </a:solidFill>
                  </a:tcPr>
                </a:tc>
              </a:tr>
              <a:tr h="592138">
                <a:tc>
                  <a:txBody>
                    <a:bodyPr>
                      <a:noAutofit/>
                    </a:bodyPr>
                    <a:lstStyle/>
                    <a:p>
                      <a:pPr algn="l"/>
                      <a:r>
                        <a:rPr sz="1875" b="0">
                          <a:solidFill>
                            <a:srgbClr val="000000"/>
                          </a:solidFill>
                          <a:latin typeface="Times New Roman"/>
                          <a:ea typeface="Times New Roman"/>
                          <a:cs typeface="Times New Roman"/>
                        </a:rPr>
                        <a:t>Train / test split</a:t>
                      </a:r>
                    </a:p>
                  </a:txBody>
                  <a:tcPr marL="95250" marR="95250" marT="66675" marB="66675" anchor="ctr">
                    <a:solidFill>
                      <a:srgbClr val="FFFFFF"/>
                    </a:solidFill>
                  </a:tcPr>
                </a:tc>
                <a:tc>
                  <a:txBody>
                    <a:bodyPr>
                      <a:noAutofit/>
                    </a:bodyPr>
                    <a:lstStyle/>
                    <a:p>
                      <a:pPr algn="l"/>
                      <a:r>
                        <a:rPr sz="1875" b="0">
                          <a:solidFill>
                            <a:srgbClr val="000000"/>
                          </a:solidFill>
                          <a:latin typeface="Times New Roman"/>
                          <a:ea typeface="Times New Roman"/>
                          <a:cs typeface="Times New Roman"/>
                        </a:rPr>
                        <a:t>Separate complete sessions, then test combinations</a:t>
                      </a:r>
                    </a:p>
                  </a:txBody>
                  <a:tcPr marL="95250" marR="95250" marT="66675" marB="66675" anchor="ctr">
                    <a:solidFill>
                      <a:srgbClr val="FFFFFF"/>
                    </a:solidFill>
                  </a:tcPr>
                </a:tc>
              </a:tr>
            </a:tbl>
          </a:graphicData>
        </a:graphic>
      </p:graphicFrame>
      <p:sp>
        <p:nvSpPr>
          <p:cNvPr id="90" name="Sampling plan">
            <a:extLst xmlns:a="http://schemas.openxmlformats.org/drawingml/2006/main">
              <a:ext uri="{FF2B5EF4-FFF2-40B4-BE49-F238E27FC236}">
                <a16:creationId xmlns:a16="http://schemas.microsoft.com/office/drawing/2014/main" id="{C794FE62-2B73-4989-B15B-1291F5804B0C}"/>
              </a:ext>
            </a:extLst>
          </p:cNvPr>
          <p:cNvSpPr>
            <a:spLocks xmlns:a="http://schemas.openxmlformats.org/drawingml/2006/main" noGrp="1"/>
          </p:cNvSpPr>
          <p:nvPr/>
        </p:nvSpPr>
        <p:spPr>
          <a:xfrm xmlns:a="http://schemas.openxmlformats.org/drawingml/2006/main">
            <a:off x="523875" y="5010150"/>
            <a:ext cx="81153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defRPr sz="1800" b="0">
                <a:solidFill>
                  <a:srgbClr val="000000"/>
                </a:solidFill>
                <a:latin typeface="Times New Roman"/>
                <a:ea typeface="Times New Roman"/>
                <a:cs typeface="Times New Roman"/>
              </a:defRPr>
            </a:pPr>
            <a:r>
              <a:rPr sz="1800" b="0">
                <a:solidFill>
                  <a:srgbClr val="000000"/>
                </a:solidFill>
                <a:latin typeface="Times New Roman"/>
                <a:ea typeface="Times New Roman"/>
                <a:cs typeface="Times New Roman"/>
              </a:rPr>
              <a:t>Nominal acquisition: 10 Hz. Current telemetry: approximately 1 Hz.</a:t>
            </a:r>
          </a:p>
          <a:p xmlns:a="http://schemas.openxmlformats.org/drawingml/2006/main">
            <a:pPr algn="l">
              <a:defRPr sz="1800" b="0">
                <a:solidFill>
                  <a:srgbClr val="000000"/>
                </a:solidFill>
                <a:latin typeface="Times New Roman"/>
                <a:ea typeface="Times New Roman"/>
                <a:cs typeface="Times New Roman"/>
              </a:defRPr>
            </a:pPr>
            <a:r>
              <a:rPr sz="1800" b="0">
                <a:solidFill>
                  <a:srgbClr val="000000"/>
                </a:solidFill>
                <a:latin typeface="Times New Roman"/>
                <a:ea typeface="Times New Roman"/>
                <a:cs typeface="Times New Roman"/>
              </a:rPr>
              <a:t>Add and qualify raw logging before collecting signature features.</a:t>
            </a:r>
          </a:p>
        </p:txBody>
      </p:sp>
      <p:sp>
        <p:nvSpPr>
          <p:cNvPr id="91" name="Dataset status">
            <a:extLst xmlns:a="http://schemas.openxmlformats.org/drawingml/2006/main">
              <a:ext uri="{FF2B5EF4-FFF2-40B4-BE49-F238E27FC236}">
                <a16:creationId xmlns:a16="http://schemas.microsoft.com/office/drawing/2014/main" id="{ABBEF73D-75EC-4311-A3AF-F090E1E96109}"/>
              </a:ext>
            </a:extLst>
          </p:cNvPr>
          <p:cNvSpPr>
            <a:spLocks xmlns:a="http://schemas.openxmlformats.org/drawingml/2006/main" noGrp="1"/>
          </p:cNvSpPr>
          <p:nvPr/>
        </p:nvSpPr>
        <p:spPr>
          <a:xfrm xmlns:a="http://schemas.openxmlformats.org/drawingml/2006/main">
            <a:off x="523875" y="5943600"/>
            <a:ext cx="81153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defRPr sz="1800" b="1">
                <a:solidFill>
                  <a:srgbClr val="7030A0"/>
                </a:solidFill>
                <a:latin typeface="Times New Roman"/>
                <a:ea typeface="Times New Roman"/>
                <a:cs typeface="Times New Roman"/>
              </a:defRPr>
            </a:pPr>
            <a:r>
              <a:rPr sz="1800" b="1">
                <a:solidFill>
                  <a:srgbClr val="7030A0"/>
                </a:solidFill>
                <a:latin typeface="Times New Roman"/>
                <a:ea typeface="Times New Roman"/>
                <a:cs typeface="Times New Roman"/>
              </a:rPr>
              <a:t>Physical signature records are the next stage.</a:t>
            </a:r>
          </a:p>
          <a:p xmlns:a="http://schemas.openxmlformats.org/drawingml/2006/main">
            <a:pPr algn="l">
              <a:defRPr sz="1800" b="1">
                <a:solidFill>
                  <a:srgbClr val="7030A0"/>
                </a:solidFill>
                <a:latin typeface="Times New Roman"/>
                <a:ea typeface="Times New Roman"/>
                <a:cs typeface="Times New Roman"/>
              </a:defRPr>
            </a:pPr>
            <a:r>
              <a:rPr sz="1800" b="1">
                <a:solidFill>
                  <a:srgbClr val="7030A0"/>
                </a:solidFill>
                <a:latin typeface="Times New Roman"/>
                <a:ea typeface="Times New Roman"/>
                <a:cs typeface="Times New Roman"/>
              </a:rPr>
              <a:t>Existing synthetic records support development and demonstration.</a:t>
            </a:r>
          </a:p>
        </p:txBody>
      </p:sp>
    </p:spTree>
    <p:extLst>
      <p:ext uri="{BB962C8B-B14F-4D97-AF65-F5344CB8AC3E}">
        <p14:creationId xmlns:p14="http://schemas.microsoft.com/office/powerpoint/2010/main" val="2733346869"/>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87" name="Google Shape;87;p4">
            <a:extLst xmlns:a="http://schemas.openxmlformats.org/drawingml/2006/main">
              <a:ext uri="{FF2B5EF4-FFF2-40B4-BE49-F238E27FC236}">
                <a16:creationId xmlns:a16="http://schemas.microsoft.com/office/drawing/2014/main" id="{93BA2D16-3C40-489F-BA96-67F96B185E7D}"/>
              </a:ext>
            </a:extLst>
          </p:cNvPr>
          <p:cNvSpPr>
            <a:spLocks xmlns:a="http://schemas.openxmlformats.org/drawingml/2006/main" noGrp="1"/>
          </p:cNvSpPr>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595959"/>
              </a:buClr>
              <a:buSzPts val="1000"/>
              <a:buFont typeface="Arial"/>
              <a:buNone/>
              <a:defRPr sz="975" b="0">
                <a:solidFill>
                  <a:srgbClr val="595959"/>
                </a:solidFill>
                <a:latin typeface="Arial"/>
                <a:ea typeface="Arial"/>
                <a:cs typeface="Arial"/>
              </a:defRPr>
            </a:pPr>
            <a:fld id="{30394428-F1DC-E5F6-DB0C-7DE31F3D8A23}" type="slidenum">
              <a:rPr sz="975" b="0" i="0" u="none">
                <a:solidFill>
                  <a:srgbClr val="595959"/>
                </a:solidFill>
                <a:latin typeface="Arial"/>
                <a:ea typeface="Arial"/>
                <a:cs typeface="Arial"/>
              </a:rPr>
              <a:t>11</a:t>
            </a:fld>
            <a:endParaRPr/>
          </a:p>
        </p:txBody>
      </p:sp>
      <p:sp>
        <p:nvSpPr>
          <p:cNvPr id="88" name="Google Shape;88;p4">
            <a:extLst xmlns:a="http://schemas.openxmlformats.org/drawingml/2006/main">
              <a:ext uri="{FF2B5EF4-FFF2-40B4-BE49-F238E27FC236}">
                <a16:creationId xmlns:a16="http://schemas.microsoft.com/office/drawing/2014/main" id="{AA87530C-BB85-4CC7-A36D-74DC62135DB2}"/>
              </a:ext>
            </a:extLst>
          </p:cNvPr>
          <p:cNvSpPr>
            <a:spLocks xmlns:a="http://schemas.openxmlformats.org/drawingml/2006/main" noGrp="1"/>
          </p:cNvSpPr>
          <p:nvPr/>
        </p:nvSpPr>
        <p:spPr>
          <a:xfrm xmlns:a="http://schemas.openxmlformats.org/drawingml/2006/main">
            <a:off x="1371600" y="209550"/>
            <a:ext cx="6429375" cy="571500"/>
          </a:xfrm>
          <a:prstGeom xmlns:a="http://schemas.openxmlformats.org/drawingml/2006/main" prst="rect">
            <a:avLst/>
          </a:prstGeom>
          <a:solidFill xmlns:a="http://schemas.openxmlformats.org/drawingml/2006/main">
            <a:srgbClr val="FFEED9"/>
          </a:solidFill>
          <a:ln xmlns:a="http://schemas.openxmlformats.org/drawingml/2006/main" w="9525" cmpd="sng">
            <a:solidFill>
              <a:schemeClr val="dk1"/>
            </a:solidFill>
            <a:prstDash val="solid"/>
            <a:headEnd type="none" w="sm" len="sm"/>
            <a:tailEnd type="none" w="sm" len="sm"/>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257175" lvl="0" indent="-257175" algn="ctr">
              <a:buClr>
                <a:schemeClr val="dk1"/>
              </a:buClr>
              <a:buSzPts val="2800"/>
              <a:buNone/>
              <a:defRPr sz="2400" b="1">
                <a:solidFill>
                  <a:srgbClr val="000000"/>
                </a:solidFill>
                <a:latin typeface="Times New Roman"/>
                <a:ea typeface="Times New Roman"/>
                <a:cs typeface="Times New Roman"/>
              </a:defRPr>
            </a:pPr>
            <a:r>
              <a:rPr sz="2400" b="1">
                <a:solidFill>
                  <a:srgbClr val="000000"/>
                </a:solidFill>
                <a:latin typeface="Times New Roman"/>
                <a:ea typeface="Times New Roman"/>
                <a:cs typeface="Times New Roman"/>
              </a:rPr>
              <a:t>Expected Outcomes and Evaluation</a:t>
            </a:r>
            <a:endParaRPr sz="1050"/>
          </a:p>
        </p:txBody>
      </p:sp>
      <p:graphicFrame>
        <p:nvGraphicFramePr>
          <p:cNvPr id="94" name=""/>
          <p:cNvGraphicFramePr/>
          <p:nvPr/>
        </p:nvGraphicFramePr>
        <p:xfrm>
          <a:off xmlns:a="http://schemas.openxmlformats.org/drawingml/2006/main" x="457200" y="1209675"/>
          <a:ext xmlns:a="http://schemas.openxmlformats.org/drawingml/2006/main" cx="8229600" cy="3600450"/>
        </p:xfrm>
        <a:graphic xmlns:a="http://schemas.openxmlformats.org/drawingml/2006/main">
          <a:graphicData uri="http://schemas.openxmlformats.org/drawingml/2006/table">
            <a:tbl>
              <a:tblPr/>
              <a:tblGrid>
                <a:gridCol w="2724150"/>
                <a:gridCol w="5505450"/>
              </a:tblGrid>
              <a:tr h="600075">
                <a:tc>
                  <a:txBody>
                    <a:bodyPr>
                      <a:noAutofit/>
                    </a:bodyPr>
                    <a:lstStyle/>
                    <a:p>
                      <a:pPr algn="l"/>
                      <a:r>
                        <a:rPr sz="1875" b="1">
                          <a:solidFill>
                            <a:srgbClr val="000000"/>
                          </a:solidFill>
                          <a:latin typeface="Times New Roman"/>
                          <a:ea typeface="Times New Roman"/>
                          <a:cs typeface="Times New Roman"/>
                        </a:rPr>
                        <a:t>Expected output</a:t>
                      </a:r>
                    </a:p>
                  </a:txBody>
                  <a:tcPr marL="95250" marR="95250" marT="66675" marB="66675" anchor="ctr">
                    <a:solidFill>
                      <a:srgbClr val="F2F2F2"/>
                    </a:solidFill>
                  </a:tcPr>
                </a:tc>
                <a:tc>
                  <a:txBody>
                    <a:bodyPr>
                      <a:noAutofit/>
                    </a:bodyPr>
                    <a:lstStyle/>
                    <a:p>
                      <a:pPr algn="l"/>
                      <a:r>
                        <a:rPr sz="1875" b="1">
                          <a:solidFill>
                            <a:srgbClr val="000000"/>
                          </a:solidFill>
                          <a:latin typeface="Times New Roman"/>
                          <a:ea typeface="Times New Roman"/>
                          <a:cs typeface="Times New Roman"/>
                        </a:rPr>
                        <a:t>Evaluation method</a:t>
                      </a:r>
                    </a:p>
                  </a:txBody>
                  <a:tcPr marL="95250" marR="95250" marT="66675" marB="66675" anchor="ctr">
                    <a:solidFill>
                      <a:srgbClr val="F2F2F2"/>
                    </a:solidFill>
                  </a:tcPr>
                </a:tc>
              </a:tr>
              <a:tr h="600075">
                <a:tc>
                  <a:txBody>
                    <a:bodyPr>
                      <a:noAutofit/>
                    </a:bodyPr>
                    <a:lstStyle/>
                    <a:p>
                      <a:pPr algn="l"/>
                      <a:r>
                        <a:rPr sz="1875" b="0">
                          <a:solidFill>
                            <a:srgbClr val="000000"/>
                          </a:solidFill>
                          <a:latin typeface="Times New Roman"/>
                          <a:ea typeface="Times New Roman"/>
                          <a:cs typeface="Times New Roman"/>
                        </a:rPr>
                        <a:t>Known-load matching</a:t>
                      </a:r>
                    </a:p>
                  </a:txBody>
                  <a:tcPr marL="95250" marR="95250" marT="66675" marB="66675" anchor="ctr">
                    <a:solidFill>
                      <a:srgbClr val="FFFFFF"/>
                    </a:solidFill>
                  </a:tcPr>
                </a:tc>
                <a:tc>
                  <a:txBody>
                    <a:bodyPr>
                      <a:noAutofit/>
                    </a:bodyPr>
                    <a:lstStyle/>
                    <a:p>
                      <a:pPr algn="l"/>
                      <a:r>
                        <a:rPr sz="1875" b="0">
                          <a:solidFill>
                            <a:srgbClr val="000000"/>
                          </a:solidFill>
                          <a:latin typeface="Times New Roman"/>
                          <a:ea typeface="Times New Roman"/>
                          <a:cs typeface="Times New Roman"/>
                        </a:rPr>
                        <a:t>Confusion matrix and macro F1 on held-out sessions</a:t>
                      </a:r>
                    </a:p>
                  </a:txBody>
                  <a:tcPr marL="95250" marR="95250" marT="66675" marB="66675" anchor="ctr">
                    <a:solidFill>
                      <a:srgbClr val="FFFFFF"/>
                    </a:solidFill>
                  </a:tcPr>
                </a:tc>
              </a:tr>
              <a:tr h="600075">
                <a:tc>
                  <a:txBody>
                    <a:bodyPr>
                      <a:noAutofit/>
                    </a:bodyPr>
                    <a:lstStyle/>
                    <a:p>
                      <a:pPr algn="l"/>
                      <a:r>
                        <a:rPr sz="1875" b="0">
                          <a:solidFill>
                            <a:srgbClr val="000000"/>
                          </a:solidFill>
                          <a:latin typeface="Times New Roman"/>
                          <a:ea typeface="Times New Roman"/>
                          <a:cs typeface="Times New Roman"/>
                        </a:rPr>
                        <a:t>Unknown indication</a:t>
                      </a:r>
                    </a:p>
                  </a:txBody>
                  <a:tcPr marL="95250" marR="95250" marT="66675" marB="66675" anchor="ctr">
                    <a:solidFill>
                      <a:srgbClr val="FFFFFF"/>
                    </a:solidFill>
                  </a:tcPr>
                </a:tc>
                <a:tc>
                  <a:txBody>
                    <a:bodyPr>
                      <a:noAutofit/>
                    </a:bodyPr>
                    <a:lstStyle/>
                    <a:p>
                      <a:pPr algn="l"/>
                      <a:r>
                        <a:rPr sz="1875" b="0">
                          <a:solidFill>
                            <a:srgbClr val="000000"/>
                          </a:solidFill>
                          <a:latin typeface="Times New Roman"/>
                          <a:ea typeface="Times New Roman"/>
                          <a:cs typeface="Times New Roman"/>
                        </a:rPr>
                        <a:t>Unknown detection and false acceptance</a:t>
                      </a:r>
                    </a:p>
                  </a:txBody>
                  <a:tcPr marL="95250" marR="95250" marT="66675" marB="66675" anchor="ctr">
                    <a:solidFill>
                      <a:srgbClr val="FFFFFF"/>
                    </a:solidFill>
                  </a:tcPr>
                </a:tc>
              </a:tr>
              <a:tr h="600075">
                <a:tc>
                  <a:txBody>
                    <a:bodyPr>
                      <a:noAutofit/>
                    </a:bodyPr>
                    <a:lstStyle/>
                    <a:p>
                      <a:pPr algn="l"/>
                      <a:r>
                        <a:rPr sz="1875" b="0">
                          <a:solidFill>
                            <a:srgbClr val="000000"/>
                          </a:solidFill>
                          <a:latin typeface="Times New Roman"/>
                          <a:ea typeface="Times New Roman"/>
                          <a:cs typeface="Times New Roman"/>
                        </a:rPr>
                        <a:t>Consumed-energy estimate</a:t>
                      </a:r>
                    </a:p>
                  </a:txBody>
                  <a:tcPr marL="95250" marR="95250" marT="66675" marB="66675" anchor="ctr">
                    <a:solidFill>
                      <a:srgbClr val="FFFFFF"/>
                    </a:solidFill>
                  </a:tcPr>
                </a:tc>
                <a:tc>
                  <a:txBody>
                    <a:bodyPr>
                      <a:noAutofit/>
                    </a:bodyPr>
                    <a:lstStyle/>
                    <a:p>
                      <a:pPr algn="l"/>
                      <a:r>
                        <a:rPr sz="1875" b="0">
                          <a:solidFill>
                            <a:srgbClr val="000000"/>
                          </a:solidFill>
                          <a:latin typeface="Times New Roman"/>
                          <a:ea typeface="Times New Roman"/>
                          <a:cs typeface="Times New Roman"/>
                        </a:rPr>
                        <a:t>Estimated Wh against independent reference energy</a:t>
                      </a:r>
                    </a:p>
                  </a:txBody>
                  <a:tcPr marL="95250" marR="95250" marT="66675" marB="66675" anchor="ctr">
                    <a:solidFill>
                      <a:srgbClr val="FFFFFF"/>
                    </a:solidFill>
                  </a:tcPr>
                </a:tc>
              </a:tr>
              <a:tr h="600075">
                <a:tc>
                  <a:txBody>
                    <a:bodyPr>
                      <a:noAutofit/>
                    </a:bodyPr>
                    <a:lstStyle/>
                    <a:p>
                      <a:pPr algn="l"/>
                      <a:r>
                        <a:rPr sz="1875" b="0">
                          <a:solidFill>
                            <a:srgbClr val="000000"/>
                          </a:solidFill>
                          <a:latin typeface="Times New Roman"/>
                          <a:ea typeface="Times New Roman"/>
                          <a:cs typeface="Times New Roman"/>
                        </a:rPr>
                        <a:t>Battery-runtime estimate</a:t>
                      </a:r>
                    </a:p>
                  </a:txBody>
                  <a:tcPr marL="95250" marR="95250" marT="66675" marB="66675" anchor="ctr">
                    <a:solidFill>
                      <a:srgbClr val="FFFFFF"/>
                    </a:solidFill>
                  </a:tcPr>
                </a:tc>
                <a:tc>
                  <a:txBody>
                    <a:bodyPr>
                      <a:noAutofit/>
                    </a:bodyPr>
                    <a:lstStyle/>
                    <a:p>
                      <a:pPr algn="l"/>
                      <a:r>
                        <a:rPr sz="1875" b="0">
                          <a:solidFill>
                            <a:srgbClr val="000000"/>
                          </a:solidFill>
                          <a:latin typeface="Times New Roman"/>
                          <a:ea typeface="Times New Roman"/>
                          <a:cs typeface="Times New Roman"/>
                        </a:rPr>
                        <a:t>Absolute error in minutes and percentage error</a:t>
                      </a:r>
                    </a:p>
                  </a:txBody>
                  <a:tcPr marL="95250" marR="95250" marT="66675" marB="66675" anchor="ctr">
                    <a:solidFill>
                      <a:srgbClr val="FFFFFF"/>
                    </a:solidFill>
                  </a:tcPr>
                </a:tc>
              </a:tr>
              <a:tr h="600075">
                <a:tc>
                  <a:txBody>
                    <a:bodyPr>
                      <a:noAutofit/>
                    </a:bodyPr>
                    <a:lstStyle/>
                    <a:p>
                      <a:pPr algn="l"/>
                      <a:r>
                        <a:rPr sz="1875" b="0">
                          <a:solidFill>
                            <a:srgbClr val="000000"/>
                          </a:solidFill>
                          <a:latin typeface="Times New Roman"/>
                          <a:ea typeface="Times New Roman"/>
                          <a:cs typeface="Times New Roman"/>
                        </a:rPr>
                        <a:t>Trustworthy measurements</a:t>
                      </a:r>
                    </a:p>
                  </a:txBody>
                  <a:tcPr marL="95250" marR="95250" marT="66675" marB="66675" anchor="ctr">
                    <a:solidFill>
                      <a:srgbClr val="FFFFFF"/>
                    </a:solidFill>
                  </a:tcPr>
                </a:tc>
                <a:tc>
                  <a:txBody>
                    <a:bodyPr>
                      <a:noAutofit/>
                    </a:bodyPr>
                    <a:lstStyle/>
                    <a:p>
                      <a:pPr algn="l"/>
                      <a:r>
                        <a:rPr sz="1875" b="0">
                          <a:solidFill>
                            <a:srgbClr val="000000"/>
                          </a:solidFill>
                          <a:latin typeface="Times New Roman"/>
                          <a:ea typeface="Times New Roman"/>
                          <a:cs typeface="Times New Roman"/>
                        </a:rPr>
                        <a:t>Calibration errors and missing-data handling</a:t>
                      </a:r>
                    </a:p>
                  </a:txBody>
                  <a:tcPr marL="95250" marR="95250" marT="66675" marB="66675" anchor="ctr">
                    <a:solidFill>
                      <a:srgbClr val="FFFFFF"/>
                    </a:solidFill>
                  </a:tcPr>
                </a:tc>
              </a:tr>
            </a:tbl>
          </a:graphicData>
        </a:graphic>
      </p:graphicFrame>
      <p:sp>
        <p:nvSpPr>
          <p:cNvPr id="90" name="Recorded foundation evidence">
            <a:extLst xmlns:a="http://schemas.openxmlformats.org/drawingml/2006/main">
              <a:ext uri="{FF2B5EF4-FFF2-40B4-BE49-F238E27FC236}">
                <a16:creationId xmlns:a16="http://schemas.microsoft.com/office/drawing/2014/main" id="{4BCD3E3F-2635-4F72-96DB-9A42CA3A0C1E}"/>
              </a:ext>
            </a:extLst>
          </p:cNvPr>
          <p:cNvSpPr>
            <a:spLocks xmlns:a="http://schemas.openxmlformats.org/drawingml/2006/main" noGrp="1"/>
          </p:cNvSpPr>
          <p:nvPr/>
        </p:nvSpPr>
        <p:spPr>
          <a:xfrm xmlns:a="http://schemas.openxmlformats.org/drawingml/2006/main">
            <a:off x="533400" y="5095875"/>
            <a:ext cx="81057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defRPr sz="1875" b="0">
                <a:solidFill>
                  <a:srgbClr val="000000"/>
                </a:solidFill>
                <a:latin typeface="Times New Roman"/>
                <a:ea typeface="Times New Roman"/>
                <a:cs typeface="Times New Roman"/>
              </a:defRPr>
            </a:pPr>
            <a:r>
              <a:rPr sz="1875" b="0">
                <a:solidFill>
                  <a:srgbClr val="000000"/>
                </a:solidFill>
                <a:latin typeface="Times New Roman"/>
                <a:ea typeface="Times New Roman"/>
                <a:cs typeface="Times New Roman"/>
              </a:rPr>
              <a:t>Foundation audit: 45 Python tests, 67 host C++ assertions.</a:t>
            </a:r>
          </a:p>
          <a:p xmlns:a="http://schemas.openxmlformats.org/drawingml/2006/main">
            <a:pPr algn="l">
              <a:defRPr sz="1875" b="0">
                <a:solidFill>
                  <a:srgbClr val="000000"/>
                </a:solidFill>
                <a:latin typeface="Times New Roman"/>
                <a:ea typeface="Times New Roman"/>
                <a:cs typeface="Times New Roman"/>
              </a:defRPr>
            </a:pPr>
            <a:r>
              <a:rPr sz="1875" b="0">
                <a:solidFill>
                  <a:srgbClr val="000000"/>
                </a:solidFill>
                <a:latin typeface="Times New Roman"/>
                <a:ea typeface="Times New Roman"/>
                <a:cs typeface="Times New Roman"/>
              </a:rPr>
              <a:t>Both ESP32 firmware targets compile.</a:t>
            </a:r>
          </a:p>
        </p:txBody>
      </p:sp>
      <p:sp>
        <p:nvSpPr>
          <p:cNvPr id="91" name="Estimation validation">
            <a:extLst xmlns:a="http://schemas.openxmlformats.org/drawingml/2006/main">
              <a:ext uri="{FF2B5EF4-FFF2-40B4-BE49-F238E27FC236}">
                <a16:creationId xmlns:a16="http://schemas.microsoft.com/office/drawing/2014/main" id="{AFCED23E-C10A-430E-87F1-27BCBCA02010}"/>
              </a:ext>
            </a:extLst>
          </p:cNvPr>
          <p:cNvSpPr>
            <a:spLocks xmlns:a="http://schemas.openxmlformats.org/drawingml/2006/main" noGrp="1"/>
          </p:cNvSpPr>
          <p:nvPr/>
        </p:nvSpPr>
        <p:spPr>
          <a:xfrm xmlns:a="http://schemas.openxmlformats.org/drawingml/2006/main">
            <a:off x="533400" y="5991225"/>
            <a:ext cx="8096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defRPr sz="1875" b="1">
                <a:solidFill>
                  <a:srgbClr val="7030A0"/>
                </a:solidFill>
                <a:latin typeface="Times New Roman"/>
                <a:ea typeface="Times New Roman"/>
                <a:cs typeface="Times New Roman"/>
              </a:defRPr>
            </a:pPr>
            <a:r>
              <a:rPr sz="1875" b="1">
                <a:solidFill>
                  <a:srgbClr val="7030A0"/>
                </a:solidFill>
                <a:latin typeface="Times New Roman"/>
                <a:ea typeface="Times New Roman"/>
                <a:cs typeface="Times New Roman"/>
              </a:rPr>
              <a:t>Signature recognition and physical estimation accuracy</a:t>
            </a:r>
          </a:p>
          <a:p xmlns:a="http://schemas.openxmlformats.org/drawingml/2006/main">
            <a:pPr algn="l">
              <a:defRPr sz="1875" b="1">
                <a:solidFill>
                  <a:srgbClr val="7030A0"/>
                </a:solidFill>
                <a:latin typeface="Times New Roman"/>
                <a:ea typeface="Times New Roman"/>
                <a:cs typeface="Times New Roman"/>
              </a:defRPr>
            </a:pPr>
            <a:r>
              <a:rPr sz="1875" b="1">
                <a:solidFill>
                  <a:srgbClr val="7030A0"/>
                </a:solidFill>
                <a:latin typeface="Times New Roman"/>
                <a:ea typeface="Times New Roman"/>
                <a:cs typeface="Times New Roman"/>
              </a:rPr>
              <a:t>will be established through measured tests.</a:t>
            </a:r>
          </a:p>
        </p:txBody>
      </p:sp>
    </p:spTree>
    <p:extLst>
      <p:ext uri="{BB962C8B-B14F-4D97-AF65-F5344CB8AC3E}">
        <p14:creationId xmlns:p14="http://schemas.microsoft.com/office/powerpoint/2010/main" val="996058863"/>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87" name="Google Shape;87;p4">
            <a:extLst xmlns:a="http://schemas.openxmlformats.org/drawingml/2006/main">
              <a:ext uri="{FF2B5EF4-FFF2-40B4-BE49-F238E27FC236}">
                <a16:creationId xmlns:a16="http://schemas.microsoft.com/office/drawing/2014/main" id="{7C882726-E374-4F85-B65C-0A748256C93F}"/>
              </a:ext>
            </a:extLst>
          </p:cNvPr>
          <p:cNvSpPr>
            <a:spLocks xmlns:a="http://schemas.openxmlformats.org/drawingml/2006/main" noGrp="1"/>
          </p:cNvSpPr>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595959"/>
              </a:buClr>
              <a:buSzPts val="1000"/>
              <a:buFont typeface="Arial"/>
              <a:buNone/>
              <a:defRPr sz="975" b="0">
                <a:solidFill>
                  <a:srgbClr val="595959"/>
                </a:solidFill>
                <a:latin typeface="Arial"/>
                <a:ea typeface="Arial"/>
                <a:cs typeface="Arial"/>
              </a:defRPr>
            </a:pPr>
            <a:fld id="{4DB16885-0D3F-A391-B669-3211DB3B26E8}" type="slidenum">
              <a:rPr sz="975" b="0" i="0" u="none">
                <a:solidFill>
                  <a:srgbClr val="595959"/>
                </a:solidFill>
                <a:latin typeface="Arial"/>
                <a:ea typeface="Arial"/>
                <a:cs typeface="Arial"/>
              </a:rPr>
              <a:t>12</a:t>
            </a:fld>
            <a:endParaRPr/>
          </a:p>
        </p:txBody>
      </p:sp>
      <p:sp>
        <p:nvSpPr>
          <p:cNvPr id="88" name="Google Shape;88;p4">
            <a:extLst xmlns:a="http://schemas.openxmlformats.org/drawingml/2006/main">
              <a:ext uri="{FF2B5EF4-FFF2-40B4-BE49-F238E27FC236}">
                <a16:creationId xmlns:a16="http://schemas.microsoft.com/office/drawing/2014/main" id="{A36F839B-DD58-4B81-A184-5DD6C1A1F831}"/>
              </a:ext>
            </a:extLst>
          </p:cNvPr>
          <p:cNvSpPr>
            <a:spLocks xmlns:a="http://schemas.openxmlformats.org/drawingml/2006/main" noGrp="1"/>
          </p:cNvSpPr>
          <p:nvPr/>
        </p:nvSpPr>
        <p:spPr>
          <a:xfrm xmlns:a="http://schemas.openxmlformats.org/drawingml/2006/main">
            <a:off x="1371600" y="209550"/>
            <a:ext cx="6429375" cy="571500"/>
          </a:xfrm>
          <a:prstGeom xmlns:a="http://schemas.openxmlformats.org/drawingml/2006/main" prst="rect">
            <a:avLst/>
          </a:prstGeom>
          <a:solidFill xmlns:a="http://schemas.openxmlformats.org/drawingml/2006/main">
            <a:srgbClr val="FFEED9"/>
          </a:solidFill>
          <a:ln xmlns:a="http://schemas.openxmlformats.org/drawingml/2006/main" w="9525" cmpd="sng">
            <a:solidFill>
              <a:schemeClr val="dk1"/>
            </a:solidFill>
            <a:prstDash val="solid"/>
            <a:headEnd type="none" w="sm" len="sm"/>
            <a:tailEnd type="none" w="sm" len="sm"/>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257175" lvl="0" indent="-257175" algn="ctr">
              <a:buClr>
                <a:schemeClr val="dk1"/>
              </a:buClr>
              <a:buSzPts val="2800"/>
              <a:buNone/>
              <a:defRPr sz="2550" b="1">
                <a:solidFill>
                  <a:srgbClr val="000000"/>
                </a:solidFill>
                <a:latin typeface="Times New Roman"/>
                <a:ea typeface="Times New Roman"/>
                <a:cs typeface="Times New Roman"/>
              </a:defRPr>
            </a:pPr>
            <a:r>
              <a:rPr sz="2550" b="1">
                <a:solidFill>
                  <a:srgbClr val="000000"/>
                </a:solidFill>
                <a:latin typeface="Times New Roman"/>
                <a:ea typeface="Times New Roman"/>
                <a:cs typeface="Times New Roman"/>
              </a:rPr>
              <a:t>Project Timeline</a:t>
            </a:r>
            <a:endParaRPr sz="1050"/>
          </a:p>
        </p:txBody>
      </p:sp>
      <p:graphicFrame>
        <p:nvGraphicFramePr>
          <p:cNvPr id="93" name="Table 1"/>
          <p:cNvGraphicFramePr/>
          <p:nvPr/>
        </p:nvGraphicFramePr>
        <p:xfrm>
          <a:off xmlns:a="http://schemas.openxmlformats.org/drawingml/2006/main" x="619125" y="1238250"/>
          <a:ext xmlns:a="http://schemas.openxmlformats.org/drawingml/2006/main" cx="7905750" cy="4133850"/>
        </p:xfrm>
        <a:graphic xmlns:a="http://schemas.openxmlformats.org/drawingml/2006/main">
          <a:graphicData uri="http://schemas.openxmlformats.org/drawingml/2006/table">
            <a:tbl>
              <a:tblPr/>
              <a:tblGrid>
                <a:gridCol w="2219325"/>
                <a:gridCol w="5686425"/>
              </a:tblGrid>
              <a:tr h="402590">
                <a:tc>
                  <a:txBody>
                    <a:bodyPr>
                      <a:noAutofit/>
                    </a:bodyPr>
                    <a:lstStyle/>
                    <a:p>
                      <a:r>
                        <a:rPr sz="1875" b="1">
                          <a:solidFill>
                            <a:srgbClr val="000000"/>
                          </a:solidFill>
                          <a:latin typeface="Times New Roman"/>
                          <a:ea typeface="Times New Roman"/>
                          <a:cs typeface="Times New Roman"/>
                        </a:rPr>
                        <a:t>Period</a:t>
                      </a:r>
                      <a:endParaRPr>
                        <a:latin typeface="Cambria"/>
                        <a:ea typeface="Cambria"/>
                        <a:cs typeface="Cambria"/>
                      </a:endParaRPr>
                    </a:p>
                  </a:txBody>
                  <a:tcPr marL="114300" marR="114300" marT="66675" marB="666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r>
                        <a:rPr sz="1875" b="1">
                          <a:solidFill>
                            <a:srgbClr val="000000"/>
                          </a:solidFill>
                          <a:latin typeface="Times New Roman"/>
                          <a:ea typeface="Times New Roman"/>
                          <a:cs typeface="Times New Roman"/>
                        </a:rPr>
                        <a:t>Work and milestone</a:t>
                      </a:r>
                      <a:endParaRPr>
                        <a:latin typeface="Cambria"/>
                        <a:ea typeface="Cambria"/>
                        <a:cs typeface="Cambria"/>
                      </a:endParaRPr>
                    </a:p>
                  </a:txBody>
                  <a:tcPr marL="114300" marR="114300" marT="66675" marB="666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684404">
                <a:tc>
                  <a:txBody>
                    <a:bodyPr>
                      <a:noAutofit/>
                    </a:bodyPr>
                    <a:lstStyle/>
                    <a:p>
                      <a:r>
                        <a:rPr sz="1875" b="0">
                          <a:solidFill>
                            <a:srgbClr val="000000"/>
                          </a:solidFill>
                          <a:latin typeface="Times New Roman"/>
                          <a:ea typeface="Times New Roman"/>
                          <a:cs typeface="Times New Roman"/>
                        </a:rPr>
                        <a:t>September 2026</a:t>
                      </a:r>
                    </a:p>
                  </a:txBody>
                  <a:tcPr marL="114300" marR="114300" marT="66675" marB="666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r>
                        <a:rPr sz="1875" b="0">
                          <a:solidFill>
                            <a:srgbClr val="000000"/>
                          </a:solidFill>
                          <a:latin typeface="Times New Roman"/>
                          <a:ea typeface="Times New Roman"/>
                          <a:cs typeface="Times New Roman"/>
                        </a:rPr>
                        <a:t>Foundation prepared: firmware, dashboard, CAD and models</a:t>
                      </a:r>
                    </a:p>
                  </a:txBody>
                  <a:tcPr marL="114300" marR="114300" marT="66675" marB="666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684404">
                <a:tc>
                  <a:txBody>
                    <a:bodyPr>
                      <a:noAutofit/>
                    </a:bodyPr>
                    <a:lstStyle/>
                    <a:p>
                      <a:r>
                        <a:rPr sz="1875" b="0">
                          <a:solidFill>
                            <a:srgbClr val="000000"/>
                          </a:solidFill>
                          <a:latin typeface="Times New Roman"/>
                          <a:ea typeface="Times New Roman"/>
                          <a:cs typeface="Times New Roman"/>
                        </a:rPr>
                        <a:t>October 2026</a:t>
                      </a:r>
                    </a:p>
                  </a:txBody>
                  <a:tcPr marL="114300" marR="114300" marT="66675" marB="666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r>
                        <a:rPr sz="1875" b="0">
                          <a:solidFill>
                            <a:srgbClr val="000000"/>
                          </a:solidFill>
                          <a:latin typeface="Times New Roman"/>
                          <a:ea typeface="Times New Roman"/>
                          <a:cs typeface="Times New Roman"/>
                        </a:rPr>
                        <a:t>Assemble, calibrate and implement raw signature logging</a:t>
                      </a:r>
                    </a:p>
                  </a:txBody>
                  <a:tcPr marL="114300" marR="114300" marT="66675" marB="666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402590">
                <a:tc>
                  <a:txBody>
                    <a:bodyPr>
                      <a:noAutofit/>
                    </a:bodyPr>
                    <a:lstStyle/>
                    <a:p>
                      <a:r>
                        <a:rPr sz="1875" b="0">
                          <a:solidFill>
                            <a:srgbClr val="000000"/>
                          </a:solidFill>
                          <a:latin typeface="Times New Roman"/>
                          <a:ea typeface="Times New Roman"/>
                          <a:cs typeface="Times New Roman"/>
                        </a:rPr>
                        <a:t>November 2026</a:t>
                      </a:r>
                    </a:p>
                  </a:txBody>
                  <a:tcPr marL="114300" marR="114300" marT="66675" marB="666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r>
                        <a:rPr sz="1875" b="0">
                          <a:solidFill>
                            <a:srgbClr val="000000"/>
                          </a:solidFill>
                          <a:latin typeface="Times New Roman"/>
                          <a:ea typeface="Times New Roman"/>
                          <a:cs typeface="Times New Roman"/>
                        </a:rPr>
                        <a:t>Record labelled sessions and compare matching methods</a:t>
                      </a:r>
                    </a:p>
                  </a:txBody>
                  <a:tcPr marL="114300" marR="114300" marT="66675" marB="666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684404">
                <a:tc>
                  <a:txBody>
                    <a:bodyPr>
                      <a:noAutofit/>
                    </a:bodyPr>
                    <a:lstStyle/>
                    <a:p>
                      <a:r>
                        <a:rPr sz="1875" b="0">
                          <a:solidFill>
                            <a:srgbClr val="000000"/>
                          </a:solidFill>
                          <a:latin typeface="Times New Roman"/>
                          <a:ea typeface="Times New Roman"/>
                          <a:cs typeface="Times New Roman"/>
                        </a:rPr>
                        <a:t>Dec 2026–Jan 2027</a:t>
                      </a:r>
                    </a:p>
                  </a:txBody>
                  <a:tcPr marL="114300" marR="114300" marT="66675" marB="666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r>
                        <a:rPr sz="1875" b="0">
                          <a:solidFill>
                            <a:srgbClr val="000000"/>
                          </a:solidFill>
                          <a:latin typeface="Times New Roman"/>
                          <a:ea typeface="Times New Roman"/>
                          <a:cs typeface="Times New Roman"/>
                        </a:rPr>
                        <a:t>Validate load-energy and battery-runtime estimates</a:t>
                      </a:r>
                    </a:p>
                  </a:txBody>
                  <a:tcPr marL="114300" marR="114300" marT="66675" marB="666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684404">
                <a:tc>
                  <a:txBody>
                    <a:bodyPr>
                      <a:noAutofit/>
                    </a:bodyPr>
                    <a:lstStyle/>
                    <a:p>
                      <a:r>
                        <a:rPr sz="1875" b="0">
                          <a:solidFill>
                            <a:srgbClr val="000000"/>
                          </a:solidFill>
                          <a:latin typeface="Times New Roman"/>
                          <a:ea typeface="Times New Roman"/>
                          <a:cs typeface="Times New Roman"/>
                        </a:rPr>
                        <a:t>Feb–Mar 2027</a:t>
                      </a:r>
                    </a:p>
                  </a:txBody>
                  <a:tcPr marL="114300" marR="114300" marT="66675" marB="666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r>
                        <a:rPr sz="1875" b="0">
                          <a:solidFill>
                            <a:srgbClr val="000000"/>
                          </a:solidFill>
                          <a:latin typeface="Times New Roman"/>
                          <a:ea typeface="Times New Roman"/>
                          <a:cs typeface="Times New Roman"/>
                        </a:rPr>
                        <a:t>Repeat tests, analyse errors and prepare final demonstration</a:t>
                      </a:r>
                    </a:p>
                  </a:txBody>
                  <a:tcPr marL="114300" marR="114300" marT="66675" marB="666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bl>
          </a:graphicData>
        </a:graphic>
      </p:graphicFrame>
      <p:sp>
        <p:nvSpPr>
          <p:cNvPr id="90" name="Review milestone">
            <a:extLst xmlns:a="http://schemas.openxmlformats.org/drawingml/2006/main">
              <a:ext uri="{FF2B5EF4-FFF2-40B4-BE49-F238E27FC236}">
                <a16:creationId xmlns:a16="http://schemas.microsoft.com/office/drawing/2014/main" id="{10B4A6CB-BB56-42B1-B695-403823751054}"/>
              </a:ext>
            </a:extLst>
          </p:cNvPr>
          <p:cNvSpPr>
            <a:spLocks xmlns:a="http://schemas.openxmlformats.org/drawingml/2006/main" noGrp="1"/>
          </p:cNvSpPr>
          <p:nvPr/>
        </p:nvSpPr>
        <p:spPr>
          <a:xfrm xmlns:a="http://schemas.openxmlformats.org/drawingml/2006/main">
            <a:off x="819150" y="5715000"/>
            <a:ext cx="76485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defRPr sz="1950" b="1">
                <a:solidFill>
                  <a:srgbClr val="000000"/>
                </a:solidFill>
                <a:latin typeface="Times New Roman"/>
                <a:ea typeface="Times New Roman"/>
                <a:cs typeface="Times New Roman"/>
              </a:defRPr>
            </a:pPr>
            <a:r>
              <a:rPr sz="1950" b="1">
                <a:solidFill>
                  <a:srgbClr val="000000"/>
                </a:solidFill>
                <a:latin typeface="Times New Roman"/>
                <a:ea typeface="Times New Roman"/>
                <a:cs typeface="Times New Roman"/>
              </a:rPr>
              <a:t>Review 3: 3 October 2026</a:t>
            </a:r>
          </a:p>
          <a:p xmlns:a="http://schemas.openxmlformats.org/drawingml/2006/main">
            <a:pPr algn="l">
              <a:defRPr sz="1950" b="1">
                <a:solidFill>
                  <a:srgbClr val="000000"/>
                </a:solidFill>
                <a:latin typeface="Times New Roman"/>
                <a:ea typeface="Times New Roman"/>
                <a:cs typeface="Times New Roman"/>
              </a:defRPr>
            </a:pPr>
            <a:r>
              <a:rPr sz="1950" b="1">
                <a:solidFill>
                  <a:srgbClr val="000000"/>
                </a:solidFill>
                <a:latin typeface="Times New Roman"/>
                <a:ea typeface="Times New Roman"/>
                <a:cs typeface="Times New Roman"/>
              </a:rPr>
              <a:t>Final submission: the department’s next-semester schedule</a:t>
            </a:r>
          </a:p>
        </p:txBody>
      </p:sp>
    </p:spTree>
    <p:extLst>
      <p:ext uri="{BB962C8B-B14F-4D97-AF65-F5344CB8AC3E}">
        <p14:creationId xmlns:p14="http://schemas.microsoft.com/office/powerpoint/2010/main" val="4115128655"/>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87" name="Google Shape;87;p4">
            <a:extLst xmlns:a="http://schemas.openxmlformats.org/drawingml/2006/main">
              <a:ext uri="{FF2B5EF4-FFF2-40B4-BE49-F238E27FC236}">
                <a16:creationId xmlns:a16="http://schemas.microsoft.com/office/drawing/2014/main" id="{8EBC6717-4689-45A9-9FAB-BEB4313F7345}"/>
              </a:ext>
            </a:extLst>
          </p:cNvPr>
          <p:cNvSpPr>
            <a:spLocks xmlns:a="http://schemas.openxmlformats.org/drawingml/2006/main" noGrp="1"/>
          </p:cNvSpPr>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595959"/>
              </a:buClr>
              <a:buSzPts val="1000"/>
              <a:buFont typeface="Arial"/>
              <a:buNone/>
              <a:defRPr sz="975" b="0">
                <a:solidFill>
                  <a:srgbClr val="595959"/>
                </a:solidFill>
                <a:latin typeface="Arial"/>
                <a:ea typeface="Arial"/>
                <a:cs typeface="Arial"/>
              </a:defRPr>
            </a:pPr>
            <a:fld id="{2DD23107-4986-8758-3A93-3D74F35908CC}" type="slidenum">
              <a:rPr sz="975" b="0" i="0" u="none">
                <a:solidFill>
                  <a:srgbClr val="595959"/>
                </a:solidFill>
                <a:latin typeface="Arial"/>
                <a:ea typeface="Arial"/>
                <a:cs typeface="Arial"/>
              </a:rPr>
              <a:t>13</a:t>
            </a:fld>
            <a:endParaRPr/>
          </a:p>
        </p:txBody>
      </p:sp>
      <p:sp>
        <p:nvSpPr>
          <p:cNvPr id="88" name="Google Shape;88;p4">
            <a:extLst xmlns:a="http://schemas.openxmlformats.org/drawingml/2006/main">
              <a:ext uri="{FF2B5EF4-FFF2-40B4-BE49-F238E27FC236}">
                <a16:creationId xmlns:a16="http://schemas.microsoft.com/office/drawing/2014/main" id="{D09861B1-C161-4DCA-ABC0-1C8FD23DAEEA}"/>
              </a:ext>
            </a:extLst>
          </p:cNvPr>
          <p:cNvSpPr>
            <a:spLocks xmlns:a="http://schemas.openxmlformats.org/drawingml/2006/main" noGrp="1"/>
          </p:cNvSpPr>
          <p:nvPr/>
        </p:nvSpPr>
        <p:spPr>
          <a:xfrm xmlns:a="http://schemas.openxmlformats.org/drawingml/2006/main">
            <a:off x="1371600" y="209550"/>
            <a:ext cx="6429375" cy="571500"/>
          </a:xfrm>
          <a:prstGeom xmlns:a="http://schemas.openxmlformats.org/drawingml/2006/main" prst="rect">
            <a:avLst/>
          </a:prstGeom>
          <a:solidFill xmlns:a="http://schemas.openxmlformats.org/drawingml/2006/main">
            <a:srgbClr val="FFEED9"/>
          </a:solidFill>
          <a:ln xmlns:a="http://schemas.openxmlformats.org/drawingml/2006/main" w="9525" cmpd="sng">
            <a:solidFill>
              <a:schemeClr val="dk1"/>
            </a:solidFill>
            <a:prstDash val="solid"/>
            <a:headEnd type="none" w="sm" len="sm"/>
            <a:tailEnd type="none" w="sm" len="sm"/>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257175" lvl="0" indent="-257175" algn="ctr">
              <a:buClr>
                <a:schemeClr val="dk1"/>
              </a:buClr>
              <a:buSzPts val="2800"/>
              <a:buNone/>
              <a:defRPr sz="2550" b="1">
                <a:solidFill>
                  <a:srgbClr val="000000"/>
                </a:solidFill>
                <a:latin typeface="Times New Roman"/>
                <a:ea typeface="Times New Roman"/>
                <a:cs typeface="Times New Roman"/>
              </a:defRPr>
            </a:pPr>
            <a:r>
              <a:rPr sz="2550" b="1">
                <a:solidFill>
                  <a:srgbClr val="000000"/>
                </a:solidFill>
                <a:latin typeface="Times New Roman"/>
                <a:ea typeface="Times New Roman"/>
                <a:cs typeface="Times New Roman"/>
              </a:rPr>
              <a:t>References</a:t>
            </a:r>
            <a:endParaRPr sz="1050"/>
          </a:p>
        </p:txBody>
      </p:sp>
      <p:sp>
        <p:nvSpPr>
          <p:cNvPr id="89" name="Reference 1">
            <a:extLst xmlns:a="http://schemas.openxmlformats.org/drawingml/2006/main">
              <a:ext uri="{FF2B5EF4-FFF2-40B4-BE49-F238E27FC236}">
                <a16:creationId xmlns:a16="http://schemas.microsoft.com/office/drawing/2014/main" id="{79EA5E28-DDBD-41AD-B93A-82B88391E1DB}"/>
              </a:ext>
            </a:extLst>
          </p:cNvPr>
          <p:cNvSpPr>
            <a:spLocks xmlns:a="http://schemas.openxmlformats.org/drawingml/2006/main" noGrp="1"/>
          </p:cNvSpPr>
          <p:nvPr/>
        </p:nvSpPr>
        <p:spPr>
          <a:xfrm xmlns:a="http://schemas.openxmlformats.org/drawingml/2006/main">
            <a:off x="352425" y="1133475"/>
            <a:ext cx="42195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rPr>
              <a:t>[1] Athanasiadis et al., 2021</a:t>
            </a:r>
          </a:p>
          <a:p xmlns:a="http://schemas.openxmlformats.org/drawingml/2006/main">
            <a:pPr algn="l">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hlinkClick xmlns:r="http://schemas.openxmlformats.org/officeDocument/2006/relationships" r:id="R9a19ced42364479f"/>
              </a:rPr>
              <a:t>10.3390/en14030767</a:t>
            </a:r>
          </a:p>
        </p:txBody>
      </p:sp>
      <p:sp>
        <p:nvSpPr>
          <p:cNvPr id="90" name="Reference 2">
            <a:extLst xmlns:a="http://schemas.openxmlformats.org/drawingml/2006/main">
              <a:ext uri="{FF2B5EF4-FFF2-40B4-BE49-F238E27FC236}">
                <a16:creationId xmlns:a16="http://schemas.microsoft.com/office/drawing/2014/main" id="{EDB083C4-99C3-4382-B5B7-6D8BCBD175B9}"/>
              </a:ext>
            </a:extLst>
          </p:cNvPr>
          <p:cNvSpPr>
            <a:spLocks xmlns:a="http://schemas.openxmlformats.org/drawingml/2006/main" noGrp="1"/>
          </p:cNvSpPr>
          <p:nvPr/>
        </p:nvSpPr>
        <p:spPr>
          <a:xfrm xmlns:a="http://schemas.openxmlformats.org/drawingml/2006/main">
            <a:off x="352425" y="1638300"/>
            <a:ext cx="42195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rPr>
              <a:t>[2] Mollel et al., 2023</a:t>
            </a:r>
          </a:p>
          <a:p xmlns:a="http://schemas.openxmlformats.org/drawingml/2006/main">
            <a:pPr algn="l">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hlinkClick xmlns:r="http://schemas.openxmlformats.org/officeDocument/2006/relationships" r:id="R81c3f3c04adb4173"/>
              </a:rPr>
              <a:t>10.3390/s23104845</a:t>
            </a:r>
          </a:p>
        </p:txBody>
      </p:sp>
      <p:sp>
        <p:nvSpPr>
          <p:cNvPr id="91" name="Reference 3">
            <a:extLst xmlns:a="http://schemas.openxmlformats.org/drawingml/2006/main">
              <a:ext uri="{FF2B5EF4-FFF2-40B4-BE49-F238E27FC236}">
                <a16:creationId xmlns:a16="http://schemas.microsoft.com/office/drawing/2014/main" id="{6D87C724-4978-44B7-B97E-A1613F6D5F11}"/>
              </a:ext>
            </a:extLst>
          </p:cNvPr>
          <p:cNvSpPr>
            <a:spLocks xmlns:a="http://schemas.openxmlformats.org/drawingml/2006/main" noGrp="1"/>
          </p:cNvSpPr>
          <p:nvPr/>
        </p:nvSpPr>
        <p:spPr>
          <a:xfrm xmlns:a="http://schemas.openxmlformats.org/drawingml/2006/main">
            <a:off x="352425" y="2143125"/>
            <a:ext cx="42195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rPr>
              <a:t>[3] Jaime et al., 2026</a:t>
            </a:r>
          </a:p>
          <a:p xmlns:a="http://schemas.openxmlformats.org/drawingml/2006/main">
            <a:pPr algn="l">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hlinkClick xmlns:r="http://schemas.openxmlformats.org/officeDocument/2006/relationships" r:id="R40f0fef379ec4908"/>
              </a:rPr>
              <a:t>10.3390/inventions11020029</a:t>
            </a:r>
          </a:p>
        </p:txBody>
      </p:sp>
      <p:sp>
        <p:nvSpPr>
          <p:cNvPr id="92" name="Reference 4">
            <a:extLst xmlns:a="http://schemas.openxmlformats.org/drawingml/2006/main">
              <a:ext uri="{FF2B5EF4-FFF2-40B4-BE49-F238E27FC236}">
                <a16:creationId xmlns:a16="http://schemas.microsoft.com/office/drawing/2014/main" id="{08AF50BB-589A-41B6-920A-73FED7B134D8}"/>
              </a:ext>
            </a:extLst>
          </p:cNvPr>
          <p:cNvSpPr>
            <a:spLocks xmlns:a="http://schemas.openxmlformats.org/drawingml/2006/main" noGrp="1"/>
          </p:cNvSpPr>
          <p:nvPr/>
        </p:nvSpPr>
        <p:spPr>
          <a:xfrm xmlns:a="http://schemas.openxmlformats.org/drawingml/2006/main">
            <a:off x="352425" y="2647950"/>
            <a:ext cx="42195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rPr>
              <a:t>[4] Xiang et al., 2026</a:t>
            </a:r>
          </a:p>
          <a:p xmlns:a="http://schemas.openxmlformats.org/drawingml/2006/main">
            <a:pPr algn="l">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hlinkClick xmlns:r="http://schemas.openxmlformats.org/officeDocument/2006/relationships" r:id="R42058fd71c00480b"/>
              </a:rPr>
              <a:t>10.3390/en19081883</a:t>
            </a:r>
          </a:p>
        </p:txBody>
      </p:sp>
      <p:sp>
        <p:nvSpPr>
          <p:cNvPr id="93" name="Reference 5">
            <a:extLst xmlns:a="http://schemas.openxmlformats.org/drawingml/2006/main">
              <a:ext uri="{FF2B5EF4-FFF2-40B4-BE49-F238E27FC236}">
                <a16:creationId xmlns:a16="http://schemas.microsoft.com/office/drawing/2014/main" id="{FDF73B99-5922-48A1-9687-BF1D61A2A88A}"/>
              </a:ext>
            </a:extLst>
          </p:cNvPr>
          <p:cNvSpPr>
            <a:spLocks xmlns:a="http://schemas.openxmlformats.org/drawingml/2006/main" noGrp="1"/>
          </p:cNvSpPr>
          <p:nvPr/>
        </p:nvSpPr>
        <p:spPr>
          <a:xfrm xmlns:a="http://schemas.openxmlformats.org/drawingml/2006/main">
            <a:off x="352425" y="3152775"/>
            <a:ext cx="42195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rPr>
              <a:t>[5] Li et al., 2026</a:t>
            </a:r>
          </a:p>
          <a:p xmlns:a="http://schemas.openxmlformats.org/drawingml/2006/main">
            <a:pPr algn="l">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hlinkClick xmlns:r="http://schemas.openxmlformats.org/officeDocument/2006/relationships" r:id="R99ecf3664e724215"/>
              </a:rPr>
              <a:t>10.3390/en19133131</a:t>
            </a:r>
          </a:p>
        </p:txBody>
      </p:sp>
      <p:sp>
        <p:nvSpPr>
          <p:cNvPr id="94" name="Reference 6">
            <a:extLst xmlns:a="http://schemas.openxmlformats.org/drawingml/2006/main">
              <a:ext uri="{FF2B5EF4-FFF2-40B4-BE49-F238E27FC236}">
                <a16:creationId xmlns:a16="http://schemas.microsoft.com/office/drawing/2014/main" id="{5C6E5854-03D3-45B4-9EEC-32FC087E04F0}"/>
              </a:ext>
            </a:extLst>
          </p:cNvPr>
          <p:cNvSpPr>
            <a:spLocks xmlns:a="http://schemas.openxmlformats.org/drawingml/2006/main" noGrp="1"/>
          </p:cNvSpPr>
          <p:nvPr/>
        </p:nvSpPr>
        <p:spPr>
          <a:xfrm xmlns:a="http://schemas.openxmlformats.org/drawingml/2006/main">
            <a:off x="352425" y="3657600"/>
            <a:ext cx="42195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rPr>
              <a:t>[6] Movassagh et al., 2021</a:t>
            </a:r>
          </a:p>
          <a:p xmlns:a="http://schemas.openxmlformats.org/drawingml/2006/main">
            <a:pPr algn="l">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hlinkClick xmlns:r="http://schemas.openxmlformats.org/officeDocument/2006/relationships" r:id="Rfad9bec0d5194d43"/>
              </a:rPr>
              <a:t>10.3390/en14144074</a:t>
            </a:r>
          </a:p>
        </p:txBody>
      </p:sp>
      <p:sp>
        <p:nvSpPr>
          <p:cNvPr id="95" name="Reference 7">
            <a:extLst xmlns:a="http://schemas.openxmlformats.org/drawingml/2006/main">
              <a:ext uri="{FF2B5EF4-FFF2-40B4-BE49-F238E27FC236}">
                <a16:creationId xmlns:a16="http://schemas.microsoft.com/office/drawing/2014/main" id="{A8A9FE84-C3DC-4C29-829D-6F2789F82906}"/>
              </a:ext>
            </a:extLst>
          </p:cNvPr>
          <p:cNvSpPr>
            <a:spLocks xmlns:a="http://schemas.openxmlformats.org/drawingml/2006/main" noGrp="1"/>
          </p:cNvSpPr>
          <p:nvPr/>
        </p:nvSpPr>
        <p:spPr>
          <a:xfrm xmlns:a="http://schemas.openxmlformats.org/drawingml/2006/main">
            <a:off x="352425" y="4162425"/>
            <a:ext cx="42195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rPr>
              <a:t>[7] Zhang et al., 2018</a:t>
            </a:r>
          </a:p>
          <a:p xmlns:a="http://schemas.openxmlformats.org/drawingml/2006/main">
            <a:pPr algn="l">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hlinkClick xmlns:r="http://schemas.openxmlformats.org/officeDocument/2006/relationships" r:id="R5756d896d94c460f"/>
              </a:rPr>
              <a:t>10.1016/j.energy.2017.10.043</a:t>
            </a:r>
          </a:p>
        </p:txBody>
      </p:sp>
      <p:sp>
        <p:nvSpPr>
          <p:cNvPr id="96" name="Reference 8">
            <a:extLst xmlns:a="http://schemas.openxmlformats.org/drawingml/2006/main">
              <a:ext uri="{FF2B5EF4-FFF2-40B4-BE49-F238E27FC236}">
                <a16:creationId xmlns:a16="http://schemas.microsoft.com/office/drawing/2014/main" id="{1CCC8EA4-D27D-4F78-B435-EC3E6FB0034C}"/>
              </a:ext>
            </a:extLst>
          </p:cNvPr>
          <p:cNvSpPr>
            <a:spLocks xmlns:a="http://schemas.openxmlformats.org/drawingml/2006/main" noGrp="1"/>
          </p:cNvSpPr>
          <p:nvPr/>
        </p:nvSpPr>
        <p:spPr>
          <a:xfrm xmlns:a="http://schemas.openxmlformats.org/drawingml/2006/main">
            <a:off x="352425" y="4667250"/>
            <a:ext cx="42195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rPr>
              <a:t>[8] Gismero et al., 2020</a:t>
            </a:r>
          </a:p>
          <a:p xmlns:a="http://schemas.openxmlformats.org/drawingml/2006/main">
            <a:pPr algn="l">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hlinkClick xmlns:r="http://schemas.openxmlformats.org/officeDocument/2006/relationships" r:id="R55ee4830a37448f0"/>
              </a:rPr>
              <a:t>10.3390/en13071811</a:t>
            </a:r>
          </a:p>
        </p:txBody>
      </p:sp>
      <p:sp>
        <p:nvSpPr>
          <p:cNvPr id="97" name="Reference 9">
            <a:extLst xmlns:a="http://schemas.openxmlformats.org/drawingml/2006/main">
              <a:ext uri="{FF2B5EF4-FFF2-40B4-BE49-F238E27FC236}">
                <a16:creationId xmlns:a16="http://schemas.microsoft.com/office/drawing/2014/main" id="{8D2376E1-4AD3-4E4D-9E17-100C34FD8EBB}"/>
              </a:ext>
            </a:extLst>
          </p:cNvPr>
          <p:cNvSpPr>
            <a:spLocks xmlns:a="http://schemas.openxmlformats.org/drawingml/2006/main" noGrp="1"/>
          </p:cNvSpPr>
          <p:nvPr/>
        </p:nvSpPr>
        <p:spPr>
          <a:xfrm xmlns:a="http://schemas.openxmlformats.org/drawingml/2006/main">
            <a:off x="352425" y="5172075"/>
            <a:ext cx="42195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rPr>
              <a:t>[9] Yang et al., 2021</a:t>
            </a:r>
          </a:p>
          <a:p xmlns:a="http://schemas.openxmlformats.org/drawingml/2006/main">
            <a:pPr algn="l">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hlinkClick xmlns:r="http://schemas.openxmlformats.org/officeDocument/2006/relationships" r:id="Rd5e0a90961f44aec"/>
              </a:rPr>
              <a:t>10.3390/en14041054</a:t>
            </a:r>
          </a:p>
        </p:txBody>
      </p:sp>
      <p:sp>
        <p:nvSpPr>
          <p:cNvPr id="98" name="Reference 10">
            <a:extLst xmlns:a="http://schemas.openxmlformats.org/drawingml/2006/main">
              <a:ext uri="{FF2B5EF4-FFF2-40B4-BE49-F238E27FC236}">
                <a16:creationId xmlns:a16="http://schemas.microsoft.com/office/drawing/2014/main" id="{8ABE25F2-A646-44B8-86D1-484FC5C22EA2}"/>
              </a:ext>
            </a:extLst>
          </p:cNvPr>
          <p:cNvSpPr>
            <a:spLocks xmlns:a="http://schemas.openxmlformats.org/drawingml/2006/main" noGrp="1"/>
          </p:cNvSpPr>
          <p:nvPr/>
        </p:nvSpPr>
        <p:spPr>
          <a:xfrm xmlns:a="http://schemas.openxmlformats.org/drawingml/2006/main">
            <a:off x="352425" y="5676900"/>
            <a:ext cx="42195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rPr>
              <a:t>[10] Rzepka et al., 2021</a:t>
            </a:r>
          </a:p>
          <a:p xmlns:a="http://schemas.openxmlformats.org/drawingml/2006/main">
            <a:pPr algn="l">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hlinkClick xmlns:r="http://schemas.openxmlformats.org/officeDocument/2006/relationships" r:id="R11c056fc7a454abd"/>
              </a:rPr>
              <a:t>10.3390/en14133733</a:t>
            </a:r>
          </a:p>
        </p:txBody>
      </p:sp>
      <p:sp>
        <p:nvSpPr>
          <p:cNvPr id="99" name="Reference 11">
            <a:extLst xmlns:a="http://schemas.openxmlformats.org/drawingml/2006/main">
              <a:ext uri="{FF2B5EF4-FFF2-40B4-BE49-F238E27FC236}">
                <a16:creationId xmlns:a16="http://schemas.microsoft.com/office/drawing/2014/main" id="{FBFCB2CA-2A2F-415F-A5A0-A09270C74E75}"/>
              </a:ext>
            </a:extLst>
          </p:cNvPr>
          <p:cNvSpPr>
            <a:spLocks xmlns:a="http://schemas.openxmlformats.org/drawingml/2006/main" noGrp="1"/>
          </p:cNvSpPr>
          <p:nvPr/>
        </p:nvSpPr>
        <p:spPr>
          <a:xfrm xmlns:a="http://schemas.openxmlformats.org/drawingml/2006/main">
            <a:off x="4686300" y="1133475"/>
            <a:ext cx="42195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rPr>
              <a:t>[11] Zine et al., 2022</a:t>
            </a:r>
          </a:p>
          <a:p xmlns:a="http://schemas.openxmlformats.org/drawingml/2006/main">
            <a:pPr algn="l">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hlinkClick xmlns:r="http://schemas.openxmlformats.org/officeDocument/2006/relationships" r:id="R9c56b85580dc45e3"/>
              </a:rPr>
              <a:t>10.3390/en15218172</a:t>
            </a:r>
          </a:p>
        </p:txBody>
      </p:sp>
      <p:sp>
        <p:nvSpPr>
          <p:cNvPr id="100" name="Reference 12">
            <a:extLst xmlns:a="http://schemas.openxmlformats.org/drawingml/2006/main">
              <a:ext uri="{FF2B5EF4-FFF2-40B4-BE49-F238E27FC236}">
                <a16:creationId xmlns:a16="http://schemas.microsoft.com/office/drawing/2014/main" id="{6CAB54E3-C76E-4743-93FC-9E76610533DE}"/>
              </a:ext>
            </a:extLst>
          </p:cNvPr>
          <p:cNvSpPr>
            <a:spLocks xmlns:a="http://schemas.openxmlformats.org/drawingml/2006/main" noGrp="1"/>
          </p:cNvSpPr>
          <p:nvPr/>
        </p:nvSpPr>
        <p:spPr>
          <a:xfrm xmlns:a="http://schemas.openxmlformats.org/drawingml/2006/main">
            <a:off x="4686300" y="1638300"/>
            <a:ext cx="42195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rPr>
              <a:t>[12] Fahmy et al., 2023</a:t>
            </a:r>
          </a:p>
          <a:p xmlns:a="http://schemas.openxmlformats.org/drawingml/2006/main">
            <a:pPr algn="l">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hlinkClick xmlns:r="http://schemas.openxmlformats.org/officeDocument/2006/relationships" r:id="Raa4ea76a891a42b0"/>
              </a:rPr>
              <a:t>10.3390/en16145558</a:t>
            </a:r>
          </a:p>
        </p:txBody>
      </p:sp>
      <p:sp>
        <p:nvSpPr>
          <p:cNvPr id="101" name="Reference 13">
            <a:extLst xmlns:a="http://schemas.openxmlformats.org/drawingml/2006/main">
              <a:ext uri="{FF2B5EF4-FFF2-40B4-BE49-F238E27FC236}">
                <a16:creationId xmlns:a16="http://schemas.microsoft.com/office/drawing/2014/main" id="{DBFBD2C3-D0B8-40D6-9C08-E3B07D717AE9}"/>
              </a:ext>
            </a:extLst>
          </p:cNvPr>
          <p:cNvSpPr>
            <a:spLocks xmlns:a="http://schemas.openxmlformats.org/drawingml/2006/main" noGrp="1"/>
          </p:cNvSpPr>
          <p:nvPr/>
        </p:nvSpPr>
        <p:spPr>
          <a:xfrm xmlns:a="http://schemas.openxmlformats.org/drawingml/2006/main">
            <a:off x="4686300" y="2143125"/>
            <a:ext cx="42195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rPr>
              <a:t>[13] Wang et al., 2023</a:t>
            </a:r>
          </a:p>
          <a:p xmlns:a="http://schemas.openxmlformats.org/drawingml/2006/main">
            <a:pPr algn="l">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hlinkClick xmlns:r="http://schemas.openxmlformats.org/officeDocument/2006/relationships" r:id="Re74d1ea028e94248"/>
              </a:rPr>
              <a:t>10.3390/batteries9010043</a:t>
            </a:r>
          </a:p>
        </p:txBody>
      </p:sp>
      <p:sp>
        <p:nvSpPr>
          <p:cNvPr id="102" name="Reference 14">
            <a:extLst xmlns:a="http://schemas.openxmlformats.org/drawingml/2006/main">
              <a:ext uri="{FF2B5EF4-FFF2-40B4-BE49-F238E27FC236}">
                <a16:creationId xmlns:a16="http://schemas.microsoft.com/office/drawing/2014/main" id="{1D39D883-E0BB-4B1F-9687-592663C22A39}"/>
              </a:ext>
            </a:extLst>
          </p:cNvPr>
          <p:cNvSpPr>
            <a:spLocks xmlns:a="http://schemas.openxmlformats.org/drawingml/2006/main" noGrp="1"/>
          </p:cNvSpPr>
          <p:nvPr/>
        </p:nvSpPr>
        <p:spPr>
          <a:xfrm xmlns:a="http://schemas.openxmlformats.org/drawingml/2006/main">
            <a:off x="4686300" y="2647950"/>
            <a:ext cx="42195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rPr>
              <a:t>[14] Turkmanović et al., 2024</a:t>
            </a:r>
          </a:p>
          <a:p xmlns:a="http://schemas.openxmlformats.org/drawingml/2006/main">
            <a:pPr algn="l">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hlinkClick xmlns:r="http://schemas.openxmlformats.org/officeDocument/2006/relationships" r:id="Rc489ba2911d0488a"/>
              </a:rPr>
              <a:t>10.3390/electronics13214256</a:t>
            </a:r>
          </a:p>
        </p:txBody>
      </p:sp>
      <p:sp>
        <p:nvSpPr>
          <p:cNvPr id="103" name="Reference 15">
            <a:extLst xmlns:a="http://schemas.openxmlformats.org/drawingml/2006/main">
              <a:ext uri="{FF2B5EF4-FFF2-40B4-BE49-F238E27FC236}">
                <a16:creationId xmlns:a16="http://schemas.microsoft.com/office/drawing/2014/main" id="{3B6175D7-8C07-4338-BC75-4B5424FA6C19}"/>
              </a:ext>
            </a:extLst>
          </p:cNvPr>
          <p:cNvSpPr>
            <a:spLocks xmlns:a="http://schemas.openxmlformats.org/drawingml/2006/main" noGrp="1"/>
          </p:cNvSpPr>
          <p:nvPr/>
        </p:nvSpPr>
        <p:spPr>
          <a:xfrm xmlns:a="http://schemas.openxmlformats.org/drawingml/2006/main">
            <a:off x="4686300" y="3152775"/>
            <a:ext cx="42195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rPr>
              <a:t>[15] Bampi et al., 2025</a:t>
            </a:r>
          </a:p>
          <a:p xmlns:a="http://schemas.openxmlformats.org/drawingml/2006/main">
            <a:pPr algn="l">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hlinkClick xmlns:r="http://schemas.openxmlformats.org/officeDocument/2006/relationships" r:id="R76bdc6925a844b90"/>
              </a:rPr>
              <a:t>10.18618/REP.e202521</a:t>
            </a:r>
          </a:p>
        </p:txBody>
      </p:sp>
      <p:sp>
        <p:nvSpPr>
          <p:cNvPr id="104" name="Reference 16">
            <a:extLst xmlns:a="http://schemas.openxmlformats.org/drawingml/2006/main">
              <a:ext uri="{FF2B5EF4-FFF2-40B4-BE49-F238E27FC236}">
                <a16:creationId xmlns:a16="http://schemas.microsoft.com/office/drawing/2014/main" id="{E427CBAA-09F9-4423-B098-C3A39C76B974}"/>
              </a:ext>
            </a:extLst>
          </p:cNvPr>
          <p:cNvSpPr>
            <a:spLocks xmlns:a="http://schemas.openxmlformats.org/drawingml/2006/main" noGrp="1"/>
          </p:cNvSpPr>
          <p:nvPr/>
        </p:nvSpPr>
        <p:spPr>
          <a:xfrm xmlns:a="http://schemas.openxmlformats.org/drawingml/2006/main">
            <a:off x="4686300" y="3657600"/>
            <a:ext cx="42195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rPr>
              <a:t>[16] Marahatta et al., 2021</a:t>
            </a:r>
          </a:p>
          <a:p xmlns:a="http://schemas.openxmlformats.org/drawingml/2006/main">
            <a:pPr algn="l">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hlinkClick xmlns:r="http://schemas.openxmlformats.org/officeDocument/2006/relationships" r:id="R9b5f8161fd9b4b44"/>
              </a:rPr>
              <a:t>10.1016/j.egyr.2020.11.030</a:t>
            </a:r>
          </a:p>
        </p:txBody>
      </p:sp>
      <p:sp>
        <p:nvSpPr>
          <p:cNvPr id="105" name="Reference 17">
            <a:extLst xmlns:a="http://schemas.openxmlformats.org/drawingml/2006/main">
              <a:ext uri="{FF2B5EF4-FFF2-40B4-BE49-F238E27FC236}">
                <a16:creationId xmlns:a16="http://schemas.microsoft.com/office/drawing/2014/main" id="{E104B42C-79E9-400F-A4D7-EF63EDD38774}"/>
              </a:ext>
            </a:extLst>
          </p:cNvPr>
          <p:cNvSpPr>
            <a:spLocks xmlns:a="http://schemas.openxmlformats.org/drawingml/2006/main" noGrp="1"/>
          </p:cNvSpPr>
          <p:nvPr/>
        </p:nvSpPr>
        <p:spPr>
          <a:xfrm xmlns:a="http://schemas.openxmlformats.org/drawingml/2006/main">
            <a:off x="4686300" y="4162425"/>
            <a:ext cx="42195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rPr>
              <a:t>[17] Rajbhandari et al., 2024</a:t>
            </a:r>
          </a:p>
          <a:p xmlns:a="http://schemas.openxmlformats.org/drawingml/2006/main">
            <a:pPr algn="l">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hlinkClick xmlns:r="http://schemas.openxmlformats.org/officeDocument/2006/relationships" r:id="R10e328f927ec473c"/>
              </a:rPr>
              <a:t>10.1049/stg2.12151</a:t>
            </a:r>
          </a:p>
        </p:txBody>
      </p:sp>
      <p:sp>
        <p:nvSpPr>
          <p:cNvPr id="106" name="Reference 18">
            <a:extLst xmlns:a="http://schemas.openxmlformats.org/drawingml/2006/main">
              <a:ext uri="{FF2B5EF4-FFF2-40B4-BE49-F238E27FC236}">
                <a16:creationId xmlns:a16="http://schemas.microsoft.com/office/drawing/2014/main" id="{7D3BA3F6-0E24-4BAE-BB6C-A6E62C400083}"/>
              </a:ext>
            </a:extLst>
          </p:cNvPr>
          <p:cNvSpPr>
            <a:spLocks xmlns:a="http://schemas.openxmlformats.org/drawingml/2006/main" noGrp="1"/>
          </p:cNvSpPr>
          <p:nvPr/>
        </p:nvSpPr>
        <p:spPr>
          <a:xfrm xmlns:a="http://schemas.openxmlformats.org/drawingml/2006/main">
            <a:off x="4686300" y="4667250"/>
            <a:ext cx="42195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rPr>
              <a:t>[18] Guo &amp; Kors, 2021</a:t>
            </a:r>
          </a:p>
          <a:p xmlns:a="http://schemas.openxmlformats.org/drawingml/2006/main">
            <a:pPr algn="l">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hlinkClick xmlns:r="http://schemas.openxmlformats.org/officeDocument/2006/relationships" r:id="Rf591fb0764f7489d"/>
              </a:rPr>
              <a:t>10.3390/electronics10131562</a:t>
            </a:r>
          </a:p>
        </p:txBody>
      </p:sp>
      <p:sp>
        <p:nvSpPr>
          <p:cNvPr id="107" name="Reference 19">
            <a:extLst xmlns:a="http://schemas.openxmlformats.org/drawingml/2006/main">
              <a:ext uri="{FF2B5EF4-FFF2-40B4-BE49-F238E27FC236}">
                <a16:creationId xmlns:a16="http://schemas.microsoft.com/office/drawing/2014/main" id="{656E455E-077A-41DB-A2C3-CCE7B2BDD8BF}"/>
              </a:ext>
            </a:extLst>
          </p:cNvPr>
          <p:cNvSpPr>
            <a:spLocks xmlns:a="http://schemas.openxmlformats.org/drawingml/2006/main" noGrp="1"/>
          </p:cNvSpPr>
          <p:nvPr/>
        </p:nvSpPr>
        <p:spPr>
          <a:xfrm xmlns:a="http://schemas.openxmlformats.org/drawingml/2006/main">
            <a:off x="4686300" y="5172075"/>
            <a:ext cx="42195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rPr>
              <a:t>[19] Yusubov &amp; Bekirova, 2023</a:t>
            </a:r>
          </a:p>
          <a:p xmlns:a="http://schemas.openxmlformats.org/drawingml/2006/main">
            <a:pPr algn="l">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hlinkClick xmlns:r="http://schemas.openxmlformats.org/officeDocument/2006/relationships" r:id="Rdf33e9225f3f4cde"/>
              </a:rPr>
              <a:t>10.35784/iapgos.5320</a:t>
            </a:r>
          </a:p>
        </p:txBody>
      </p:sp>
      <p:sp>
        <p:nvSpPr>
          <p:cNvPr id="108" name="Reference 20">
            <a:extLst xmlns:a="http://schemas.openxmlformats.org/drawingml/2006/main">
              <a:ext uri="{FF2B5EF4-FFF2-40B4-BE49-F238E27FC236}">
                <a16:creationId xmlns:a16="http://schemas.microsoft.com/office/drawing/2014/main" id="{F8060993-CE44-4905-9BE6-7D7AFBA8CC11}"/>
              </a:ext>
            </a:extLst>
          </p:cNvPr>
          <p:cNvSpPr>
            <a:spLocks xmlns:a="http://schemas.openxmlformats.org/drawingml/2006/main" noGrp="1"/>
          </p:cNvSpPr>
          <p:nvPr/>
        </p:nvSpPr>
        <p:spPr>
          <a:xfrm xmlns:a="http://schemas.openxmlformats.org/drawingml/2006/main">
            <a:off x="4686300" y="5676900"/>
            <a:ext cx="42195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rPr>
              <a:t>[20] Basantes et al., 2023</a:t>
            </a:r>
          </a:p>
          <a:p xmlns:a="http://schemas.openxmlformats.org/drawingml/2006/main">
            <a:pPr algn="l">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hlinkClick xmlns:r="http://schemas.openxmlformats.org/officeDocument/2006/relationships" r:id="Rc295d72d63834692"/>
              </a:rPr>
              <a:t>10.3390/en16062912</a:t>
            </a:r>
          </a:p>
        </p:txBody>
      </p:sp>
    </p:spTree>
    <p:extLst>
      <p:ext uri="{BB962C8B-B14F-4D97-AF65-F5344CB8AC3E}">
        <p14:creationId xmlns:p14="http://schemas.microsoft.com/office/powerpoint/2010/main" val="3624773730"/>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179" name="Google Shape;179;p17">
            <a:extLst xmlns:a="http://schemas.openxmlformats.org/drawingml/2006/main">
              <a:ext uri="{FF2B5EF4-FFF2-40B4-BE49-F238E27FC236}">
                <a16:creationId xmlns:a16="http://schemas.microsoft.com/office/drawing/2014/main" id="{C7F07772-F161-470E-B8EC-CD5DA282A380}"/>
              </a:ext>
            </a:extLst>
          </p:cNvPr>
          <p:cNvSpPr>
            <a:spLocks xmlns:a="http://schemas.openxmlformats.org/drawingml/2006/main" noGrp="1"/>
          </p:cNvSpPr>
          <p:nvPr>
            <p:ph type="title" idx="0"/>
          </p:nvPr>
        </p:nvSpPr>
        <p:spPr>
          <a:xfrm xmlns:a="http://schemas.openxmlformats.org/drawingml/2006/main">
            <a:off x="227012" y="2547937"/>
            <a:ext cx="8520112" cy="112236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3300" b="0">
                <a:solidFill>
                  <a:srgbClr val="000000"/>
                </a:solidFill>
                <a:latin typeface="Arial"/>
                <a:ea typeface="Arial"/>
                <a:cs typeface="Arial"/>
              </a:defRPr>
            </a:pPr>
            <a:r>
              <a:rPr sz="3300" b="0" i="0" u="none">
                <a:solidFill>
                  <a:srgbClr val="000000"/>
                </a:solidFill>
                <a:latin typeface="Arial"/>
                <a:ea typeface="Arial"/>
                <a:cs typeface="Arial"/>
              </a:rPr>
              <a:t>Thank You</a:t>
            </a:r>
            <a:endParaRPr/>
          </a:p>
          <a:p xmlns:a="http://schemas.openxmlformats.org/drawingml/2006/main">
            <a:pPr marL="0" lvl="0" indent="0" algn="ctr">
              <a:lnSpc>
                <a:spcPct val="100000"/>
              </a:lnSpc>
              <a:spcBef>
                <a:spcPts val="0"/>
              </a:spcBef>
              <a:spcAft>
                <a:spcPts val="0"/>
              </a:spcAft>
              <a:buSzPts val="3600"/>
              <a:buNone/>
              <a:defRPr sz="3300" b="0">
                <a:solidFill>
                  <a:srgbClr val="000000"/>
                </a:solidFill>
                <a:latin typeface="Arial"/>
                <a:ea typeface="Arial"/>
                <a:cs typeface="Arial"/>
              </a:defRPr>
            </a:pPr>
            <a:r>
              <a:rPr sz="3300" b="0" i="0" u="none">
                <a:solidFill>
                  <a:srgbClr val="000000"/>
                </a:solidFill>
                <a:latin typeface="Arial"/>
                <a:ea typeface="Arial"/>
                <a:cs typeface="Arial"/>
              </a:rPr>
              <a:t>Questions and Discussion</a:t>
            </a:r>
            <a:endParaRPr/>
          </a:p>
        </p:txBody>
      </p:sp>
      <p:sp>
        <p:nvSpPr>
          <p:cNvPr id="180" name="Google Shape;180;p17">
            <a:extLst xmlns:a="http://schemas.openxmlformats.org/drawingml/2006/main">
              <a:ext uri="{FF2B5EF4-FFF2-40B4-BE49-F238E27FC236}">
                <a16:creationId xmlns:a16="http://schemas.microsoft.com/office/drawing/2014/main" id="{ACCAE5F9-D482-4F71-9E72-63FD2FEBFCEF}"/>
              </a:ext>
            </a:extLst>
          </p:cNvPr>
          <p:cNvSpPr>
            <a:spLocks xmlns:a="http://schemas.openxmlformats.org/drawingml/2006/main" noGrp="1"/>
          </p:cNvSpPr>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595959"/>
              </a:buClr>
              <a:buSzPts val="1000"/>
              <a:buFont typeface="Arial"/>
              <a:buNone/>
              <a:defRPr sz="975" b="0">
                <a:solidFill>
                  <a:srgbClr val="595959"/>
                </a:solidFill>
                <a:latin typeface="Arial"/>
                <a:ea typeface="Arial"/>
                <a:cs typeface="Arial"/>
              </a:defRPr>
            </a:pPr>
            <a:fld id="{327921A4-25C4-3DB4-06B1-32693CEE2241}" type="slidenum">
              <a:rPr sz="975" b="0" i="0" u="none">
                <a:solidFill>
                  <a:srgbClr val="595959"/>
                </a:solidFill>
                <a:latin typeface="Arial"/>
                <a:ea typeface="Arial"/>
                <a:cs typeface="Arial"/>
              </a:rPr>
              <a:t>14</a:t>
            </a:fld>
            <a:endParaRPr/>
          </a:p>
        </p:txBody>
      </p:sp>
      <p:sp>
        <p:nvSpPr>
          <p:cNvPr id="181" name="Closing focus">
            <a:extLst xmlns:a="http://schemas.openxmlformats.org/drawingml/2006/main">
              <a:ext uri="{FF2B5EF4-FFF2-40B4-BE49-F238E27FC236}">
                <a16:creationId xmlns:a16="http://schemas.microsoft.com/office/drawing/2014/main" id="{3BE619B4-C0BA-4EA1-9690-FADCA0C6DCFB}"/>
              </a:ext>
            </a:extLst>
          </p:cNvPr>
          <p:cNvSpPr>
            <a:spLocks xmlns:a="http://schemas.openxmlformats.org/drawingml/2006/main" noGrp="1"/>
          </p:cNvSpPr>
          <p:nvPr/>
        </p:nvSpPr>
        <p:spPr>
          <a:xfrm xmlns:a="http://schemas.openxmlformats.org/drawingml/2006/main">
            <a:off x="809625" y="4314825"/>
            <a:ext cx="753427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ctr">
              <a:defRPr sz="2175" b="1">
                <a:solidFill>
                  <a:srgbClr val="7030A0"/>
                </a:solidFill>
                <a:latin typeface="Times New Roman"/>
                <a:ea typeface="Times New Roman"/>
                <a:cs typeface="Times New Roman"/>
              </a:defRPr>
            </a:pPr>
            <a:r>
              <a:rPr sz="2175" b="1">
                <a:solidFill>
                  <a:srgbClr val="7030A0"/>
                </a:solidFill>
                <a:latin typeface="Times New Roman"/>
                <a:ea typeface="Times New Roman"/>
                <a:cs typeface="Times New Roman"/>
              </a:rPr>
              <a:t>WattSense</a:t>
            </a:r>
          </a:p>
          <a:p xmlns:a="http://schemas.openxmlformats.org/drawingml/2006/main">
            <a:pPr algn="ctr">
              <a:defRPr sz="2175" b="1">
                <a:solidFill>
                  <a:srgbClr val="7030A0"/>
                </a:solidFill>
                <a:latin typeface="Times New Roman"/>
                <a:ea typeface="Times New Roman"/>
                <a:cs typeface="Times New Roman"/>
              </a:defRPr>
            </a:pPr>
            <a:r>
              <a:rPr sz="2175" b="1">
                <a:solidFill>
                  <a:srgbClr val="7030A0"/>
                </a:solidFill>
                <a:latin typeface="Times New Roman"/>
                <a:ea typeface="Times New Roman"/>
                <a:cs typeface="Times New Roman"/>
              </a:rPr>
              <a:t>Energy Signature Analysis and Battery Runtime Estimation</a:t>
            </a:r>
          </a:p>
        </p:txBody>
      </p:sp>
    </p:spTree>
    <p:extLst>
      <p:ext uri="{BB962C8B-B14F-4D97-AF65-F5344CB8AC3E}">
        <p14:creationId xmlns:p14="http://schemas.microsoft.com/office/powerpoint/2010/main" val="188822934"/>
      </p:ext>
    </p:extLst>
  </p:cSld>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2026-10-03T05:37:27.5690000Z</dcterms:created>
  <dcterms:modified xsi:type="dcterms:W3CDTF">2026-10-03T05:37:27.5690000Z</dcterms:modified>
</coreProperties>
</file>